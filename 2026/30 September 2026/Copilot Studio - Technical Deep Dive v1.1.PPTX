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media/image10.svg" ContentType="image/svg+xml"/>
  <Override PartName="/ppt/media/image11.svg" ContentType="image/svg+xml"/>
  <Override PartName="/ppt/media/image12.svg" ContentType="image/svg+xml"/>
  <Override PartName="/ppt/media/image16.svg" ContentType="image/svg+xml"/>
  <Override PartName="/ppt/media/image17.svg" ContentType="image/svg+xml"/>
  <Override PartName="/ppt/media/image18.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8.svg" ContentType="image/svg+xml"/>
  <Override PartName="/ppt/media/image4.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4355" r:id="rId4"/>
  </p:sldMasterIdLst>
  <p:notesMasterIdLst>
    <p:notesMasterId r:id="rId85"/>
  </p:notesMasterIdLst>
  <p:sldIdLst>
    <p:sldId id="276" r:id="rId7"/>
    <p:sldId id="277" r:id="rId8"/>
    <p:sldId id="2147482531" r:id="rId9"/>
    <p:sldId id="2147482578" r:id="rId10"/>
    <p:sldId id="272" r:id="rId11"/>
    <p:sldId id="2147482529" r:id="rId12"/>
    <p:sldId id="283" r:id="rId13"/>
    <p:sldId id="2147482528" r:id="rId14"/>
    <p:sldId id="2147482575" r:id="rId15"/>
    <p:sldId id="273" r:id="rId16"/>
    <p:sldId id="2147482583" r:id="rId17"/>
    <p:sldId id="2147483647" r:id="rId18"/>
    <p:sldId id="267" r:id="rId20"/>
    <p:sldId id="256" r:id="rId23"/>
    <p:sldId id="2147482580" r:id="rId24"/>
    <p:sldId id="292" r:id="rId25"/>
    <p:sldId id="262" r:id="rId27"/>
    <p:sldId id="2147482533" r:id="rId28"/>
    <p:sldId id="2147482532" r:id="rId29"/>
    <p:sldId id="2147482539" r:id="rId30"/>
    <p:sldId id="2147482535" r:id="rId31"/>
    <p:sldId id="257" r:id="rId32"/>
    <p:sldId id="2147482577" r:id="rId33"/>
    <p:sldId id="2147482600" r:id="rId35"/>
    <p:sldId id="2147482602" r:id="rId36"/>
    <p:sldId id="266" r:id="rId37"/>
    <p:sldId id="2147482587" r:id="rId38"/>
    <p:sldId id="264" r:id="rId40"/>
    <p:sldId id="263" r:id="rId41"/>
    <p:sldId id="2147483644" r:id="rId42"/>
    <p:sldId id="258" r:id="rId43"/>
    <p:sldId id="289" r:id="rId44"/>
    <p:sldId id="285" r:id="rId45"/>
    <p:sldId id="281" r:id="rId46"/>
    <p:sldId id="2147482585" r:id="rId47"/>
    <p:sldId id="300" r:id="rId48"/>
  </p:sldIdLst>
  <p:sldSz cx="12192000" cy="6858000"/>
  <p:notesSz cx="6858000" cy="9144000"/>
  <p:embeddedFontLst>
    <p:embeddedFont>
      <p:font typeface="Aptos SemiBold" panose="020B0004020202020204" pitchFamily="34" charset="0"/>
      <p:regular r:id="rId86"/>
      <p:bold r:id="rId87"/>
      <p:italic r:id="rId88"/>
      <p:boldItalic r:id="rId89"/>
    </p:embeddedFont>
    <p:embeddedFont>
      <p:font typeface="Cambria Math" panose="02040503050406030204" pitchFamily="18" charset="0"/>
      <p:regular r:id="rId90"/>
    </p:embeddedFont>
    <p:embeddedFont>
      <p:font typeface="Georgia" panose="02040502050405020303" pitchFamily="18" charset="0"/>
      <p:regular r:id="rId91"/>
      <p:bold r:id="rId92"/>
      <p:italic r:id="rId93"/>
      <p:boldItalic r:id="rId94"/>
    </p:embeddedFont>
    <p:embeddedFont>
      <p:font typeface="Segoe Sans Display" pitchFamily="2" charset="0"/>
      <p:regular r:id="rId95"/>
      <p:bold r:id="rId96"/>
      <p:italic r:id="rId97"/>
      <p:boldItalic r:id="rId98"/>
    </p:embeddedFont>
    <p:embeddedFont>
      <p:font typeface="Segoe Sans Display Semibold" pitchFamily="2" charset="0"/>
      <p:regular r:id="rId99"/>
      <p:bold r:id="rId100"/>
      <p:italic r:id="rId101"/>
      <p:boldItalic r:id="rId102"/>
    </p:embeddedFont>
    <p:embeddedFont>
      <p:font typeface="Segoe Sans Display Semilight" pitchFamily="2" charset="0"/>
      <p:regular r:id="rId103"/>
      <p:italic r:id="rId104"/>
    </p:embeddedFont>
    <p:embeddedFont>
      <p:font typeface="Segoe UI" panose="020B0502040204020203" pitchFamily="34" charset="0"/>
      <p:regular r:id="rId105"/>
      <p:bold r:id="rId106"/>
      <p:italic r:id="rId107"/>
      <p:boldItalic r:id="rId108"/>
    </p:embeddedFont>
    <p:embeddedFont>
      <p:font typeface="Segoe UI Emoji" panose="020B0502040204020203" pitchFamily="34" charset="0"/>
      <p:regular r:id="rId109"/>
    </p:embeddedFont>
    <p:embeddedFont>
      <p:font typeface="Segoe UI Semibold" panose="020B0702040204020203" pitchFamily="34" charset="0"/>
      <p:regular r:id="rId110"/>
      <p:bold r:id="rId111"/>
      <p:italic r:id="rId112"/>
      <p:boldItalic r:id="rId113"/>
    </p:embeddedFont>
    <p:embeddedFont>
      <p:font typeface="Segoe UI Symbol" panose="020B0502040204020203" pitchFamily="34" charset="0"/>
      <p:regular r:id="rId114"/>
    </p:embeddedFont>
    <p:embeddedFont>
      <p:font typeface="Segoe UI Variable Display Semibold" pitchFamily="2" charset="0"/>
      <p:regular r:id="rId115"/>
      <p:bold r:id="rId1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CC2BA8D3-9E44-4657-8796-C673D21039B9}">
          <p14:sldIdLst>
            <p14:sldId id="2147482565"/>
            <p14:sldId id="259"/>
            <p14:sldId id="276"/>
            <p14:sldId id="277"/>
            <p14:sldId id="2147482531"/>
            <p14:sldId id="2147482578"/>
          </p14:sldIdLst>
        </p14:section>
        <p14:section name="Agents: intro" id="{EC82E037-F2EB-4742-ABEB-C005FD31A122}">
          <p14:sldIdLst>
            <p14:sldId id="272"/>
            <p14:sldId id="2147482529"/>
            <p14:sldId id="283"/>
            <p14:sldId id="2147482528"/>
            <p14:sldId id="2147482575"/>
          </p14:sldIdLst>
        </p14:section>
        <p14:section name="Workflows: intro" id="{96C66318-E261-4FEF-9985-09DFA27F317F}">
          <p14:sldIdLst>
            <p14:sldId id="273"/>
            <p14:sldId id="2147482583"/>
            <p14:sldId id="2147483647"/>
            <p14:sldId id="2147482552"/>
            <p14:sldId id="267"/>
            <p14:sldId id="2147482556"/>
            <p14:sldId id="2147482574"/>
          </p14:sldIdLst>
        </p14:section>
        <p14:section name="Choose your path" id="{BBC4D981-E1F4-41FD-92AA-691AD1856E8B}">
          <p14:sldIdLst>
            <p14:sldId id="256"/>
            <p14:sldId id="2147482580"/>
            <p14:sldId id="292"/>
            <p14:sldId id="2147482579"/>
          </p14:sldIdLst>
        </p14:section>
        <p14:section name="Workflows: building" id="{1CD1F274-541A-46B5-BE64-0DB1E2BEF2C9}">
          <p14:sldIdLst>
            <p14:sldId id="262"/>
            <p14:sldId id="2147482533"/>
            <p14:sldId id="2147482532"/>
            <p14:sldId id="2147482539"/>
            <p14:sldId id="2147482535"/>
          </p14:sldIdLst>
        </p14:section>
        <p14:section name="Agents: building" id="{BD4097DA-AF33-426D-872A-63941520F64B}">
          <p14:sldIdLst>
            <p14:sldId id="257"/>
            <p14:sldId id="2147482577"/>
            <p14:sldId id="2147482601"/>
            <p14:sldId id="2147482600"/>
            <p14:sldId id="2147482602"/>
            <p14:sldId id="266"/>
            <p14:sldId id="2147482587"/>
            <p14:sldId id="265"/>
            <p14:sldId id="264"/>
            <p14:sldId id="263"/>
            <p14:sldId id="2147483644"/>
          </p14:sldIdLst>
        </p14:section>
        <p14:section name="Agents :  migrating (extra section)" id="{274FDBD8-9F7B-42C7-874D-66DFB54D57FC}">
          <p14:sldIdLst>
            <p14:sldId id="258"/>
            <p14:sldId id="289"/>
            <p14:sldId id="285"/>
            <p14:sldId id="281"/>
            <p14:sldId id="2147482585"/>
          </p14:sldIdLst>
        </p14:section>
        <p14:section name="Closing section" id="{9E25F5FD-68A8-457E-9A84-6611E4D7253F}">
          <p14:sldIdLst>
            <p14:sldId id="300"/>
          </p14:sldIdLst>
        </p14:section>
        <p14:section name="Parking Lot - To be reviewed" id="{6962E30A-642B-4248-918B-685ECD41EBBF}">
          <p14:sldIdLst>
            <p14:sldId id="4009"/>
            <p14:sldId id="4020"/>
            <p14:sldId id="4021"/>
            <p14:sldId id="4052"/>
            <p14:sldId id="4022"/>
            <p14:sldId id="4023"/>
            <p14:sldId id="4024"/>
            <p14:sldId id="4053"/>
            <p14:sldId id="4055"/>
            <p14:sldId id="4054"/>
          </p14:sldIdLst>
        </p14:section>
        <p14:section name="Old Versions - Archive" id="{F48C465F-4942-4BC0-85C2-909236A6FA76}">
          <p14:sldIdLst>
            <p14:sldId id="2147482551"/>
            <p14:sldId id="291"/>
            <p14:sldId id="2147482538"/>
            <p14:sldId id="2147482547"/>
            <p14:sldId id="2147482546"/>
            <p14:sldId id="2147482564"/>
            <p14:sldId id="280"/>
            <p14:sldId id="282"/>
            <p14:sldId id="278"/>
            <p14:sldId id="2147482524"/>
            <p14:sldId id="2147482525"/>
            <p14:sldId id="286"/>
            <p14:sldId id="284"/>
            <p14:sldId id="2147482526"/>
            <p14:sldId id="274"/>
            <p14:sldId id="279"/>
            <p14:sldId id="2147482548"/>
            <p14:sldId id="2147482550"/>
            <p14:sldId id="293"/>
            <p14:sldId id="295"/>
            <p14:sldId id="2147482541"/>
            <p14:sldId id="2147482542"/>
            <p14:sldId id="2147482543"/>
            <p14:sldId id="2147482544"/>
            <p14:sldId id="2147482545"/>
            <p14:sldId id="2147482593"/>
          </p14:sldIdLst>
        </p14:section>
      </p14:section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F247E3A-0FF4-9756-7C24-2302513C60B5}" name="Lewis Baybutt" initials="LB" userId="S::lewisbaybutt@microsoft.com::63ee7acd-7201-4b30-a4f5-ab9ff78defec" providerId="AD"/>
  <p188:author id="{06363444-0CE1-5CEC-5817-DAA2780BFFE3}" name="Dewain Robinson" initials="DR" userId="S::dewainr@microsoft.com::ee928eb5-f04d-4bbc-bb3a-96423f9a314c" providerId="AD"/>
  <p188:author id="{86CE2E4C-6352-5118-A466-CF0EDABE2CB1}" name="Doug Bellingeri" initials="DB" userId="S::dbellingeri@microsoft.com::fb913137-7b04-4b36-af7b-4822c70996e6" providerId="AD"/>
  <p188:author id="{1163E356-D572-42BC-A1FF-9FD2E99AC174}" name="Giorgio Ughini" initials="GU" userId="S::gughini@microsoft.com::7c1b455d-2060-41e4-9123-51e25d41b6bd" providerId="AD"/>
  <p188:author id="{48579D57-B4C1-16A6-4280-CD0FE21F71E8}" name="Taiki Yoshida" initials="TY" userId="S::tayoshi@microsoft.com::117436ca-84d7-4ad1-926c-b53d97dea07e" providerId="AD"/>
  <p188:author id="{FCF43259-B7C4-538A-F7AB-51DE04DD4B2B}" name="Martin Rinas" initials="MR" userId="S::martrin@microsoft.com::132b9ea5-95f5-4131-bdc2-7c2303100117" providerId="AD"/>
  <p188:author id="{36DA7776-2F55-0D5A-112D-8026A3BA42D2}" name="Chris Garty" initials="CG" userId="S::cgarty@microsoft.com::d87be1b4-816c-4eff-9edd-7a5823986db1" providerId="AD"/>
  <p188:author id="{3DCFCE9A-1080-6667-34AC-F7C51917BEF5}" name="Adriana Trujillo (She\/Her)" initials="A(" userId="S::adrianat@microsoft.com::5a41a586-66be-47fc-8d5c-e4e81f221ccb" providerId="AD"/>
  <p188:author id="{2CA649BD-DF35-4EAA-7370-E6D09A0343C7}" name="Hari Yarapotina" initials="HY" userId="S::hyarapotina@microsoft.com::00a8a418-857f-4723-9843-f4087df5f086" providerId="AD"/>
  <p188:author id="{343F0AC0-6250-4799-C610-A4C895B70171}" name="Henry Jammes" initials="HJ" userId="S::hejammes@microsoft.com::5f22554b-fd15-4676-8c82-dc6122af2a80" providerId="AD"/>
  <p188:author id="{B158D8E2-0256-3A94-DB2C-0E0F6AF53326}" name="Roel Schenk" initials="RS" userId="S::roelschenk@microsoft.com::f35b530d-0423-48c9-a010-28f694d4527a" providerId="AD"/>
  <p188:author id="{01D663F0-26F9-6E97-705E-48BA964A34AD}" name="Adi Leibowitz" initials="AL" userId="S::adileibowitz@microsoft.com::7ca725d7-e3d2-4863-b386-effa70f453d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FAF8FA"/>
    <a:srgbClr val="F5F5F5"/>
    <a:srgbClr val="EBF8F7"/>
    <a:srgbClr val="F3FBF5"/>
    <a:srgbClr val="EBF9EE"/>
    <a:srgbClr val="38A852"/>
    <a:srgbClr val="E6F6F4"/>
    <a:srgbClr val="D9A400"/>
    <a:srgbClr val="EAF5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20C6E3-538E-572B-A2EB-1A1799310A69}" v="1" dt="2026-08-04T10:06:42.804"/>
    <p1510:client id="{AB0CACE3-83B7-4F9E-8CEC-B5ED1BB34224}" v="1098" dt="2026-08-04T10:40:51.4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55"/>
  </p:normalViewPr>
  <p:slideViewPr>
    <p:cSldViewPr snapToGrid="0">
      <p:cViewPr varScale="1">
        <p:scale>
          <a:sx n="95" d="100"/>
          <a:sy n="95" d="100"/>
        </p:scale>
        <p:origin x="176" y="648"/>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20" Type="http://schemas.openxmlformats.org/officeDocument/2006/relationships/slide" Target="slides/slide16.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85" Type="http://schemas.openxmlformats.org/officeDocument/2006/relationships/notesMaster" Target="notesMasters/notesMaster1.xml"/><Relationship Id="rId86" Type="http://schemas.openxmlformats.org/officeDocument/2006/relationships/font" Target="fonts/font1.fntdata"/><Relationship Id="rId87" Type="http://schemas.openxmlformats.org/officeDocument/2006/relationships/font" Target="fonts/font2.fntdata"/><Relationship Id="rId88" Type="http://schemas.openxmlformats.org/officeDocument/2006/relationships/font" Target="fonts/font3.fntdata"/><Relationship Id="rId89" Type="http://schemas.openxmlformats.org/officeDocument/2006/relationships/font" Target="fonts/font4.fntdata"/><Relationship Id="rId90" Type="http://schemas.openxmlformats.org/officeDocument/2006/relationships/font" Target="fonts/font5.fntdata"/><Relationship Id="rId91" Type="http://schemas.openxmlformats.org/officeDocument/2006/relationships/font" Target="fonts/font6.fntdata"/><Relationship Id="rId92" Type="http://schemas.openxmlformats.org/officeDocument/2006/relationships/font" Target="fonts/font7.fntdata"/><Relationship Id="rId93" Type="http://schemas.openxmlformats.org/officeDocument/2006/relationships/font" Target="fonts/font8.fntdata"/><Relationship Id="rId94" Type="http://schemas.openxmlformats.org/officeDocument/2006/relationships/font" Target="fonts/font9.fntdata"/><Relationship Id="rId95" Type="http://schemas.openxmlformats.org/officeDocument/2006/relationships/font" Target="fonts/font10.fntdata"/><Relationship Id="rId96" Type="http://schemas.openxmlformats.org/officeDocument/2006/relationships/font" Target="fonts/font11.fntdata"/><Relationship Id="rId97" Type="http://schemas.openxmlformats.org/officeDocument/2006/relationships/font" Target="fonts/font12.fntdata"/><Relationship Id="rId98" Type="http://schemas.openxmlformats.org/officeDocument/2006/relationships/font" Target="fonts/font13.fntdata"/><Relationship Id="rId99" Type="http://schemas.openxmlformats.org/officeDocument/2006/relationships/font" Target="fonts/font14.fntdata"/><Relationship Id="rId100" Type="http://schemas.openxmlformats.org/officeDocument/2006/relationships/font" Target="fonts/font15.fntdata"/><Relationship Id="rId101" Type="http://schemas.openxmlformats.org/officeDocument/2006/relationships/font" Target="fonts/font16.fntdata"/><Relationship Id="rId102" Type="http://schemas.openxmlformats.org/officeDocument/2006/relationships/font" Target="fonts/font17.fntdata"/><Relationship Id="rId103" Type="http://schemas.openxmlformats.org/officeDocument/2006/relationships/font" Target="fonts/font18.fntdata"/><Relationship Id="rId104" Type="http://schemas.openxmlformats.org/officeDocument/2006/relationships/font" Target="fonts/font19.fntdata"/><Relationship Id="rId105" Type="http://schemas.openxmlformats.org/officeDocument/2006/relationships/font" Target="fonts/font20.fntdata"/><Relationship Id="rId106" Type="http://schemas.openxmlformats.org/officeDocument/2006/relationships/font" Target="fonts/font21.fntdata"/><Relationship Id="rId107" Type="http://schemas.openxmlformats.org/officeDocument/2006/relationships/font" Target="fonts/font22.fntdata"/><Relationship Id="rId108" Type="http://schemas.openxmlformats.org/officeDocument/2006/relationships/font" Target="fonts/font23.fntdata"/><Relationship Id="rId109" Type="http://schemas.openxmlformats.org/officeDocument/2006/relationships/font" Target="fonts/font24.fntdata"/><Relationship Id="rId110" Type="http://schemas.openxmlformats.org/officeDocument/2006/relationships/font" Target="fonts/font25.fntdata"/><Relationship Id="rId111" Type="http://schemas.openxmlformats.org/officeDocument/2006/relationships/font" Target="fonts/font26.fntdata"/><Relationship Id="rId112" Type="http://schemas.openxmlformats.org/officeDocument/2006/relationships/font" Target="fonts/font27.fntdata"/><Relationship Id="rId113" Type="http://schemas.openxmlformats.org/officeDocument/2006/relationships/font" Target="fonts/font28.fntdata"/><Relationship Id="rId114" Type="http://schemas.openxmlformats.org/officeDocument/2006/relationships/font" Target="fonts/font29.fntdata"/><Relationship Id="rId115" Type="http://schemas.openxmlformats.org/officeDocument/2006/relationships/font" Target="fonts/font30.fntdata"/><Relationship Id="rId116" Type="http://schemas.openxmlformats.org/officeDocument/2006/relationships/font" Target="fonts/font31.fntdata"/><Relationship Id="rId118" Type="http://schemas.openxmlformats.org/officeDocument/2006/relationships/presProps" Target="presProps.xml"/><Relationship Id="rId119" Type="http://schemas.openxmlformats.org/officeDocument/2006/relationships/viewProps" Target="viewProps.xml"/><Relationship Id="rId120" Type="http://schemas.openxmlformats.org/officeDocument/2006/relationships/theme" Target="theme/theme1.xml"/><Relationship Id="rId121" Type="http://schemas.openxmlformats.org/officeDocument/2006/relationships/tableStyles" Target="tableStyles.xml"/><Relationship Id="rId122" Type="http://schemas.microsoft.com/office/2016/11/relationships/changesInfo" Target="changesInfos/changesInfo1.xml"/><Relationship Id="rId123" Type="http://schemas.microsoft.com/office/2015/10/relationships/revisionInfo" Target="revisionInfo.xml"/><Relationship Id="rId124"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riana Trujillo (She\/Her)" userId="S::adrianat@microsoft.com::5a41a586-66be-47fc-8d5c-e4e81f221ccb" providerId="AD" clId="Web-{CDD656A7-62FE-368E-A9A2-DF9D5A8849FE}"/>
    <pc:docChg chg="addSld modSection">
      <pc:chgData name="Adriana Trujillo (She\/Her)" userId="S::adrianat@microsoft.com::5a41a586-66be-47fc-8d5c-e4e81f221ccb" providerId="AD" clId="Web-{CDD656A7-62FE-368E-A9A2-DF9D5A8849FE}" dt="2026-07-13T09:17:59.092" v="0"/>
      <pc:docMkLst>
        <pc:docMk/>
      </pc:docMkLst>
    </pc:docChg>
  </pc:docChgLst>
  <pc:docChgLst>
    <pc:chgData name="Adriana Trujillo (She\/Her)" userId="5a41a586-66be-47fc-8d5c-e4e81f221ccb" providerId="ADAL" clId="{0D98AE76-ED3B-4BE1-B75D-AF9F6300D8DD}"/>
    <pc:docChg chg="undo redo custSel addSld delSld modSld sldOrd delSection modSection">
      <pc:chgData name="Adriana Trujillo (She\/Her)" userId="5a41a586-66be-47fc-8d5c-e4e81f221ccb" providerId="ADAL" clId="{0D98AE76-ED3B-4BE1-B75D-AF9F6300D8DD}" dt="2026-08-04T10:40:51.484" v="13324" actId="113"/>
      <pc:docMkLst>
        <pc:docMk/>
      </pc:docMkLst>
      <pc:sldChg chg="modSp mod">
        <pc:chgData name="Adriana Trujillo (She\/Her)" userId="5a41a586-66be-47fc-8d5c-e4e81f221ccb" providerId="ADAL" clId="{0D98AE76-ED3B-4BE1-B75D-AF9F6300D8DD}" dt="2026-07-30T12:46:08.856" v="11533" actId="313"/>
        <pc:sldMkLst>
          <pc:docMk/>
          <pc:sldMk cId="1916426402" sldId="256"/>
        </pc:sldMkLst>
        <pc:spChg chg="mod">
          <ac:chgData name="Adriana Trujillo (She\/Her)" userId="5a41a586-66be-47fc-8d5c-e4e81f221ccb" providerId="ADAL" clId="{0D98AE76-ED3B-4BE1-B75D-AF9F6300D8DD}" dt="2026-07-30T10:49:51.173" v="10627" actId="313"/>
          <ac:spMkLst>
            <pc:docMk/>
            <pc:sldMk cId="1916426402" sldId="256"/>
            <ac:spMk id="5" creationId="{81C8FECC-FDC5-B8C8-2DA7-FBE0D9BDB3E3}"/>
          </ac:spMkLst>
        </pc:spChg>
        <pc:spChg chg="mod">
          <ac:chgData name="Adriana Trujillo (She\/Her)" userId="5a41a586-66be-47fc-8d5c-e4e81f221ccb" providerId="ADAL" clId="{0D98AE76-ED3B-4BE1-B75D-AF9F6300D8DD}" dt="2026-07-30T12:46:08.856" v="11533" actId="313"/>
          <ac:spMkLst>
            <pc:docMk/>
            <pc:sldMk cId="1916426402" sldId="256"/>
            <ac:spMk id="302" creationId="{78E31658-E5B9-5BE5-F797-1E60AE6930B7}"/>
          </ac:spMkLst>
        </pc:spChg>
        <pc:spChg chg="mod">
          <ac:chgData name="Adriana Trujillo (She\/Her)" userId="5a41a586-66be-47fc-8d5c-e4e81f221ccb" providerId="ADAL" clId="{0D98AE76-ED3B-4BE1-B75D-AF9F6300D8DD}" dt="2026-07-30T12:43:27.252" v="11344" actId="313"/>
          <ac:spMkLst>
            <pc:docMk/>
            <pc:sldMk cId="1916426402" sldId="256"/>
            <ac:spMk id="305" creationId="{1DAF6F90-6B2A-CED2-FA78-988D9505CAA0}"/>
          </ac:spMkLst>
        </pc:spChg>
      </pc:sldChg>
      <pc:sldChg chg="modSp mod">
        <pc:chgData name="Adriana Trujillo (She\/Her)" userId="5a41a586-66be-47fc-8d5c-e4e81f221ccb" providerId="ADAL" clId="{0D98AE76-ED3B-4BE1-B75D-AF9F6300D8DD}" dt="2026-07-30T12:46:11.418" v="11537" actId="313"/>
        <pc:sldMkLst>
          <pc:docMk/>
          <pc:sldMk cId="1677119252" sldId="257"/>
        </pc:sldMkLst>
        <pc:spChg chg="mod">
          <ac:chgData name="Adriana Trujillo (She\/Her)" userId="5a41a586-66be-47fc-8d5c-e4e81f221ccb" providerId="ADAL" clId="{0D98AE76-ED3B-4BE1-B75D-AF9F6300D8DD}" dt="2026-07-30T12:41:51.466" v="11314" actId="313"/>
          <ac:spMkLst>
            <pc:docMk/>
            <pc:sldMk cId="1677119252" sldId="257"/>
            <ac:spMk id="5" creationId="{3BB461C5-CC53-95C9-5FA7-24E9C15B8F91}"/>
          </ac:spMkLst>
        </pc:spChg>
        <pc:spChg chg="mod">
          <ac:chgData name="Adriana Trujillo (She\/Her)" userId="5a41a586-66be-47fc-8d5c-e4e81f221ccb" providerId="ADAL" clId="{0D98AE76-ED3B-4BE1-B75D-AF9F6300D8DD}" dt="2026-07-30T12:46:11.418" v="11537" actId="313"/>
          <ac:spMkLst>
            <pc:docMk/>
            <pc:sldMk cId="1677119252" sldId="257"/>
            <ac:spMk id="302" creationId="{1373A1BD-C03D-26F4-57E7-A780C0ACAF50}"/>
          </ac:spMkLst>
        </pc:spChg>
        <pc:spChg chg="mod">
          <ac:chgData name="Adriana Trujillo (She\/Her)" userId="5a41a586-66be-47fc-8d5c-e4e81f221ccb" providerId="ADAL" clId="{0D98AE76-ED3B-4BE1-B75D-AF9F6300D8DD}" dt="2026-07-30T12:42:05.799" v="11317" actId="313"/>
          <ac:spMkLst>
            <pc:docMk/>
            <pc:sldMk cId="1677119252" sldId="257"/>
            <ac:spMk id="305" creationId="{08220B12-0DE5-4F86-515F-3B28717750DB}"/>
          </ac:spMkLst>
        </pc:spChg>
      </pc:sldChg>
      <pc:sldChg chg="modSp mod">
        <pc:chgData name="Adriana Trujillo (She\/Her)" userId="5a41a586-66be-47fc-8d5c-e4e81f221ccb" providerId="ADAL" clId="{0D98AE76-ED3B-4BE1-B75D-AF9F6300D8DD}" dt="2026-07-30T12:46:12.741" v="11539" actId="313"/>
        <pc:sldMkLst>
          <pc:docMk/>
          <pc:sldMk cId="3745177412" sldId="258"/>
        </pc:sldMkLst>
        <pc:spChg chg="mod">
          <ac:chgData name="Adriana Trujillo (She\/Her)" userId="5a41a586-66be-47fc-8d5c-e4e81f221ccb" providerId="ADAL" clId="{0D98AE76-ED3B-4BE1-B75D-AF9F6300D8DD}" dt="2026-07-30T10:49:53.433" v="10630" actId="313"/>
          <ac:spMkLst>
            <pc:docMk/>
            <pc:sldMk cId="3745177412" sldId="258"/>
            <ac:spMk id="5" creationId="{980AB9AA-67D5-59BC-D810-7DE372975C61}"/>
          </ac:spMkLst>
        </pc:spChg>
        <pc:spChg chg="mod">
          <ac:chgData name="Adriana Trujillo (She\/Her)" userId="5a41a586-66be-47fc-8d5c-e4e81f221ccb" providerId="ADAL" clId="{0D98AE76-ED3B-4BE1-B75D-AF9F6300D8DD}" dt="2026-07-30T12:46:12.741" v="11539" actId="313"/>
          <ac:spMkLst>
            <pc:docMk/>
            <pc:sldMk cId="3745177412" sldId="258"/>
            <ac:spMk id="302" creationId="{27CDD6E7-6145-2AAD-4805-F28214806FEA}"/>
          </ac:spMkLst>
        </pc:spChg>
        <pc:spChg chg="mod">
          <ac:chgData name="Adriana Trujillo (She\/Her)" userId="5a41a586-66be-47fc-8d5c-e4e81f221ccb" providerId="ADAL" clId="{0D98AE76-ED3B-4BE1-B75D-AF9F6300D8DD}" dt="2026-07-30T12:42:15.209" v="11320" actId="313"/>
          <ac:spMkLst>
            <pc:docMk/>
            <pc:sldMk cId="3745177412" sldId="258"/>
            <ac:spMk id="305" creationId="{19C5B6FD-5ECB-E16D-8B65-4BC09C0CE0DD}"/>
          </ac:spMkLst>
        </pc:spChg>
      </pc:sldChg>
      <pc:sldChg chg="modSp mod">
        <pc:chgData name="Adriana Trujillo (She\/Her)" userId="5a41a586-66be-47fc-8d5c-e4e81f221ccb" providerId="ADAL" clId="{0D98AE76-ED3B-4BE1-B75D-AF9F6300D8DD}" dt="2026-07-30T15:22:43.899" v="12225" actId="20577"/>
        <pc:sldMkLst>
          <pc:docMk/>
          <pc:sldMk cId="1297186795" sldId="259"/>
        </pc:sldMkLst>
        <pc:graphicFrameChg chg="mod modGraphic">
          <ac:chgData name="Adriana Trujillo (She\/Her)" userId="5a41a586-66be-47fc-8d5c-e4e81f221ccb" providerId="ADAL" clId="{0D98AE76-ED3B-4BE1-B75D-AF9F6300D8DD}" dt="2026-07-30T15:22:43.899" v="12225" actId="20577"/>
          <ac:graphicFrameMkLst>
            <pc:docMk/>
            <pc:sldMk cId="1297186795" sldId="259"/>
            <ac:graphicFrameMk id="5" creationId="{00000000-0000-0000-0000-000000000000}"/>
          </ac:graphicFrameMkLst>
        </pc:graphicFrameChg>
      </pc:sldChg>
      <pc:sldChg chg="modSp del mod">
        <pc:chgData name="Adriana Trujillo (She\/Her)" userId="5a41a586-66be-47fc-8d5c-e4e81f221ccb" providerId="ADAL" clId="{0D98AE76-ED3B-4BE1-B75D-AF9F6300D8DD}" dt="2026-08-04T10:10:43.009" v="12247" actId="47"/>
        <pc:sldMkLst>
          <pc:docMk/>
          <pc:sldMk cId="3302758176" sldId="260"/>
        </pc:sldMkLst>
      </pc:sldChg>
      <pc:sldChg chg="modSp del mod">
        <pc:chgData name="Adriana Trujillo (She\/Her)" userId="5a41a586-66be-47fc-8d5c-e4e81f221ccb" providerId="ADAL" clId="{0D98AE76-ED3B-4BE1-B75D-AF9F6300D8DD}" dt="2026-08-04T10:10:46.311" v="12248" actId="47"/>
        <pc:sldMkLst>
          <pc:docMk/>
          <pc:sldMk cId="4110142304" sldId="261"/>
        </pc:sldMkLst>
      </pc:sldChg>
      <pc:sldChg chg="modSp mod">
        <pc:chgData name="Adriana Trujillo (She\/Her)" userId="5a41a586-66be-47fc-8d5c-e4e81f221ccb" providerId="ADAL" clId="{0D98AE76-ED3B-4BE1-B75D-AF9F6300D8DD}" dt="2026-07-30T12:46:10.125" v="11535" actId="313"/>
        <pc:sldMkLst>
          <pc:docMk/>
          <pc:sldMk cId="3335002730" sldId="262"/>
        </pc:sldMkLst>
        <pc:spChg chg="mod">
          <ac:chgData name="Adriana Trujillo (She\/Her)" userId="5a41a586-66be-47fc-8d5c-e4e81f221ccb" providerId="ADAL" clId="{0D98AE76-ED3B-4BE1-B75D-AF9F6300D8DD}" dt="2026-07-30T10:49:52.156" v="10628" actId="313"/>
          <ac:spMkLst>
            <pc:docMk/>
            <pc:sldMk cId="3335002730" sldId="262"/>
            <ac:spMk id="5" creationId="{09CBD1A3-8546-64C2-EFAD-1FD27346CF8A}"/>
          </ac:spMkLst>
        </pc:spChg>
        <pc:spChg chg="mod">
          <ac:chgData name="Adriana Trujillo (She\/Her)" userId="5a41a586-66be-47fc-8d5c-e4e81f221ccb" providerId="ADAL" clId="{0D98AE76-ED3B-4BE1-B75D-AF9F6300D8DD}" dt="2026-07-30T12:46:10.125" v="11535" actId="313"/>
          <ac:spMkLst>
            <pc:docMk/>
            <pc:sldMk cId="3335002730" sldId="262"/>
            <ac:spMk id="302" creationId="{52FC567B-0CA7-AD64-C5FE-B44EAF179985}"/>
          </ac:spMkLst>
        </pc:spChg>
        <pc:spChg chg="mod">
          <ac:chgData name="Adriana Trujillo (She\/Her)" userId="5a41a586-66be-47fc-8d5c-e4e81f221ccb" providerId="ADAL" clId="{0D98AE76-ED3B-4BE1-B75D-AF9F6300D8DD}" dt="2026-07-30T12:43:28.502" v="11346" actId="313"/>
          <ac:spMkLst>
            <pc:docMk/>
            <pc:sldMk cId="3335002730" sldId="262"/>
            <ac:spMk id="305" creationId="{7E4D5293-9441-AF41-CF16-2916B8AEB3F6}"/>
          </ac:spMkLst>
        </pc:spChg>
      </pc:sldChg>
      <pc:sldChg chg="addSp delSp modSp mod">
        <pc:chgData name="Adriana Trujillo (She\/Her)" userId="5a41a586-66be-47fc-8d5c-e4e81f221ccb" providerId="ADAL" clId="{0D98AE76-ED3B-4BE1-B75D-AF9F6300D8DD}" dt="2026-07-13T17:36:12.498" v="10075" actId="14861"/>
        <pc:sldMkLst>
          <pc:docMk/>
          <pc:sldMk cId="2178197202" sldId="263"/>
        </pc:sldMkLst>
        <pc:spChg chg="add mod">
          <ac:chgData name="Adriana Trujillo (She\/Her)" userId="5a41a586-66be-47fc-8d5c-e4e81f221ccb" providerId="ADAL" clId="{0D98AE76-ED3B-4BE1-B75D-AF9F6300D8DD}" dt="2026-07-13T17:36:12.498" v="10075" actId="14861"/>
          <ac:spMkLst>
            <pc:docMk/>
            <pc:sldMk cId="2178197202" sldId="263"/>
            <ac:spMk id="4" creationId="{61BFD63F-AD6B-1055-DB09-EC82669625E3}"/>
          </ac:spMkLst>
        </pc:spChg>
        <pc:spChg chg="mod">
          <ac:chgData name="Adriana Trujillo (She\/Her)" userId="5a41a586-66be-47fc-8d5c-e4e81f221ccb" providerId="ADAL" clId="{0D98AE76-ED3B-4BE1-B75D-AF9F6300D8DD}" dt="2026-07-13T17:19:38.425" v="9852" actId="404"/>
          <ac:spMkLst>
            <pc:docMk/>
            <pc:sldMk cId="2178197202" sldId="263"/>
            <ac:spMk id="20" creationId="{00000000-0000-0000-0000-000000000000}"/>
          </ac:spMkLst>
        </pc:spChg>
        <pc:spChg chg="mod">
          <ac:chgData name="Adriana Trujillo (She\/Her)" userId="5a41a586-66be-47fc-8d5c-e4e81f221ccb" providerId="ADAL" clId="{0D98AE76-ED3B-4BE1-B75D-AF9F6300D8DD}" dt="2026-07-13T17:19:45.161" v="9853" actId="2711"/>
          <ac:spMkLst>
            <pc:docMk/>
            <pc:sldMk cId="2178197202" sldId="263"/>
            <ac:spMk id="21" creationId="{00000000-0000-0000-0000-000000000000}"/>
          </ac:spMkLst>
        </pc:spChg>
        <pc:spChg chg="mod">
          <ac:chgData name="Adriana Trujillo (She\/Her)" userId="5a41a586-66be-47fc-8d5c-e4e81f221ccb" providerId="ADAL" clId="{0D98AE76-ED3B-4BE1-B75D-AF9F6300D8DD}" dt="2026-07-13T16:27:30.251" v="9220" actId="1076"/>
          <ac:spMkLst>
            <pc:docMk/>
            <pc:sldMk cId="2178197202" sldId="263"/>
            <ac:spMk id="22" creationId="{00000000-0000-0000-0000-000000000000}"/>
          </ac:spMkLst>
        </pc:spChg>
        <pc:spChg chg="mod">
          <ac:chgData name="Adriana Trujillo (She\/Her)" userId="5a41a586-66be-47fc-8d5c-e4e81f221ccb" providerId="ADAL" clId="{0D98AE76-ED3B-4BE1-B75D-AF9F6300D8DD}" dt="2026-07-13T17:19:47.951" v="9854" actId="2711"/>
          <ac:spMkLst>
            <pc:docMk/>
            <pc:sldMk cId="2178197202" sldId="263"/>
            <ac:spMk id="23" creationId="{00000000-0000-0000-0000-000000000000}"/>
          </ac:spMkLst>
        </pc:spChg>
        <pc:spChg chg="mod">
          <ac:chgData name="Adriana Trujillo (She\/Her)" userId="5a41a586-66be-47fc-8d5c-e4e81f221ccb" providerId="ADAL" clId="{0D98AE76-ED3B-4BE1-B75D-AF9F6300D8DD}" dt="2026-07-13T17:19:45.161" v="9853" actId="2711"/>
          <ac:spMkLst>
            <pc:docMk/>
            <pc:sldMk cId="2178197202" sldId="263"/>
            <ac:spMk id="24" creationId="{00000000-0000-0000-0000-000000000000}"/>
          </ac:spMkLst>
        </pc:spChg>
        <pc:spChg chg="mod">
          <ac:chgData name="Adriana Trujillo (She\/Her)" userId="5a41a586-66be-47fc-8d5c-e4e81f221ccb" providerId="ADAL" clId="{0D98AE76-ED3B-4BE1-B75D-AF9F6300D8DD}" dt="2026-07-13T17:19:45.161" v="9853" actId="2711"/>
          <ac:spMkLst>
            <pc:docMk/>
            <pc:sldMk cId="2178197202" sldId="263"/>
            <ac:spMk id="26" creationId="{00000000-0000-0000-0000-000000000000}"/>
          </ac:spMkLst>
        </pc:spChg>
        <pc:spChg chg="mod">
          <ac:chgData name="Adriana Trujillo (She\/Her)" userId="5a41a586-66be-47fc-8d5c-e4e81f221ccb" providerId="ADAL" clId="{0D98AE76-ED3B-4BE1-B75D-AF9F6300D8DD}" dt="2026-07-13T17:19:45.161" v="9853" actId="2711"/>
          <ac:spMkLst>
            <pc:docMk/>
            <pc:sldMk cId="2178197202" sldId="263"/>
            <ac:spMk id="29" creationId="{00000000-0000-0000-0000-000000000000}"/>
          </ac:spMkLst>
        </pc:spChg>
        <pc:spChg chg="mod">
          <ac:chgData name="Adriana Trujillo (She\/Her)" userId="5a41a586-66be-47fc-8d5c-e4e81f221ccb" providerId="ADAL" clId="{0D98AE76-ED3B-4BE1-B75D-AF9F6300D8DD}" dt="2026-07-13T17:19:45.161" v="9853" actId="2711"/>
          <ac:spMkLst>
            <pc:docMk/>
            <pc:sldMk cId="2178197202" sldId="263"/>
            <ac:spMk id="30" creationId="{00000000-0000-0000-0000-000000000000}"/>
          </ac:spMkLst>
        </pc:spChg>
        <pc:spChg chg="mod">
          <ac:chgData name="Adriana Trujillo (She\/Her)" userId="5a41a586-66be-47fc-8d5c-e4e81f221ccb" providerId="ADAL" clId="{0D98AE76-ED3B-4BE1-B75D-AF9F6300D8DD}" dt="2026-07-13T17:19:55.862" v="9855" actId="2711"/>
          <ac:spMkLst>
            <pc:docMk/>
            <pc:sldMk cId="2178197202" sldId="263"/>
            <ac:spMk id="33" creationId="{00000000-0000-0000-0000-000000000000}"/>
          </ac:spMkLst>
        </pc:spChg>
        <pc:spChg chg="mod">
          <ac:chgData name="Adriana Trujillo (She\/Her)" userId="5a41a586-66be-47fc-8d5c-e4e81f221ccb" providerId="ADAL" clId="{0D98AE76-ED3B-4BE1-B75D-AF9F6300D8DD}" dt="2026-07-13T17:19:45.161" v="9853" actId="2711"/>
          <ac:spMkLst>
            <pc:docMk/>
            <pc:sldMk cId="2178197202" sldId="263"/>
            <ac:spMk id="34" creationId="{00000000-0000-0000-0000-000000000000}"/>
          </ac:spMkLst>
        </pc:spChg>
        <pc:spChg chg="mod">
          <ac:chgData name="Adriana Trujillo (She\/Her)" userId="5a41a586-66be-47fc-8d5c-e4e81f221ccb" providerId="ADAL" clId="{0D98AE76-ED3B-4BE1-B75D-AF9F6300D8DD}" dt="2026-07-13T17:19:45.161" v="9853" actId="2711"/>
          <ac:spMkLst>
            <pc:docMk/>
            <pc:sldMk cId="2178197202" sldId="263"/>
            <ac:spMk id="37" creationId="{00000000-0000-0000-0000-000000000000}"/>
          </ac:spMkLst>
        </pc:spChg>
        <pc:spChg chg="mod">
          <ac:chgData name="Adriana Trujillo (She\/Her)" userId="5a41a586-66be-47fc-8d5c-e4e81f221ccb" providerId="ADAL" clId="{0D98AE76-ED3B-4BE1-B75D-AF9F6300D8DD}" dt="2026-07-13T17:19:45.161" v="9853" actId="2711"/>
          <ac:spMkLst>
            <pc:docMk/>
            <pc:sldMk cId="2178197202" sldId="263"/>
            <ac:spMk id="41" creationId="{00000000-0000-0000-0000-000000000000}"/>
          </ac:spMkLst>
        </pc:spChg>
        <pc:spChg chg="mod">
          <ac:chgData name="Adriana Trujillo (She\/Her)" userId="5a41a586-66be-47fc-8d5c-e4e81f221ccb" providerId="ADAL" clId="{0D98AE76-ED3B-4BE1-B75D-AF9F6300D8DD}" dt="2026-07-13T17:19:45.161" v="9853" actId="2711"/>
          <ac:spMkLst>
            <pc:docMk/>
            <pc:sldMk cId="2178197202" sldId="263"/>
            <ac:spMk id="48" creationId="{00000000-0000-0000-0000-000000000000}"/>
          </ac:spMkLst>
        </pc:spChg>
        <pc:spChg chg="mod">
          <ac:chgData name="Adriana Trujillo (She\/Her)" userId="5a41a586-66be-47fc-8d5c-e4e81f221ccb" providerId="ADAL" clId="{0D98AE76-ED3B-4BE1-B75D-AF9F6300D8DD}" dt="2026-07-13T17:20:28.040" v="9859" actId="207"/>
          <ac:spMkLst>
            <pc:docMk/>
            <pc:sldMk cId="2178197202" sldId="263"/>
            <ac:spMk id="50" creationId="{00000000-0000-0000-0000-000000000000}"/>
          </ac:spMkLst>
        </pc:spChg>
      </pc:sldChg>
      <pc:sldChg chg="addSp delSp modSp mod">
        <pc:chgData name="Adriana Trujillo (She\/Her)" userId="5a41a586-66be-47fc-8d5c-e4e81f221ccb" providerId="ADAL" clId="{0D98AE76-ED3B-4BE1-B75D-AF9F6300D8DD}" dt="2026-07-13T17:35:46.702" v="10070" actId="1076"/>
        <pc:sldMkLst>
          <pc:docMk/>
          <pc:sldMk cId="1459418654" sldId="264"/>
        </pc:sldMkLst>
        <pc:spChg chg="add mod">
          <ac:chgData name="Adriana Trujillo (She\/Her)" userId="5a41a586-66be-47fc-8d5c-e4e81f221ccb" providerId="ADAL" clId="{0D98AE76-ED3B-4BE1-B75D-AF9F6300D8DD}" dt="2026-07-13T17:35:34.144" v="10067" actId="14861"/>
          <ac:spMkLst>
            <pc:docMk/>
            <pc:sldMk cId="1459418654" sldId="264"/>
            <ac:spMk id="11" creationId="{A2633A88-C910-292E-B546-81E51D83F0CA}"/>
          </ac:spMkLst>
        </pc:spChg>
        <pc:spChg chg="mod">
          <ac:chgData name="Adriana Trujillo (She\/Her)" userId="5a41a586-66be-47fc-8d5c-e4e81f221ccb" providerId="ADAL" clId="{0D98AE76-ED3B-4BE1-B75D-AF9F6300D8DD}" dt="2026-07-13T17:18:05.480" v="9833" actId="404"/>
          <ac:spMkLst>
            <pc:docMk/>
            <pc:sldMk cId="1459418654" sldId="264"/>
            <ac:spMk id="20" creationId="{00000000-0000-0000-0000-000000000000}"/>
          </ac:spMkLst>
        </pc:spChg>
        <pc:spChg chg="mod">
          <ac:chgData name="Adriana Trujillo (She\/Her)" userId="5a41a586-66be-47fc-8d5c-e4e81f221ccb" providerId="ADAL" clId="{0D98AE76-ED3B-4BE1-B75D-AF9F6300D8DD}" dt="2026-07-13T17:18:47.039" v="9838" actId="208"/>
          <ac:spMkLst>
            <pc:docMk/>
            <pc:sldMk cId="1459418654" sldId="264"/>
            <ac:spMk id="22" creationId="{00000000-0000-0000-0000-000000000000}"/>
          </ac:spMkLst>
        </pc:spChg>
        <pc:spChg chg="mod">
          <ac:chgData name="Adriana Trujillo (She\/Her)" userId="5a41a586-66be-47fc-8d5c-e4e81f221ccb" providerId="ADAL" clId="{0D98AE76-ED3B-4BE1-B75D-AF9F6300D8DD}" dt="2026-07-13T17:18:20.911" v="9835" actId="2711"/>
          <ac:spMkLst>
            <pc:docMk/>
            <pc:sldMk cId="1459418654" sldId="264"/>
            <ac:spMk id="24" creationId="{00000000-0000-0000-0000-000000000000}"/>
          </ac:spMkLst>
        </pc:spChg>
        <pc:spChg chg="mod">
          <ac:chgData name="Adriana Trujillo (She\/Her)" userId="5a41a586-66be-47fc-8d5c-e4e81f221ccb" providerId="ADAL" clId="{0D98AE76-ED3B-4BE1-B75D-AF9F6300D8DD}" dt="2026-07-13T17:18:50.362" v="9839" actId="208"/>
          <ac:spMkLst>
            <pc:docMk/>
            <pc:sldMk cId="1459418654" sldId="264"/>
            <ac:spMk id="26" creationId="{00000000-0000-0000-0000-000000000000}"/>
          </ac:spMkLst>
        </pc:spChg>
        <pc:spChg chg="mod">
          <ac:chgData name="Adriana Trujillo (She\/Her)" userId="5a41a586-66be-47fc-8d5c-e4e81f221ccb" providerId="ADAL" clId="{0D98AE76-ED3B-4BE1-B75D-AF9F6300D8DD}" dt="2026-07-13T17:18:13.004" v="9834" actId="2711"/>
          <ac:spMkLst>
            <pc:docMk/>
            <pc:sldMk cId="1459418654" sldId="264"/>
            <ac:spMk id="27" creationId="{00000000-0000-0000-0000-000000000000}"/>
          </ac:spMkLst>
        </pc:spChg>
        <pc:spChg chg="mod">
          <ac:chgData name="Adriana Trujillo (She\/Her)" userId="5a41a586-66be-47fc-8d5c-e4e81f221ccb" providerId="ADAL" clId="{0D98AE76-ED3B-4BE1-B75D-AF9F6300D8DD}" dt="2026-07-13T17:18:20.911" v="9835" actId="2711"/>
          <ac:spMkLst>
            <pc:docMk/>
            <pc:sldMk cId="1459418654" sldId="264"/>
            <ac:spMk id="28" creationId="{00000000-0000-0000-0000-000000000000}"/>
          </ac:spMkLst>
        </pc:spChg>
        <pc:spChg chg="mod">
          <ac:chgData name="Adriana Trujillo (She\/Her)" userId="5a41a586-66be-47fc-8d5c-e4e81f221ccb" providerId="ADAL" clId="{0D98AE76-ED3B-4BE1-B75D-AF9F6300D8DD}" dt="2026-07-13T17:18:53.458" v="9840" actId="208"/>
          <ac:spMkLst>
            <pc:docMk/>
            <pc:sldMk cId="1459418654" sldId="264"/>
            <ac:spMk id="30" creationId="{00000000-0000-0000-0000-000000000000}"/>
          </ac:spMkLst>
        </pc:spChg>
        <pc:spChg chg="mod">
          <ac:chgData name="Adriana Trujillo (She\/Her)" userId="5a41a586-66be-47fc-8d5c-e4e81f221ccb" providerId="ADAL" clId="{0D98AE76-ED3B-4BE1-B75D-AF9F6300D8DD}" dt="2026-07-13T17:18:20.911" v="9835" actId="2711"/>
          <ac:spMkLst>
            <pc:docMk/>
            <pc:sldMk cId="1459418654" sldId="264"/>
            <ac:spMk id="32" creationId="{00000000-0000-0000-0000-000000000000}"/>
          </ac:spMkLst>
        </pc:spChg>
        <pc:spChg chg="mod">
          <ac:chgData name="Adriana Trujillo (She\/Her)" userId="5a41a586-66be-47fc-8d5c-e4e81f221ccb" providerId="ADAL" clId="{0D98AE76-ED3B-4BE1-B75D-AF9F6300D8DD}" dt="2026-07-13T17:19:03.262" v="9842" actId="208"/>
          <ac:spMkLst>
            <pc:docMk/>
            <pc:sldMk cId="1459418654" sldId="264"/>
            <ac:spMk id="34" creationId="{00000000-0000-0000-0000-000000000000}"/>
          </ac:spMkLst>
        </pc:spChg>
        <pc:spChg chg="mod">
          <ac:chgData name="Adriana Trujillo (She\/Her)" userId="5a41a586-66be-47fc-8d5c-e4e81f221ccb" providerId="ADAL" clId="{0D98AE76-ED3B-4BE1-B75D-AF9F6300D8DD}" dt="2026-07-13T17:35:46.702" v="10070" actId="1076"/>
          <ac:spMkLst>
            <pc:docMk/>
            <pc:sldMk cId="1459418654" sldId="264"/>
            <ac:spMk id="35" creationId="{00000000-0000-0000-0000-000000000000}"/>
          </ac:spMkLst>
        </pc:spChg>
        <pc:spChg chg="mod">
          <ac:chgData name="Adriana Trujillo (She\/Her)" userId="5a41a586-66be-47fc-8d5c-e4e81f221ccb" providerId="ADAL" clId="{0D98AE76-ED3B-4BE1-B75D-AF9F6300D8DD}" dt="2026-07-13T17:18:13.004" v="9834" actId="2711"/>
          <ac:spMkLst>
            <pc:docMk/>
            <pc:sldMk cId="1459418654" sldId="264"/>
            <ac:spMk id="38" creationId="{00000000-0000-0000-0000-000000000000}"/>
          </ac:spMkLst>
        </pc:spChg>
        <pc:spChg chg="mod">
          <ac:chgData name="Adriana Trujillo (She\/Her)" userId="5a41a586-66be-47fc-8d5c-e4e81f221ccb" providerId="ADAL" clId="{0D98AE76-ED3B-4BE1-B75D-AF9F6300D8DD}" dt="2026-07-13T17:18:13.004" v="9834" actId="2711"/>
          <ac:spMkLst>
            <pc:docMk/>
            <pc:sldMk cId="1459418654" sldId="264"/>
            <ac:spMk id="41" creationId="{00000000-0000-0000-0000-000000000000}"/>
          </ac:spMkLst>
        </pc:spChg>
        <pc:spChg chg="mod">
          <ac:chgData name="Adriana Trujillo (She\/Her)" userId="5a41a586-66be-47fc-8d5c-e4e81f221ccb" providerId="ADAL" clId="{0D98AE76-ED3B-4BE1-B75D-AF9F6300D8DD}" dt="2026-07-13T17:18:13.004" v="9834" actId="2711"/>
          <ac:spMkLst>
            <pc:docMk/>
            <pc:sldMk cId="1459418654" sldId="264"/>
            <ac:spMk id="42" creationId="{00000000-0000-0000-0000-000000000000}"/>
          </ac:spMkLst>
        </pc:spChg>
        <pc:spChg chg="mod">
          <ac:chgData name="Adriana Trujillo (She\/Her)" userId="5a41a586-66be-47fc-8d5c-e4e81f221ccb" providerId="ADAL" clId="{0D98AE76-ED3B-4BE1-B75D-AF9F6300D8DD}" dt="2026-07-13T17:18:13.004" v="9834" actId="2711"/>
          <ac:spMkLst>
            <pc:docMk/>
            <pc:sldMk cId="1459418654" sldId="264"/>
            <ac:spMk id="43" creationId="{00000000-0000-0000-0000-000000000000}"/>
          </ac:spMkLst>
        </pc:spChg>
      </pc:sldChg>
      <pc:sldChg chg="addSp delSp modSp mod">
        <pc:chgData name="Adriana Trujillo (She\/Her)" userId="5a41a586-66be-47fc-8d5c-e4e81f221ccb" providerId="ADAL" clId="{0D98AE76-ED3B-4BE1-B75D-AF9F6300D8DD}" dt="2026-07-30T13:00:19.114" v="11553" actId="20577"/>
        <pc:sldMkLst>
          <pc:docMk/>
          <pc:sldMk cId="425662150" sldId="266"/>
        </pc:sldMkLst>
        <pc:spChg chg="mod">
          <ac:chgData name="Adriana Trujillo (She\/Her)" userId="5a41a586-66be-47fc-8d5c-e4e81f221ccb" providerId="ADAL" clId="{0D98AE76-ED3B-4BE1-B75D-AF9F6300D8DD}" dt="2026-07-13T17:15:00.655" v="9801" actId="404"/>
          <ac:spMkLst>
            <pc:docMk/>
            <pc:sldMk cId="425662150" sldId="266"/>
            <ac:spMk id="2" creationId="{00000000-0000-0000-0000-000000000000}"/>
          </ac:spMkLst>
        </pc:spChg>
        <pc:spChg chg="mod">
          <ac:chgData name="Adriana Trujillo (She\/Her)" userId="5a41a586-66be-47fc-8d5c-e4e81f221ccb" providerId="ADAL" clId="{0D98AE76-ED3B-4BE1-B75D-AF9F6300D8DD}" dt="2026-07-30T13:00:19.114" v="11553" actId="20577"/>
          <ac:spMkLst>
            <pc:docMk/>
            <pc:sldMk cId="425662150" sldId="266"/>
            <ac:spMk id="3" creationId="{00000000-0000-0000-0000-000000000000}"/>
          </ac:spMkLst>
        </pc:spChg>
        <pc:spChg chg="add mod">
          <ac:chgData name="Adriana Trujillo (She\/Her)" userId="5a41a586-66be-47fc-8d5c-e4e81f221ccb" providerId="ADAL" clId="{0D98AE76-ED3B-4BE1-B75D-AF9F6300D8DD}" dt="2026-07-13T17:15:55.077" v="9811" actId="207"/>
          <ac:spMkLst>
            <pc:docMk/>
            <pc:sldMk cId="425662150" sldId="266"/>
            <ac:spMk id="5" creationId="{9CBA4903-933A-9553-5AB5-65514EB1A3A5}"/>
          </ac:spMkLst>
        </pc:spChg>
        <pc:spChg chg="mod">
          <ac:chgData name="Adriana Trujillo (She\/Her)" userId="5a41a586-66be-47fc-8d5c-e4e81f221ccb" providerId="ADAL" clId="{0D98AE76-ED3B-4BE1-B75D-AF9F6300D8DD}" dt="2026-07-13T17:16:32.051" v="9818" actId="1582"/>
          <ac:spMkLst>
            <pc:docMk/>
            <pc:sldMk cId="425662150" sldId="266"/>
            <ac:spMk id="10" creationId="{00000000-0000-0000-0000-000000000000}"/>
          </ac:spMkLst>
        </pc:spChg>
        <pc:spChg chg="mod">
          <ac:chgData name="Adriana Trujillo (She\/Her)" userId="5a41a586-66be-47fc-8d5c-e4e81f221ccb" providerId="ADAL" clId="{0D98AE76-ED3B-4BE1-B75D-AF9F6300D8DD}" dt="2026-07-13T17:15:49.063" v="9810" actId="207"/>
          <ac:spMkLst>
            <pc:docMk/>
            <pc:sldMk cId="425662150" sldId="266"/>
            <ac:spMk id="11" creationId="{00000000-0000-0000-0000-000000000000}"/>
          </ac:spMkLst>
        </pc:spChg>
        <pc:spChg chg="mod">
          <ac:chgData name="Adriana Trujillo (She\/Her)" userId="5a41a586-66be-47fc-8d5c-e4e81f221ccb" providerId="ADAL" clId="{0D98AE76-ED3B-4BE1-B75D-AF9F6300D8DD}" dt="2026-07-13T17:15:17.704" v="9803" actId="2711"/>
          <ac:spMkLst>
            <pc:docMk/>
            <pc:sldMk cId="425662150" sldId="266"/>
            <ac:spMk id="12" creationId="{00000000-0000-0000-0000-000000000000}"/>
          </ac:spMkLst>
        </pc:spChg>
        <pc:spChg chg="mod">
          <ac:chgData name="Adriana Trujillo (She\/Her)" userId="5a41a586-66be-47fc-8d5c-e4e81f221ccb" providerId="ADAL" clId="{0D98AE76-ED3B-4BE1-B75D-AF9F6300D8DD}" dt="2026-07-13T17:15:17.704" v="9803" actId="2711"/>
          <ac:spMkLst>
            <pc:docMk/>
            <pc:sldMk cId="425662150" sldId="266"/>
            <ac:spMk id="21" creationId="{00000000-0000-0000-0000-000000000000}"/>
          </ac:spMkLst>
        </pc:spChg>
        <pc:spChg chg="mod">
          <ac:chgData name="Adriana Trujillo (She\/Her)" userId="5a41a586-66be-47fc-8d5c-e4e81f221ccb" providerId="ADAL" clId="{0D98AE76-ED3B-4BE1-B75D-AF9F6300D8DD}" dt="2026-07-13T17:16:26.293" v="9816" actId="1582"/>
          <ac:spMkLst>
            <pc:docMk/>
            <pc:sldMk cId="425662150" sldId="266"/>
            <ac:spMk id="50" creationId="{00000000-0000-0000-0000-000000000000}"/>
          </ac:spMkLst>
        </pc:spChg>
        <pc:spChg chg="mod">
          <ac:chgData name="Adriana Trujillo (She\/Her)" userId="5a41a586-66be-47fc-8d5c-e4e81f221ccb" providerId="ADAL" clId="{0D98AE76-ED3B-4BE1-B75D-AF9F6300D8DD}" dt="2026-07-13T17:15:47.140" v="9809" actId="207"/>
          <ac:spMkLst>
            <pc:docMk/>
            <pc:sldMk cId="425662150" sldId="266"/>
            <ac:spMk id="51" creationId="{00000000-0000-0000-0000-000000000000}"/>
          </ac:spMkLst>
        </pc:spChg>
        <pc:spChg chg="mod">
          <ac:chgData name="Adriana Trujillo (She\/Her)" userId="5a41a586-66be-47fc-8d5c-e4e81f221ccb" providerId="ADAL" clId="{0D98AE76-ED3B-4BE1-B75D-AF9F6300D8DD}" dt="2026-07-13T17:15:17.704" v="9803" actId="2711"/>
          <ac:spMkLst>
            <pc:docMk/>
            <pc:sldMk cId="425662150" sldId="266"/>
            <ac:spMk id="52" creationId="{00000000-0000-0000-0000-000000000000}"/>
          </ac:spMkLst>
        </pc:spChg>
        <pc:spChg chg="mod">
          <ac:chgData name="Adriana Trujillo (She\/Her)" userId="5a41a586-66be-47fc-8d5c-e4e81f221ccb" providerId="ADAL" clId="{0D98AE76-ED3B-4BE1-B75D-AF9F6300D8DD}" dt="2026-07-13T17:15:17.704" v="9803" actId="2711"/>
          <ac:spMkLst>
            <pc:docMk/>
            <pc:sldMk cId="425662150" sldId="266"/>
            <ac:spMk id="53" creationId="{00000000-0000-0000-0000-000000000000}"/>
          </ac:spMkLst>
        </pc:spChg>
        <pc:spChg chg="mod">
          <ac:chgData name="Adriana Trujillo (She\/Her)" userId="5a41a586-66be-47fc-8d5c-e4e81f221ccb" providerId="ADAL" clId="{0D98AE76-ED3B-4BE1-B75D-AF9F6300D8DD}" dt="2026-07-13T17:15:34.346" v="9807" actId="2711"/>
          <ac:spMkLst>
            <pc:docMk/>
            <pc:sldMk cId="425662150" sldId="266"/>
            <ac:spMk id="61" creationId="{00000000-0000-0000-0000-000000000000}"/>
          </ac:spMkLst>
        </pc:spChg>
        <pc:spChg chg="mod">
          <ac:chgData name="Adriana Trujillo (She\/Her)" userId="5a41a586-66be-47fc-8d5c-e4e81f221ccb" providerId="ADAL" clId="{0D98AE76-ED3B-4BE1-B75D-AF9F6300D8DD}" dt="2026-07-13T17:15:17.704" v="9803" actId="2711"/>
          <ac:spMkLst>
            <pc:docMk/>
            <pc:sldMk cId="425662150" sldId="266"/>
            <ac:spMk id="70" creationId="{00000000-0000-0000-0000-000000000000}"/>
          </ac:spMkLst>
        </pc:spChg>
        <pc:spChg chg="mod">
          <ac:chgData name="Adriana Trujillo (She\/Her)" userId="5a41a586-66be-47fc-8d5c-e4e81f221ccb" providerId="ADAL" clId="{0D98AE76-ED3B-4BE1-B75D-AF9F6300D8DD}" dt="2026-07-13T17:15:31.425" v="9806" actId="2711"/>
          <ac:spMkLst>
            <pc:docMk/>
            <pc:sldMk cId="425662150" sldId="266"/>
            <ac:spMk id="71" creationId="{00000000-0000-0000-0000-000000000000}"/>
          </ac:spMkLst>
        </pc:spChg>
        <pc:spChg chg="mod">
          <ac:chgData name="Adriana Trujillo (She\/Her)" userId="5a41a586-66be-47fc-8d5c-e4e81f221ccb" providerId="ADAL" clId="{0D98AE76-ED3B-4BE1-B75D-AF9F6300D8DD}" dt="2026-07-13T17:15:17.704" v="9803" actId="2711"/>
          <ac:spMkLst>
            <pc:docMk/>
            <pc:sldMk cId="425662150" sldId="266"/>
            <ac:spMk id="72" creationId="{00000000-0000-0000-0000-000000000000}"/>
          </ac:spMkLst>
        </pc:spChg>
        <pc:spChg chg="mod">
          <ac:chgData name="Adriana Trujillo (She\/Her)" userId="5a41a586-66be-47fc-8d5c-e4e81f221ccb" providerId="ADAL" clId="{0D98AE76-ED3B-4BE1-B75D-AF9F6300D8DD}" dt="2026-07-13T17:15:38.176" v="9808" actId="2711"/>
          <ac:spMkLst>
            <pc:docMk/>
            <pc:sldMk cId="425662150" sldId="266"/>
            <ac:spMk id="91" creationId="{00000000-0000-0000-0000-000000000000}"/>
          </ac:spMkLst>
        </pc:spChg>
      </pc:sldChg>
      <pc:sldChg chg="addSp delSp modSp add mod modNotesTx">
        <pc:chgData name="Adriana Trujillo (She\/Her)" userId="5a41a586-66be-47fc-8d5c-e4e81f221ccb" providerId="ADAL" clId="{0D98AE76-ED3B-4BE1-B75D-AF9F6300D8DD}" dt="2026-08-04T10:40:51.484" v="13324" actId="113"/>
        <pc:sldMkLst>
          <pc:docMk/>
          <pc:sldMk cId="3242965" sldId="267"/>
        </pc:sldMkLst>
        <pc:spChg chg="mod">
          <ac:chgData name="Adriana Trujillo (She\/Her)" userId="5a41a586-66be-47fc-8d5c-e4e81f221ccb" providerId="ADAL" clId="{0D98AE76-ED3B-4BE1-B75D-AF9F6300D8DD}" dt="2026-07-13T16:54:04.955" v="9561" actId="404"/>
          <ac:spMkLst>
            <pc:docMk/>
            <pc:sldMk cId="3242965" sldId="267"/>
            <ac:spMk id="2" creationId="{E572DF70-0D4D-3E7F-CD9C-A0F81424796E}"/>
          </ac:spMkLst>
        </pc:spChg>
        <pc:spChg chg="add del mod">
          <ac:chgData name="Adriana Trujillo (She\/Her)" userId="5a41a586-66be-47fc-8d5c-e4e81f221ccb" providerId="ADAL" clId="{0D98AE76-ED3B-4BE1-B75D-AF9F6300D8DD}" dt="2026-08-04T10:34:45.167" v="12962" actId="1076"/>
          <ac:spMkLst>
            <pc:docMk/>
            <pc:sldMk cId="3242965" sldId="267"/>
            <ac:spMk id="5" creationId="{01EA6ED7-A0C8-B6B4-E49D-CC48FCD86A7E}"/>
          </ac:spMkLst>
        </pc:spChg>
        <pc:spChg chg="add mod">
          <ac:chgData name="Adriana Trujillo (She\/Her)" userId="5a41a586-66be-47fc-8d5c-e4e81f221ccb" providerId="ADAL" clId="{0D98AE76-ED3B-4BE1-B75D-AF9F6300D8DD}" dt="2026-08-04T10:40:08.011" v="13292" actId="14100"/>
          <ac:spMkLst>
            <pc:docMk/>
            <pc:sldMk cId="3242965" sldId="267"/>
            <ac:spMk id="7" creationId="{F2540035-0B24-7510-573D-3B6E25F4AC5A}"/>
          </ac:spMkLst>
        </pc:spChg>
        <pc:spChg chg="add del mod">
          <ac:chgData name="Adriana Trujillo (She\/Her)" userId="5a41a586-66be-47fc-8d5c-e4e81f221ccb" providerId="ADAL" clId="{0D98AE76-ED3B-4BE1-B75D-AF9F6300D8DD}" dt="2026-08-04T10:35:21.088" v="12972" actId="465"/>
          <ac:spMkLst>
            <pc:docMk/>
            <pc:sldMk cId="3242965" sldId="267"/>
            <ac:spMk id="9" creationId="{F1DF5EAD-C030-A2A2-168F-26CAD8B658C1}"/>
          </ac:spMkLst>
        </pc:spChg>
        <pc:spChg chg="add mod">
          <ac:chgData name="Adriana Trujillo (She\/Her)" userId="5a41a586-66be-47fc-8d5c-e4e81f221ccb" providerId="ADAL" clId="{0D98AE76-ED3B-4BE1-B75D-AF9F6300D8DD}" dt="2026-08-04T10:35:48.206" v="12990" actId="20577"/>
          <ac:spMkLst>
            <pc:docMk/>
            <pc:sldMk cId="3242965" sldId="267"/>
            <ac:spMk id="10" creationId="{57D53842-672D-1B4D-407F-0C211CC5F99D}"/>
          </ac:spMkLst>
        </pc:spChg>
        <pc:spChg chg="add mod">
          <ac:chgData name="Adriana Trujillo (She\/Her)" userId="5a41a586-66be-47fc-8d5c-e4e81f221ccb" providerId="ADAL" clId="{0D98AE76-ED3B-4BE1-B75D-AF9F6300D8DD}" dt="2026-08-04T10:40:08.011" v="13292" actId="14100"/>
          <ac:spMkLst>
            <pc:docMk/>
            <pc:sldMk cId="3242965" sldId="267"/>
            <ac:spMk id="11" creationId="{1E666181-087E-3BAF-182C-8BB5E859B5BB}"/>
          </ac:spMkLst>
        </pc:spChg>
        <pc:spChg chg="add del mod">
          <ac:chgData name="Adriana Trujillo (She\/Her)" userId="5a41a586-66be-47fc-8d5c-e4e81f221ccb" providerId="ADAL" clId="{0D98AE76-ED3B-4BE1-B75D-AF9F6300D8DD}" dt="2026-08-04T10:35:21.088" v="12972" actId="465"/>
          <ac:spMkLst>
            <pc:docMk/>
            <pc:sldMk cId="3242965" sldId="267"/>
            <ac:spMk id="13" creationId="{1A5A7D63-7479-02C9-476F-C7277D6EE116}"/>
          </ac:spMkLst>
        </pc:spChg>
        <pc:spChg chg="add mod">
          <ac:chgData name="Adriana Trujillo (She\/Her)" userId="5a41a586-66be-47fc-8d5c-e4e81f221ccb" providerId="ADAL" clId="{0D98AE76-ED3B-4BE1-B75D-AF9F6300D8DD}" dt="2026-08-04T10:40:51.484" v="13324" actId="113"/>
          <ac:spMkLst>
            <pc:docMk/>
            <pc:sldMk cId="3242965" sldId="267"/>
            <ac:spMk id="14" creationId="{B64ED6F0-8F3E-0B32-ACE4-75696BA210CF}"/>
          </ac:spMkLst>
        </pc:spChg>
        <pc:spChg chg="add mod">
          <ac:chgData name="Adriana Trujillo (She\/Her)" userId="5a41a586-66be-47fc-8d5c-e4e81f221ccb" providerId="ADAL" clId="{0D98AE76-ED3B-4BE1-B75D-AF9F6300D8DD}" dt="2026-08-04T10:40:08.011" v="13292" actId="14100"/>
          <ac:spMkLst>
            <pc:docMk/>
            <pc:sldMk cId="3242965" sldId="267"/>
            <ac:spMk id="15" creationId="{7A0B83A1-0F49-E090-1EBB-B69603955F7A}"/>
          </ac:spMkLst>
        </pc:spChg>
        <pc:spChg chg="add del mod">
          <ac:chgData name="Adriana Trujillo (She\/Her)" userId="5a41a586-66be-47fc-8d5c-e4e81f221ccb" providerId="ADAL" clId="{0D98AE76-ED3B-4BE1-B75D-AF9F6300D8DD}" dt="2026-08-04T10:34:46.601" v="12965"/>
          <ac:spMkLst>
            <pc:docMk/>
            <pc:sldMk cId="3242965" sldId="267"/>
            <ac:spMk id="18" creationId="{8B896294-6486-AA14-2B6C-8CE88EBFF161}"/>
          </ac:spMkLst>
        </pc:spChg>
        <pc:spChg chg="add mod">
          <ac:chgData name="Adriana Trujillo (She\/Her)" userId="5a41a586-66be-47fc-8d5c-e4e81f221ccb" providerId="ADAL" clId="{0D98AE76-ED3B-4BE1-B75D-AF9F6300D8DD}" dt="2026-07-13T16:48:58.761" v="9440" actId="207"/>
          <ac:spMkLst>
            <pc:docMk/>
            <pc:sldMk cId="3242965" sldId="267"/>
            <ac:spMk id="33" creationId="{7A668968-D806-98BE-672F-E12AC6F1AF4E}"/>
          </ac:spMkLst>
        </pc:spChg>
        <pc:spChg chg="add del mod">
          <ac:chgData name="Adriana Trujillo (She\/Her)" userId="5a41a586-66be-47fc-8d5c-e4e81f221ccb" providerId="ADAL" clId="{0D98AE76-ED3B-4BE1-B75D-AF9F6300D8DD}" dt="2026-07-13T16:48:51.125" v="9427" actId="478"/>
          <ac:spMkLst>
            <pc:docMk/>
            <pc:sldMk cId="3242965" sldId="267"/>
            <ac:spMk id="35" creationId="{D96D8A80-0400-8224-A00B-41AE65EEACF2}"/>
          </ac:spMkLst>
        </pc:spChg>
        <pc:spChg chg="mod">
          <ac:chgData name="Adriana Trujillo (She\/Her)" userId="5a41a586-66be-47fc-8d5c-e4e81f221ccb" providerId="ADAL" clId="{0D98AE76-ED3B-4BE1-B75D-AF9F6300D8DD}" dt="2026-07-13T16:04:51.508" v="9016" actId="20577"/>
          <ac:spMkLst>
            <pc:docMk/>
            <pc:sldMk cId="3242965" sldId="267"/>
            <ac:spMk id="59" creationId="{2C72AAA6-BF44-2CDA-BBCC-03EBD678FCCC}"/>
          </ac:spMkLst>
        </pc:spChg>
        <pc:picChg chg="add mod">
          <ac:chgData name="Adriana Trujillo (She\/Her)" userId="5a41a586-66be-47fc-8d5c-e4e81f221ccb" providerId="ADAL" clId="{0D98AE76-ED3B-4BE1-B75D-AF9F6300D8DD}" dt="2026-08-04T10:35:35.315" v="12975" actId="1076"/>
          <ac:picMkLst>
            <pc:docMk/>
            <pc:sldMk cId="3242965" sldId="267"/>
            <ac:picMk id="17" creationId="{EE58AEA2-B66B-FCE6-705B-22C755E995D3}"/>
          </ac:picMkLst>
        </pc:picChg>
        <pc:picChg chg="add mod">
          <ac:chgData name="Adriana Trujillo (She\/Her)" userId="5a41a586-66be-47fc-8d5c-e4e81f221ccb" providerId="ADAL" clId="{0D98AE76-ED3B-4BE1-B75D-AF9F6300D8DD}" dt="2026-08-04T10:35:35.315" v="12975" actId="1076"/>
          <ac:picMkLst>
            <pc:docMk/>
            <pc:sldMk cId="3242965" sldId="267"/>
            <ac:picMk id="27" creationId="{12FD31AE-AD9D-187B-5782-D1577E36BC41}"/>
          </ac:picMkLst>
        </pc:picChg>
        <pc:picChg chg="add mod">
          <ac:chgData name="Adriana Trujillo (She\/Her)" userId="5a41a586-66be-47fc-8d5c-e4e81f221ccb" providerId="ADAL" clId="{0D98AE76-ED3B-4BE1-B75D-AF9F6300D8DD}" dt="2026-08-04T10:35:35.315" v="12975" actId="1076"/>
          <ac:picMkLst>
            <pc:docMk/>
            <pc:sldMk cId="3242965" sldId="267"/>
            <ac:picMk id="29" creationId="{3EFCBF2A-0FF0-4EA8-0E0A-68037275E802}"/>
          </ac:picMkLst>
        </pc:picChg>
        <pc:picChg chg="add mod">
          <ac:chgData name="Adriana Trujillo (She\/Her)" userId="5a41a586-66be-47fc-8d5c-e4e81f221ccb" providerId="ADAL" clId="{0D98AE76-ED3B-4BE1-B75D-AF9F6300D8DD}" dt="2026-08-04T10:35:35.315" v="12975" actId="1076"/>
          <ac:picMkLst>
            <pc:docMk/>
            <pc:sldMk cId="3242965" sldId="267"/>
            <ac:picMk id="31" creationId="{192155FE-45D3-4CC8-D578-5E5FA0760D18}"/>
          </ac:picMkLst>
        </pc:picChg>
        <pc:cxnChg chg="add mod">
          <ac:chgData name="Adriana Trujillo (She\/Her)" userId="5a41a586-66be-47fc-8d5c-e4e81f221ccb" providerId="ADAL" clId="{0D98AE76-ED3B-4BE1-B75D-AF9F6300D8DD}" dt="2026-08-04T10:32:09.299" v="12901" actId="14100"/>
          <ac:cxnSpMkLst>
            <pc:docMk/>
            <pc:sldMk cId="3242965" sldId="267"/>
            <ac:cxnSpMk id="38" creationId="{D062BB76-1978-6D79-69A4-C82F568EC953}"/>
          </ac:cxnSpMkLst>
        </pc:cxnChg>
        <pc:cxnChg chg="add mod">
          <ac:chgData name="Adriana Trujillo (She\/Her)" userId="5a41a586-66be-47fc-8d5c-e4e81f221ccb" providerId="ADAL" clId="{0D98AE76-ED3B-4BE1-B75D-AF9F6300D8DD}" dt="2026-07-13T15:56:31.562" v="8833" actId="208"/>
          <ac:cxnSpMkLst>
            <pc:docMk/>
            <pc:sldMk cId="3242965" sldId="267"/>
            <ac:cxnSpMk id="42" creationId="{03551BC4-5EC9-5B6D-1B22-755BC4199D89}"/>
          </ac:cxnSpMkLst>
        </pc:cxnChg>
      </pc:sldChg>
      <pc:sldChg chg="modSp del mod">
        <pc:chgData name="Adriana Trujillo (She\/Her)" userId="5a41a586-66be-47fc-8d5c-e4e81f221ccb" providerId="ADAL" clId="{0D98AE76-ED3B-4BE1-B75D-AF9F6300D8DD}" dt="2026-08-04T10:10:55.461" v="12250" actId="47"/>
        <pc:sldMkLst>
          <pc:docMk/>
          <pc:sldMk cId="2055539729" sldId="270"/>
        </pc:sldMkLst>
      </pc:sldChg>
      <pc:sldChg chg="modSp del mod">
        <pc:chgData name="Adriana Trujillo (She\/Her)" userId="5a41a586-66be-47fc-8d5c-e4e81f221ccb" providerId="ADAL" clId="{0D98AE76-ED3B-4BE1-B75D-AF9F6300D8DD}" dt="2026-08-04T10:10:52.957" v="12249" actId="47"/>
        <pc:sldMkLst>
          <pc:docMk/>
          <pc:sldMk cId="3851013012" sldId="271"/>
        </pc:sldMkLst>
      </pc:sldChg>
      <pc:sldChg chg="modSp mod">
        <pc:chgData name="Adriana Trujillo (She\/Her)" userId="5a41a586-66be-47fc-8d5c-e4e81f221ccb" providerId="ADAL" clId="{0D98AE76-ED3B-4BE1-B75D-AF9F6300D8DD}" dt="2026-07-30T12:46:06.267" v="11530" actId="313"/>
        <pc:sldMkLst>
          <pc:docMk/>
          <pc:sldMk cId="3179410018" sldId="272"/>
        </pc:sldMkLst>
        <pc:spChg chg="mod">
          <ac:chgData name="Adriana Trujillo (She\/Her)" userId="5a41a586-66be-47fc-8d5c-e4e81f221ccb" providerId="ADAL" clId="{0D98AE76-ED3B-4BE1-B75D-AF9F6300D8DD}" dt="2026-07-30T10:49:48.517" v="10625" actId="313"/>
          <ac:spMkLst>
            <pc:docMk/>
            <pc:sldMk cId="3179410018" sldId="272"/>
            <ac:spMk id="5" creationId="{F6D3E134-34AB-51E1-F213-F43E9E1F1C22}"/>
          </ac:spMkLst>
        </pc:spChg>
        <pc:spChg chg="mod">
          <ac:chgData name="Adriana Trujillo (She\/Her)" userId="5a41a586-66be-47fc-8d5c-e4e81f221ccb" providerId="ADAL" clId="{0D98AE76-ED3B-4BE1-B75D-AF9F6300D8DD}" dt="2026-07-30T12:46:06.267" v="11530" actId="313"/>
          <ac:spMkLst>
            <pc:docMk/>
            <pc:sldMk cId="3179410018" sldId="272"/>
            <ac:spMk id="302" creationId="{6E972CE7-0E8A-15DE-96BC-B036B34C00C2}"/>
          </ac:spMkLst>
        </pc:spChg>
        <pc:spChg chg="mod">
          <ac:chgData name="Adriana Trujillo (She\/Her)" userId="5a41a586-66be-47fc-8d5c-e4e81f221ccb" providerId="ADAL" clId="{0D98AE76-ED3B-4BE1-B75D-AF9F6300D8DD}" dt="2026-07-30T12:42:38.298" v="11323" actId="313"/>
          <ac:spMkLst>
            <pc:docMk/>
            <pc:sldMk cId="3179410018" sldId="272"/>
            <ac:spMk id="305" creationId="{348FD2E4-F68A-1FAF-1BF2-749D59F91D48}"/>
          </ac:spMkLst>
        </pc:spChg>
      </pc:sldChg>
      <pc:sldChg chg="modSp mod">
        <pc:chgData name="Adriana Trujillo (She\/Her)" userId="5a41a586-66be-47fc-8d5c-e4e81f221ccb" providerId="ADAL" clId="{0D98AE76-ED3B-4BE1-B75D-AF9F6300D8DD}" dt="2026-07-30T12:46:07.408" v="11531" actId="313"/>
        <pc:sldMkLst>
          <pc:docMk/>
          <pc:sldMk cId="1539213000" sldId="273"/>
        </pc:sldMkLst>
        <pc:spChg chg="mod">
          <ac:chgData name="Adriana Trujillo (She\/Her)" userId="5a41a586-66be-47fc-8d5c-e4e81f221ccb" providerId="ADAL" clId="{0D98AE76-ED3B-4BE1-B75D-AF9F6300D8DD}" dt="2026-07-30T10:49:50.042" v="10626" actId="313"/>
          <ac:spMkLst>
            <pc:docMk/>
            <pc:sldMk cId="1539213000" sldId="273"/>
            <ac:spMk id="5" creationId="{5F72DFA2-5F41-5E7E-F73F-4DBE414A9814}"/>
          </ac:spMkLst>
        </pc:spChg>
        <pc:spChg chg="mod">
          <ac:chgData name="Adriana Trujillo (She\/Her)" userId="5a41a586-66be-47fc-8d5c-e4e81f221ccb" providerId="ADAL" clId="{0D98AE76-ED3B-4BE1-B75D-AF9F6300D8DD}" dt="2026-07-30T12:46:07.408" v="11531" actId="313"/>
          <ac:spMkLst>
            <pc:docMk/>
            <pc:sldMk cId="1539213000" sldId="273"/>
            <ac:spMk id="302" creationId="{89E0A90A-E8A3-42D5-13E9-92153F69D80E}"/>
          </ac:spMkLst>
        </pc:spChg>
        <pc:spChg chg="mod">
          <ac:chgData name="Adriana Trujillo (She\/Her)" userId="5a41a586-66be-47fc-8d5c-e4e81f221ccb" providerId="ADAL" clId="{0D98AE76-ED3B-4BE1-B75D-AF9F6300D8DD}" dt="2026-07-30T12:43:41.512" v="11348" actId="313"/>
          <ac:spMkLst>
            <pc:docMk/>
            <pc:sldMk cId="1539213000" sldId="273"/>
            <ac:spMk id="305" creationId="{884F66F1-D696-C365-C10C-50B144EFFC6D}"/>
          </ac:spMkLst>
        </pc:spChg>
      </pc:sldChg>
      <pc:sldChg chg="modSp add del mod">
        <pc:chgData name="Adriana Trujillo (She\/Her)" userId="5a41a586-66be-47fc-8d5c-e4e81f221ccb" providerId="ADAL" clId="{0D98AE76-ED3B-4BE1-B75D-AF9F6300D8DD}" dt="2026-08-04T10:10:40.656" v="12246" actId="47"/>
        <pc:sldMkLst>
          <pc:docMk/>
          <pc:sldMk cId="1049066273" sldId="275"/>
        </pc:sldMkLst>
      </pc:sldChg>
      <pc:sldChg chg="modSp mod">
        <pc:chgData name="Adriana Trujillo (She\/Her)" userId="5a41a586-66be-47fc-8d5c-e4e81f221ccb" providerId="ADAL" clId="{0D98AE76-ED3B-4BE1-B75D-AF9F6300D8DD}" dt="2026-07-30T12:45:54.155" v="11529" actId="20577"/>
        <pc:sldMkLst>
          <pc:docMk/>
          <pc:sldMk cId="398288225" sldId="277"/>
        </pc:sldMkLst>
        <pc:spChg chg="mod">
          <ac:chgData name="Adriana Trujillo (She\/Her)" userId="5a41a586-66be-47fc-8d5c-e4e81f221ccb" providerId="ADAL" clId="{0D98AE76-ED3B-4BE1-B75D-AF9F6300D8DD}" dt="2026-07-30T10:49:47.033" v="10624" actId="313"/>
          <ac:spMkLst>
            <pc:docMk/>
            <pc:sldMk cId="398288225" sldId="277"/>
            <ac:spMk id="5" creationId="{9C7B4A4B-C8D0-F0E2-10E7-3ED76542E4C1}"/>
          </ac:spMkLst>
        </pc:spChg>
        <pc:spChg chg="mod">
          <ac:chgData name="Adriana Trujillo (She\/Her)" userId="5a41a586-66be-47fc-8d5c-e4e81f221ccb" providerId="ADAL" clId="{0D98AE76-ED3B-4BE1-B75D-AF9F6300D8DD}" dt="2026-07-30T12:45:54.155" v="11529" actId="20577"/>
          <ac:spMkLst>
            <pc:docMk/>
            <pc:sldMk cId="398288225" sldId="277"/>
            <ac:spMk id="302" creationId="{A8E9100F-F07C-096E-EF02-2B42785FB0BA}"/>
          </ac:spMkLst>
        </pc:spChg>
        <pc:spChg chg="mod">
          <ac:chgData name="Adriana Trujillo (She\/Her)" userId="5a41a586-66be-47fc-8d5c-e4e81f221ccb" providerId="ADAL" clId="{0D98AE76-ED3B-4BE1-B75D-AF9F6300D8DD}" dt="2026-07-30T12:42:36.340" v="11322" actId="313"/>
          <ac:spMkLst>
            <pc:docMk/>
            <pc:sldMk cId="398288225" sldId="277"/>
            <ac:spMk id="305" creationId="{27BF3D5E-17C8-9ED8-14B0-40EEDE2BE89E}"/>
          </ac:spMkLst>
        </pc:spChg>
      </pc:sldChg>
      <pc:sldChg chg="ord">
        <pc:chgData name="Adriana Trujillo (She\/Her)" userId="5a41a586-66be-47fc-8d5c-e4e81f221ccb" providerId="ADAL" clId="{0D98AE76-ED3B-4BE1-B75D-AF9F6300D8DD}" dt="2026-07-30T15:20:28.623" v="12046"/>
        <pc:sldMkLst>
          <pc:docMk/>
          <pc:sldMk cId="3094418574" sldId="280"/>
        </pc:sldMkLst>
      </pc:sldChg>
      <pc:sldChg chg="addSp delSp modSp mod">
        <pc:chgData name="Adriana Trujillo (She\/Her)" userId="5a41a586-66be-47fc-8d5c-e4e81f221ccb" providerId="ADAL" clId="{0D98AE76-ED3B-4BE1-B75D-AF9F6300D8DD}" dt="2026-07-13T17:32:25.265" v="10044" actId="2711"/>
        <pc:sldMkLst>
          <pc:docMk/>
          <pc:sldMk cId="471527113" sldId="281"/>
        </pc:sldMkLst>
        <pc:spChg chg="add mod">
          <ac:chgData name="Adriana Trujillo (She\/Her)" userId="5a41a586-66be-47fc-8d5c-e4e81f221ccb" providerId="ADAL" clId="{0D98AE76-ED3B-4BE1-B75D-AF9F6300D8DD}" dt="2026-07-13T17:30:15.717" v="10016" actId="14861"/>
          <ac:spMkLst>
            <pc:docMk/>
            <pc:sldMk cId="471527113" sldId="281"/>
            <ac:spMk id="6" creationId="{A0FD03AA-A156-69E9-BFAC-919FF1A91CB8}"/>
          </ac:spMkLst>
        </pc:spChg>
        <pc:spChg chg="mod">
          <ac:chgData name="Adriana Trujillo (She\/Her)" userId="5a41a586-66be-47fc-8d5c-e4e81f221ccb" providerId="ADAL" clId="{0D98AE76-ED3B-4BE1-B75D-AF9F6300D8DD}" dt="2026-07-13T17:29:24.486" v="10000" actId="2711"/>
          <ac:spMkLst>
            <pc:docMk/>
            <pc:sldMk cId="471527113" sldId="281"/>
            <ac:spMk id="32" creationId="{2591F088-F629-3AA2-6799-F4B1D2CE04B0}"/>
          </ac:spMkLst>
        </pc:spChg>
        <pc:spChg chg="mod">
          <ac:chgData name="Adriana Trujillo (She\/Her)" userId="5a41a586-66be-47fc-8d5c-e4e81f221ccb" providerId="ADAL" clId="{0D98AE76-ED3B-4BE1-B75D-AF9F6300D8DD}" dt="2026-07-13T17:29:30.585" v="10003" actId="2711"/>
          <ac:spMkLst>
            <pc:docMk/>
            <pc:sldMk cId="471527113" sldId="281"/>
            <ac:spMk id="34" creationId="{121F883B-AA24-3556-6522-4A496E5FC88F}"/>
          </ac:spMkLst>
        </pc:spChg>
        <pc:spChg chg="mod">
          <ac:chgData name="Adriana Trujillo (She\/Her)" userId="5a41a586-66be-47fc-8d5c-e4e81f221ccb" providerId="ADAL" clId="{0D98AE76-ED3B-4BE1-B75D-AF9F6300D8DD}" dt="2026-07-13T17:32:15.122" v="10041" actId="403"/>
          <ac:spMkLst>
            <pc:docMk/>
            <pc:sldMk cId="471527113" sldId="281"/>
            <ac:spMk id="35" creationId="{38E7557B-99FE-E2BC-543A-C0E15E223940}"/>
          </ac:spMkLst>
        </pc:spChg>
        <pc:spChg chg="mod">
          <ac:chgData name="Adriana Trujillo (She\/Her)" userId="5a41a586-66be-47fc-8d5c-e4e81f221ccb" providerId="ADAL" clId="{0D98AE76-ED3B-4BE1-B75D-AF9F6300D8DD}" dt="2026-07-13T17:29:55.157" v="10010" actId="403"/>
          <ac:spMkLst>
            <pc:docMk/>
            <pc:sldMk cId="471527113" sldId="281"/>
            <ac:spMk id="53" creationId="{EF6606C6-2384-268B-731E-3AED3F557238}"/>
          </ac:spMkLst>
        </pc:spChg>
        <pc:spChg chg="mod">
          <ac:chgData name="Adriana Trujillo (She\/Her)" userId="5a41a586-66be-47fc-8d5c-e4e81f221ccb" providerId="ADAL" clId="{0D98AE76-ED3B-4BE1-B75D-AF9F6300D8DD}" dt="2026-07-13T17:29:58.168" v="10011" actId="1076"/>
          <ac:spMkLst>
            <pc:docMk/>
            <pc:sldMk cId="471527113" sldId="281"/>
            <ac:spMk id="60" creationId="{76335FE4-70F6-B91A-827B-B73DDAB89CB2}"/>
          </ac:spMkLst>
        </pc:spChg>
        <pc:spChg chg="mod">
          <ac:chgData name="Adriana Trujillo (She\/Her)" userId="5a41a586-66be-47fc-8d5c-e4e81f221ccb" providerId="ADAL" clId="{0D98AE76-ED3B-4BE1-B75D-AF9F6300D8DD}" dt="2026-07-13T17:29:24.486" v="10000" actId="2711"/>
          <ac:spMkLst>
            <pc:docMk/>
            <pc:sldMk cId="471527113" sldId="281"/>
            <ac:spMk id="96" creationId="{A9B0C047-F1F8-47B8-95E4-94E3862558F8}"/>
          </ac:spMkLst>
        </pc:spChg>
        <pc:spChg chg="mod">
          <ac:chgData name="Adriana Trujillo (She\/Her)" userId="5a41a586-66be-47fc-8d5c-e4e81f221ccb" providerId="ADAL" clId="{0D98AE76-ED3B-4BE1-B75D-AF9F6300D8DD}" dt="2026-07-13T17:32:25.265" v="10044" actId="2711"/>
          <ac:spMkLst>
            <pc:docMk/>
            <pc:sldMk cId="471527113" sldId="281"/>
            <ac:spMk id="97" creationId="{BB1C5FC0-CBB5-0FB5-B788-1E6761114AEE}"/>
          </ac:spMkLst>
        </pc:spChg>
        <pc:spChg chg="mod">
          <ac:chgData name="Adriana Trujillo (She\/Her)" userId="5a41a586-66be-47fc-8d5c-e4e81f221ccb" providerId="ADAL" clId="{0D98AE76-ED3B-4BE1-B75D-AF9F6300D8DD}" dt="2026-07-13T17:29:30.585" v="10003" actId="2711"/>
          <ac:spMkLst>
            <pc:docMk/>
            <pc:sldMk cId="471527113" sldId="281"/>
            <ac:spMk id="101" creationId="{45E34059-9BB1-45E5-44D4-DF0E0492D2E9}"/>
          </ac:spMkLst>
        </pc:spChg>
        <pc:spChg chg="mod">
          <ac:chgData name="Adriana Trujillo (She\/Her)" userId="5a41a586-66be-47fc-8d5c-e4e81f221ccb" providerId="ADAL" clId="{0D98AE76-ED3B-4BE1-B75D-AF9F6300D8DD}" dt="2026-07-13T17:29:31.850" v="10004" actId="2711"/>
          <ac:spMkLst>
            <pc:docMk/>
            <pc:sldMk cId="471527113" sldId="281"/>
            <ac:spMk id="107" creationId="{CBE58DC6-0234-2828-3E33-3C53ACD429E7}"/>
          </ac:spMkLst>
        </pc:spChg>
        <pc:spChg chg="mod">
          <ac:chgData name="Adriana Trujillo (She\/Her)" userId="5a41a586-66be-47fc-8d5c-e4e81f221ccb" providerId="ADAL" clId="{0D98AE76-ED3B-4BE1-B75D-AF9F6300D8DD}" dt="2026-07-13T17:32:15.122" v="10041" actId="403"/>
          <ac:spMkLst>
            <pc:docMk/>
            <pc:sldMk cId="471527113" sldId="281"/>
            <ac:spMk id="109" creationId="{3091D04F-17A0-1906-989A-7330191738A8}"/>
          </ac:spMkLst>
        </pc:spChg>
        <pc:spChg chg="mod">
          <ac:chgData name="Adriana Trujillo (She\/Her)" userId="5a41a586-66be-47fc-8d5c-e4e81f221ccb" providerId="ADAL" clId="{0D98AE76-ED3B-4BE1-B75D-AF9F6300D8DD}" dt="2026-07-13T17:29:31.850" v="10004" actId="2711"/>
          <ac:spMkLst>
            <pc:docMk/>
            <pc:sldMk cId="471527113" sldId="281"/>
            <ac:spMk id="111" creationId="{E7B3C5AC-C194-4F53-9162-3E7902C55F55}"/>
          </ac:spMkLst>
        </pc:spChg>
        <pc:spChg chg="mod">
          <ac:chgData name="Adriana Trujillo (She\/Her)" userId="5a41a586-66be-47fc-8d5c-e4e81f221ccb" providerId="ADAL" clId="{0D98AE76-ED3B-4BE1-B75D-AF9F6300D8DD}" dt="2026-07-13T17:29:30.585" v="10003" actId="2711"/>
          <ac:spMkLst>
            <pc:docMk/>
            <pc:sldMk cId="471527113" sldId="281"/>
            <ac:spMk id="118" creationId="{C7074F96-F44F-D2CE-2DDD-AF8454D17759}"/>
          </ac:spMkLst>
        </pc:spChg>
        <pc:spChg chg="mod">
          <ac:chgData name="Adriana Trujillo (She\/Her)" userId="5a41a586-66be-47fc-8d5c-e4e81f221ccb" providerId="ADAL" clId="{0D98AE76-ED3B-4BE1-B75D-AF9F6300D8DD}" dt="2026-07-13T17:32:15.122" v="10041" actId="403"/>
          <ac:spMkLst>
            <pc:docMk/>
            <pc:sldMk cId="471527113" sldId="281"/>
            <ac:spMk id="119" creationId="{C1948720-92D3-B346-F7CE-79B666BA019E}"/>
          </ac:spMkLst>
        </pc:spChg>
        <pc:spChg chg="mod">
          <ac:chgData name="Adriana Trujillo (She\/Her)" userId="5a41a586-66be-47fc-8d5c-e4e81f221ccb" providerId="ADAL" clId="{0D98AE76-ED3B-4BE1-B75D-AF9F6300D8DD}" dt="2026-07-13T17:29:31.850" v="10004" actId="2711"/>
          <ac:spMkLst>
            <pc:docMk/>
            <pc:sldMk cId="471527113" sldId="281"/>
            <ac:spMk id="120" creationId="{C7E9EE0D-5B65-F9F2-E526-8E018FFA4E63}"/>
          </ac:spMkLst>
        </pc:spChg>
        <pc:spChg chg="mod">
          <ac:chgData name="Adriana Trujillo (She\/Her)" userId="5a41a586-66be-47fc-8d5c-e4e81f221ccb" providerId="ADAL" clId="{0D98AE76-ED3B-4BE1-B75D-AF9F6300D8DD}" dt="2026-07-13T17:29:24.486" v="10000" actId="2711"/>
          <ac:spMkLst>
            <pc:docMk/>
            <pc:sldMk cId="471527113" sldId="281"/>
            <ac:spMk id="125" creationId="{0586760E-BF8D-079A-0653-7AB65EF059EF}"/>
          </ac:spMkLst>
        </pc:spChg>
        <pc:spChg chg="mod">
          <ac:chgData name="Adriana Trujillo (She\/Her)" userId="5a41a586-66be-47fc-8d5c-e4e81f221ccb" providerId="ADAL" clId="{0D98AE76-ED3B-4BE1-B75D-AF9F6300D8DD}" dt="2026-07-13T17:29:24.486" v="10000" actId="2711"/>
          <ac:spMkLst>
            <pc:docMk/>
            <pc:sldMk cId="471527113" sldId="281"/>
            <ac:spMk id="126" creationId="{7A29C68F-E228-041A-E9B5-3EEF21413C8F}"/>
          </ac:spMkLst>
        </pc:spChg>
        <pc:spChg chg="mod">
          <ac:chgData name="Adriana Trujillo (She\/Her)" userId="5a41a586-66be-47fc-8d5c-e4e81f221ccb" providerId="ADAL" clId="{0D98AE76-ED3B-4BE1-B75D-AF9F6300D8DD}" dt="2026-07-13T17:29:31.850" v="10004" actId="2711"/>
          <ac:spMkLst>
            <pc:docMk/>
            <pc:sldMk cId="471527113" sldId="281"/>
            <ac:spMk id="127" creationId="{B95454C6-4AAF-B3E4-3E3B-F99F1CD19D9B}"/>
          </ac:spMkLst>
        </pc:spChg>
        <pc:spChg chg="mod">
          <ac:chgData name="Adriana Trujillo (She\/Her)" userId="5a41a586-66be-47fc-8d5c-e4e81f221ccb" providerId="ADAL" clId="{0D98AE76-ED3B-4BE1-B75D-AF9F6300D8DD}" dt="2026-07-13T17:32:17.111" v="10043" actId="1076"/>
          <ac:spMkLst>
            <pc:docMk/>
            <pc:sldMk cId="471527113" sldId="281"/>
            <ac:spMk id="128" creationId="{87117CBE-F72B-C32C-46FF-F85159140468}"/>
          </ac:spMkLst>
        </pc:spChg>
        <pc:spChg chg="mod">
          <ac:chgData name="Adriana Trujillo (She\/Her)" userId="5a41a586-66be-47fc-8d5c-e4e81f221ccb" providerId="ADAL" clId="{0D98AE76-ED3B-4BE1-B75D-AF9F6300D8DD}" dt="2026-07-13T17:29:31.850" v="10004" actId="2711"/>
          <ac:spMkLst>
            <pc:docMk/>
            <pc:sldMk cId="471527113" sldId="281"/>
            <ac:spMk id="129" creationId="{ACE79F74-2E46-E037-2B9A-082E917E1F72}"/>
          </ac:spMkLst>
        </pc:spChg>
        <pc:spChg chg="mod">
          <ac:chgData name="Adriana Trujillo (She\/Her)" userId="5a41a586-66be-47fc-8d5c-e4e81f221ccb" providerId="ADAL" clId="{0D98AE76-ED3B-4BE1-B75D-AF9F6300D8DD}" dt="2026-07-13T17:29:24.486" v="10000" actId="2711"/>
          <ac:spMkLst>
            <pc:docMk/>
            <pc:sldMk cId="471527113" sldId="281"/>
            <ac:spMk id="147" creationId="{BF42B893-2036-8EC1-8F4F-CB7E0C522A4D}"/>
          </ac:spMkLst>
        </pc:spChg>
        <pc:spChg chg="mod">
          <ac:chgData name="Adriana Trujillo (She\/Her)" userId="5a41a586-66be-47fc-8d5c-e4e81f221ccb" providerId="ADAL" clId="{0D98AE76-ED3B-4BE1-B75D-AF9F6300D8DD}" dt="2026-07-13T17:29:39.229" v="10006" actId="2711"/>
          <ac:spMkLst>
            <pc:docMk/>
            <pc:sldMk cId="471527113" sldId="281"/>
            <ac:spMk id="151" creationId="{21E27EAC-7AB5-2524-FA9A-93AB0FA4AAA3}"/>
          </ac:spMkLst>
        </pc:spChg>
        <pc:spChg chg="mod">
          <ac:chgData name="Adriana Trujillo (She\/Her)" userId="5a41a586-66be-47fc-8d5c-e4e81f221ccb" providerId="ADAL" clId="{0D98AE76-ED3B-4BE1-B75D-AF9F6300D8DD}" dt="2026-07-13T17:29:34.365" v="10005" actId="14100"/>
          <ac:spMkLst>
            <pc:docMk/>
            <pc:sldMk cId="471527113" sldId="281"/>
            <ac:spMk id="153" creationId="{EFC9C0DE-FCC7-CE42-D750-52CC724ED609}"/>
          </ac:spMkLst>
        </pc:spChg>
      </pc:sldChg>
      <pc:sldChg chg="addSp delSp modSp mod">
        <pc:chgData name="Adriana Trujillo (She\/Her)" userId="5a41a586-66be-47fc-8d5c-e4e81f221ccb" providerId="ADAL" clId="{0D98AE76-ED3B-4BE1-B75D-AF9F6300D8DD}" dt="2026-07-30T12:36:44.970" v="11111" actId="20577"/>
        <pc:sldMkLst>
          <pc:docMk/>
          <pc:sldMk cId="0" sldId="283"/>
        </pc:sldMkLst>
        <pc:spChg chg="add mod">
          <ac:chgData name="Adriana Trujillo (She\/Her)" userId="5a41a586-66be-47fc-8d5c-e4e81f221ccb" providerId="ADAL" clId="{0D98AE76-ED3B-4BE1-B75D-AF9F6300D8DD}" dt="2026-07-13T16:44:34.114" v="9384" actId="14861"/>
          <ac:spMkLst>
            <pc:docMk/>
            <pc:sldMk cId="0" sldId="283"/>
            <ac:spMk id="4" creationId="{2C37E07F-DFA2-5B22-432B-9A515BE9E521}"/>
          </ac:spMkLst>
        </pc:spChg>
        <pc:spChg chg="mod">
          <ac:chgData name="Adriana Trujillo (She\/Her)" userId="5a41a586-66be-47fc-8d5c-e4e81f221ccb" providerId="ADAL" clId="{0D98AE76-ED3B-4BE1-B75D-AF9F6300D8DD}" dt="2026-07-13T16:42:12.927" v="9365" actId="2711"/>
          <ac:spMkLst>
            <pc:docMk/>
            <pc:sldMk cId="0" sldId="283"/>
            <ac:spMk id="7" creationId="{00000000-0000-0000-0000-000000000000}"/>
          </ac:spMkLst>
        </pc:spChg>
        <pc:spChg chg="mod">
          <ac:chgData name="Adriana Trujillo (She\/Her)" userId="5a41a586-66be-47fc-8d5c-e4e81f221ccb" providerId="ADAL" clId="{0D98AE76-ED3B-4BE1-B75D-AF9F6300D8DD}" dt="2026-07-30T12:35:39.321" v="11065" actId="20577"/>
          <ac:spMkLst>
            <pc:docMk/>
            <pc:sldMk cId="0" sldId="283"/>
            <ac:spMk id="9" creationId="{00000000-0000-0000-0000-000000000000}"/>
          </ac:spMkLst>
        </pc:spChg>
        <pc:spChg chg="mod">
          <ac:chgData name="Adriana Trujillo (She\/Her)" userId="5a41a586-66be-47fc-8d5c-e4e81f221ccb" providerId="ADAL" clId="{0D98AE76-ED3B-4BE1-B75D-AF9F6300D8DD}" dt="2026-07-30T12:36:28.405" v="11083" actId="20577"/>
          <ac:spMkLst>
            <pc:docMk/>
            <pc:sldMk cId="0" sldId="283"/>
            <ac:spMk id="10" creationId="{00000000-0000-0000-0000-000000000000}"/>
          </ac:spMkLst>
        </pc:spChg>
        <pc:spChg chg="mod">
          <ac:chgData name="Adriana Trujillo (She\/Her)" userId="5a41a586-66be-47fc-8d5c-e4e81f221ccb" providerId="ADAL" clId="{0D98AE76-ED3B-4BE1-B75D-AF9F6300D8DD}" dt="2026-07-13T16:42:49.348" v="9374" actId="403"/>
          <ac:spMkLst>
            <pc:docMk/>
            <pc:sldMk cId="0" sldId="283"/>
            <ac:spMk id="11" creationId="{00000000-0000-0000-0000-000000000000}"/>
          </ac:spMkLst>
        </pc:spChg>
        <pc:spChg chg="mod">
          <ac:chgData name="Adriana Trujillo (She\/Her)" userId="5a41a586-66be-47fc-8d5c-e4e81f221ccb" providerId="ADAL" clId="{0D98AE76-ED3B-4BE1-B75D-AF9F6300D8DD}" dt="2026-07-13T16:42:49.348" v="9374" actId="403"/>
          <ac:spMkLst>
            <pc:docMk/>
            <pc:sldMk cId="0" sldId="283"/>
            <ac:spMk id="13" creationId="{00000000-0000-0000-0000-000000000000}"/>
          </ac:spMkLst>
        </pc:spChg>
        <pc:spChg chg="mod">
          <ac:chgData name="Adriana Trujillo (She\/Her)" userId="5a41a586-66be-47fc-8d5c-e4e81f221ccb" providerId="ADAL" clId="{0D98AE76-ED3B-4BE1-B75D-AF9F6300D8DD}" dt="2026-07-13T16:42:49.348" v="9374" actId="403"/>
          <ac:spMkLst>
            <pc:docMk/>
            <pc:sldMk cId="0" sldId="283"/>
            <ac:spMk id="14" creationId="{00000000-0000-0000-0000-000000000000}"/>
          </ac:spMkLst>
        </pc:spChg>
        <pc:spChg chg="mod">
          <ac:chgData name="Adriana Trujillo (She\/Her)" userId="5a41a586-66be-47fc-8d5c-e4e81f221ccb" providerId="ADAL" clId="{0D98AE76-ED3B-4BE1-B75D-AF9F6300D8DD}" dt="2026-07-13T16:42:49.348" v="9374" actId="403"/>
          <ac:spMkLst>
            <pc:docMk/>
            <pc:sldMk cId="0" sldId="283"/>
            <ac:spMk id="15" creationId="{00000000-0000-0000-0000-000000000000}"/>
          </ac:spMkLst>
        </pc:spChg>
        <pc:spChg chg="mod">
          <ac:chgData name="Adriana Trujillo (She\/Her)" userId="5a41a586-66be-47fc-8d5c-e4e81f221ccb" providerId="ADAL" clId="{0D98AE76-ED3B-4BE1-B75D-AF9F6300D8DD}" dt="2026-07-13T16:42:16.431" v="9367" actId="2711"/>
          <ac:spMkLst>
            <pc:docMk/>
            <pc:sldMk cId="0" sldId="283"/>
            <ac:spMk id="28" creationId="{00000000-0000-0000-0000-000000000000}"/>
          </ac:spMkLst>
        </pc:spChg>
        <pc:spChg chg="mod">
          <ac:chgData name="Adriana Trujillo (She\/Her)" userId="5a41a586-66be-47fc-8d5c-e4e81f221ccb" providerId="ADAL" clId="{0D98AE76-ED3B-4BE1-B75D-AF9F6300D8DD}" dt="2026-07-13T16:42:49.348" v="9374" actId="403"/>
          <ac:spMkLst>
            <pc:docMk/>
            <pc:sldMk cId="0" sldId="283"/>
            <ac:spMk id="30" creationId="{00000000-0000-0000-0000-000000000000}"/>
          </ac:spMkLst>
        </pc:spChg>
        <pc:spChg chg="mod">
          <ac:chgData name="Adriana Trujillo (She\/Her)" userId="5a41a586-66be-47fc-8d5c-e4e81f221ccb" providerId="ADAL" clId="{0D98AE76-ED3B-4BE1-B75D-AF9F6300D8DD}" dt="2026-07-13T16:42:49.348" v="9374" actId="403"/>
          <ac:spMkLst>
            <pc:docMk/>
            <pc:sldMk cId="0" sldId="283"/>
            <ac:spMk id="31" creationId="{00000000-0000-0000-0000-000000000000}"/>
          </ac:spMkLst>
        </pc:spChg>
        <pc:spChg chg="mod">
          <ac:chgData name="Adriana Trujillo (She\/Her)" userId="5a41a586-66be-47fc-8d5c-e4e81f221ccb" providerId="ADAL" clId="{0D98AE76-ED3B-4BE1-B75D-AF9F6300D8DD}" dt="2026-07-13T16:42:49.348" v="9374" actId="403"/>
          <ac:spMkLst>
            <pc:docMk/>
            <pc:sldMk cId="0" sldId="283"/>
            <ac:spMk id="32" creationId="{00000000-0000-0000-0000-000000000000}"/>
          </ac:spMkLst>
        </pc:spChg>
        <pc:spChg chg="mod">
          <ac:chgData name="Adriana Trujillo (She\/Her)" userId="5a41a586-66be-47fc-8d5c-e4e81f221ccb" providerId="ADAL" clId="{0D98AE76-ED3B-4BE1-B75D-AF9F6300D8DD}" dt="2026-07-13T16:42:16.431" v="9367" actId="2711"/>
          <ac:spMkLst>
            <pc:docMk/>
            <pc:sldMk cId="0" sldId="283"/>
            <ac:spMk id="33" creationId="{00000000-0000-0000-0000-000000000000}"/>
          </ac:spMkLst>
        </pc:spChg>
        <pc:spChg chg="mod">
          <ac:chgData name="Adriana Trujillo (She\/Her)" userId="5a41a586-66be-47fc-8d5c-e4e81f221ccb" providerId="ADAL" clId="{0D98AE76-ED3B-4BE1-B75D-AF9F6300D8DD}" dt="2026-07-13T16:42:55.976" v="9376" actId="1076"/>
          <ac:spMkLst>
            <pc:docMk/>
            <pc:sldMk cId="0" sldId="283"/>
            <ac:spMk id="34" creationId="{00000000-0000-0000-0000-000000000000}"/>
          </ac:spMkLst>
        </pc:spChg>
        <pc:spChg chg="mod">
          <ac:chgData name="Adriana Trujillo (She\/Her)" userId="5a41a586-66be-47fc-8d5c-e4e81f221ccb" providerId="ADAL" clId="{0D98AE76-ED3B-4BE1-B75D-AF9F6300D8DD}" dt="2026-07-13T16:42:49.348" v="9374" actId="403"/>
          <ac:spMkLst>
            <pc:docMk/>
            <pc:sldMk cId="0" sldId="283"/>
            <ac:spMk id="36" creationId="{00000000-0000-0000-0000-000000000000}"/>
          </ac:spMkLst>
        </pc:spChg>
        <pc:spChg chg="mod">
          <ac:chgData name="Adriana Trujillo (She\/Her)" userId="5a41a586-66be-47fc-8d5c-e4e81f221ccb" providerId="ADAL" clId="{0D98AE76-ED3B-4BE1-B75D-AF9F6300D8DD}" dt="2026-07-13T16:42:49.348" v="9374" actId="403"/>
          <ac:spMkLst>
            <pc:docMk/>
            <pc:sldMk cId="0" sldId="283"/>
            <ac:spMk id="40" creationId="{00000000-0000-0000-0000-000000000000}"/>
          </ac:spMkLst>
        </pc:spChg>
        <pc:spChg chg="mod">
          <ac:chgData name="Adriana Trujillo (She\/Her)" userId="5a41a586-66be-47fc-8d5c-e4e81f221ccb" providerId="ADAL" clId="{0D98AE76-ED3B-4BE1-B75D-AF9F6300D8DD}" dt="2026-07-13T16:42:49.348" v="9374" actId="403"/>
          <ac:spMkLst>
            <pc:docMk/>
            <pc:sldMk cId="0" sldId="283"/>
            <ac:spMk id="41" creationId="{00000000-0000-0000-0000-000000000000}"/>
          </ac:spMkLst>
        </pc:spChg>
        <pc:spChg chg="topLvl">
          <ac:chgData name="Adriana Trujillo (She\/Her)" userId="5a41a586-66be-47fc-8d5c-e4e81f221ccb" providerId="ADAL" clId="{0D98AE76-ED3B-4BE1-B75D-AF9F6300D8DD}" dt="2026-07-13T16:16:44.538" v="9046" actId="478"/>
          <ac:spMkLst>
            <pc:docMk/>
            <pc:sldMk cId="0" sldId="283"/>
            <ac:spMk id="52" creationId="{00000000-0000-0000-0000-000000000000}"/>
          </ac:spMkLst>
        </pc:spChg>
        <pc:spChg chg="mod">
          <ac:chgData name="Adriana Trujillo (She\/Her)" userId="5a41a586-66be-47fc-8d5c-e4e81f221ccb" providerId="ADAL" clId="{0D98AE76-ED3B-4BE1-B75D-AF9F6300D8DD}" dt="2026-07-30T12:36:44.970" v="11111" actId="20577"/>
          <ac:spMkLst>
            <pc:docMk/>
            <pc:sldMk cId="0" sldId="283"/>
            <ac:spMk id="53" creationId="{615D2652-983D-F2EA-0D0E-58CC603590AB}"/>
          </ac:spMkLst>
        </pc:spChg>
        <pc:spChg chg="mod">
          <ac:chgData name="Adriana Trujillo (She\/Her)" userId="5a41a586-66be-47fc-8d5c-e4e81f221ccb" providerId="ADAL" clId="{0D98AE76-ED3B-4BE1-B75D-AF9F6300D8DD}" dt="2026-07-30T10:58:28.083" v="10983" actId="20577"/>
          <ac:spMkLst>
            <pc:docMk/>
            <pc:sldMk cId="0" sldId="283"/>
            <ac:spMk id="60" creationId="{293CFC2B-2943-BA68-7342-019B51895016}"/>
          </ac:spMkLst>
        </pc:spChg>
      </pc:sldChg>
      <pc:sldChg chg="addSp delSp modSp mod">
        <pc:chgData name="Adriana Trujillo (She\/Her)" userId="5a41a586-66be-47fc-8d5c-e4e81f221ccb" providerId="ADAL" clId="{0D98AE76-ED3B-4BE1-B75D-AF9F6300D8DD}" dt="2026-07-30T15:12:33.077" v="11609" actId="20577"/>
        <pc:sldMkLst>
          <pc:docMk/>
          <pc:sldMk cId="4039376711" sldId="285"/>
        </pc:sldMkLst>
        <pc:spChg chg="mod">
          <ac:chgData name="Adriana Trujillo (She\/Her)" userId="5a41a586-66be-47fc-8d5c-e4e81f221ccb" providerId="ADAL" clId="{0D98AE76-ED3B-4BE1-B75D-AF9F6300D8DD}" dt="2026-07-13T17:33:56.531" v="10063" actId="14100"/>
          <ac:spMkLst>
            <pc:docMk/>
            <pc:sldMk cId="4039376711" sldId="285"/>
            <ac:spMk id="2" creationId="{1D64A328-D778-3029-DAD4-EE29F99A3C7C}"/>
          </ac:spMkLst>
        </pc:spChg>
        <pc:spChg chg="mod">
          <ac:chgData name="Adriana Trujillo (She\/Her)" userId="5a41a586-66be-47fc-8d5c-e4e81f221ccb" providerId="ADAL" clId="{0D98AE76-ED3B-4BE1-B75D-AF9F6300D8DD}" dt="2026-07-13T17:33:48.288" v="10061" actId="1076"/>
          <ac:spMkLst>
            <pc:docMk/>
            <pc:sldMk cId="4039376711" sldId="285"/>
            <ac:spMk id="4" creationId="{1D1319FA-17DB-FA44-1984-2BCE0D0EBE84}"/>
          </ac:spMkLst>
        </pc:spChg>
        <pc:spChg chg="mod">
          <ac:chgData name="Adriana Trujillo (She\/Her)" userId="5a41a586-66be-47fc-8d5c-e4e81f221ccb" providerId="ADAL" clId="{0D98AE76-ED3B-4BE1-B75D-AF9F6300D8DD}" dt="2026-07-13T17:33:48.288" v="10061" actId="1076"/>
          <ac:spMkLst>
            <pc:docMk/>
            <pc:sldMk cId="4039376711" sldId="285"/>
            <ac:spMk id="5" creationId="{792A434D-2FE3-D6FF-3431-6AFF7C718835}"/>
          </ac:spMkLst>
        </pc:spChg>
        <pc:spChg chg="add mod">
          <ac:chgData name="Adriana Trujillo (She\/Her)" userId="5a41a586-66be-47fc-8d5c-e4e81f221ccb" providerId="ADAL" clId="{0D98AE76-ED3B-4BE1-B75D-AF9F6300D8DD}" dt="2026-07-13T17:34:07.467" v="10065" actId="1076"/>
          <ac:spMkLst>
            <pc:docMk/>
            <pc:sldMk cId="4039376711" sldId="285"/>
            <ac:spMk id="8" creationId="{2890EA0C-E5FE-3EDE-1C35-86DB7A6B818C}"/>
          </ac:spMkLst>
        </pc:spChg>
        <pc:spChg chg="mod">
          <ac:chgData name="Adriana Trujillo (She\/Her)" userId="5a41a586-66be-47fc-8d5c-e4e81f221ccb" providerId="ADAL" clId="{0D98AE76-ED3B-4BE1-B75D-AF9F6300D8DD}" dt="2026-07-13T17:33:51.059" v="10062" actId="404"/>
          <ac:spMkLst>
            <pc:docMk/>
            <pc:sldMk cId="4039376711" sldId="285"/>
            <ac:spMk id="44" creationId="{B56CF83B-B653-1FD5-162D-CAEA8B35EE32}"/>
          </ac:spMkLst>
        </pc:spChg>
        <pc:spChg chg="mod">
          <ac:chgData name="Adriana Trujillo (She\/Her)" userId="5a41a586-66be-47fc-8d5c-e4e81f221ccb" providerId="ADAL" clId="{0D98AE76-ED3B-4BE1-B75D-AF9F6300D8DD}" dt="2026-07-13T17:33:51.059" v="10062" actId="404"/>
          <ac:spMkLst>
            <pc:docMk/>
            <pc:sldMk cId="4039376711" sldId="285"/>
            <ac:spMk id="45" creationId="{FA6B7742-4A77-DF1B-DD8F-AA8DC25B79E5}"/>
          </ac:spMkLst>
        </pc:spChg>
        <pc:spChg chg="mod">
          <ac:chgData name="Adriana Trujillo (She\/Her)" userId="5a41a586-66be-47fc-8d5c-e4e81f221ccb" providerId="ADAL" clId="{0D98AE76-ED3B-4BE1-B75D-AF9F6300D8DD}" dt="2026-07-13T17:33:48.288" v="10061" actId="1076"/>
          <ac:spMkLst>
            <pc:docMk/>
            <pc:sldMk cId="4039376711" sldId="285"/>
            <ac:spMk id="48" creationId="{21D9E8B9-0F23-E54C-0448-329745E98ED6}"/>
          </ac:spMkLst>
        </pc:spChg>
        <pc:spChg chg="mod">
          <ac:chgData name="Adriana Trujillo (She\/Her)" userId="5a41a586-66be-47fc-8d5c-e4e81f221ccb" providerId="ADAL" clId="{0D98AE76-ED3B-4BE1-B75D-AF9F6300D8DD}" dt="2026-07-13T17:33:48.288" v="10061" actId="1076"/>
          <ac:spMkLst>
            <pc:docMk/>
            <pc:sldMk cId="4039376711" sldId="285"/>
            <ac:spMk id="49" creationId="{7367D0F2-7181-6947-1707-06B9B7801B45}"/>
          </ac:spMkLst>
        </pc:spChg>
        <pc:spChg chg="mod">
          <ac:chgData name="Adriana Trujillo (She\/Her)" userId="5a41a586-66be-47fc-8d5c-e4e81f221ccb" providerId="ADAL" clId="{0D98AE76-ED3B-4BE1-B75D-AF9F6300D8DD}" dt="2026-07-13T17:33:48.288" v="10061" actId="1076"/>
          <ac:spMkLst>
            <pc:docMk/>
            <pc:sldMk cId="4039376711" sldId="285"/>
            <ac:spMk id="50" creationId="{0D267064-F529-6983-00D8-21148BC67B65}"/>
          </ac:spMkLst>
        </pc:spChg>
        <pc:spChg chg="mod">
          <ac:chgData name="Adriana Trujillo (She\/Her)" userId="5a41a586-66be-47fc-8d5c-e4e81f221ccb" providerId="ADAL" clId="{0D98AE76-ED3B-4BE1-B75D-AF9F6300D8DD}" dt="2026-07-13T17:33:56.531" v="10063" actId="14100"/>
          <ac:spMkLst>
            <pc:docMk/>
            <pc:sldMk cId="4039376711" sldId="285"/>
            <ac:spMk id="52" creationId="{56D47741-4E19-EB4D-5CD4-1BE78D0BD857}"/>
          </ac:spMkLst>
        </pc:spChg>
        <pc:spChg chg="mod">
          <ac:chgData name="Adriana Trujillo (She\/Her)" userId="5a41a586-66be-47fc-8d5c-e4e81f221ccb" providerId="ADAL" clId="{0D98AE76-ED3B-4BE1-B75D-AF9F6300D8DD}" dt="2026-07-13T17:33:06.405" v="10055" actId="404"/>
          <ac:spMkLst>
            <pc:docMk/>
            <pc:sldMk cId="4039376711" sldId="285"/>
            <ac:spMk id="53" creationId="{6603EF31-074F-C230-29CF-90E5D5A14320}"/>
          </ac:spMkLst>
        </pc:spChg>
        <pc:spChg chg="mod">
          <ac:chgData name="Adriana Trujillo (She\/Her)" userId="5a41a586-66be-47fc-8d5c-e4e81f221ccb" providerId="ADAL" clId="{0D98AE76-ED3B-4BE1-B75D-AF9F6300D8DD}" dt="2026-07-13T17:33:56.531" v="10063" actId="14100"/>
          <ac:spMkLst>
            <pc:docMk/>
            <pc:sldMk cId="4039376711" sldId="285"/>
            <ac:spMk id="54" creationId="{F9FF5467-AAEE-F8B8-DB88-923142EC531A}"/>
          </ac:spMkLst>
        </pc:spChg>
        <pc:spChg chg="mod">
          <ac:chgData name="Adriana Trujillo (She\/Her)" userId="5a41a586-66be-47fc-8d5c-e4e81f221ccb" providerId="ADAL" clId="{0D98AE76-ED3B-4BE1-B75D-AF9F6300D8DD}" dt="2026-07-13T17:33:51.059" v="10062" actId="404"/>
          <ac:spMkLst>
            <pc:docMk/>
            <pc:sldMk cId="4039376711" sldId="285"/>
            <ac:spMk id="56" creationId="{69FCC74D-2168-4641-4691-85F1DDA37413}"/>
          </ac:spMkLst>
        </pc:spChg>
        <pc:spChg chg="mod">
          <ac:chgData name="Adriana Trujillo (She\/Her)" userId="5a41a586-66be-47fc-8d5c-e4e81f221ccb" providerId="ADAL" clId="{0D98AE76-ED3B-4BE1-B75D-AF9F6300D8DD}" dt="2026-07-13T17:33:51.059" v="10062" actId="404"/>
          <ac:spMkLst>
            <pc:docMk/>
            <pc:sldMk cId="4039376711" sldId="285"/>
            <ac:spMk id="57" creationId="{69345497-2BBC-6648-5267-BC2523E18F98}"/>
          </ac:spMkLst>
        </pc:spChg>
        <pc:spChg chg="mod">
          <ac:chgData name="Adriana Trujillo (She\/Her)" userId="5a41a586-66be-47fc-8d5c-e4e81f221ccb" providerId="ADAL" clId="{0D98AE76-ED3B-4BE1-B75D-AF9F6300D8DD}" dt="2026-07-13T17:33:48.288" v="10061" actId="1076"/>
          <ac:spMkLst>
            <pc:docMk/>
            <pc:sldMk cId="4039376711" sldId="285"/>
            <ac:spMk id="59" creationId="{621C2B82-480D-B5BF-0513-0311435F69CF}"/>
          </ac:spMkLst>
        </pc:spChg>
        <pc:spChg chg="mod">
          <ac:chgData name="Adriana Trujillo (She\/Her)" userId="5a41a586-66be-47fc-8d5c-e4e81f221ccb" providerId="ADAL" clId="{0D98AE76-ED3B-4BE1-B75D-AF9F6300D8DD}" dt="2026-07-30T15:12:33.077" v="11609" actId="20577"/>
          <ac:spMkLst>
            <pc:docMk/>
            <pc:sldMk cId="4039376711" sldId="285"/>
            <ac:spMk id="60" creationId="{7E8E5A77-ED79-8867-325C-06B20E224D8E}"/>
          </ac:spMkLst>
        </pc:spChg>
        <pc:spChg chg="mod">
          <ac:chgData name="Adriana Trujillo (She\/Her)" userId="5a41a586-66be-47fc-8d5c-e4e81f221ccb" providerId="ADAL" clId="{0D98AE76-ED3B-4BE1-B75D-AF9F6300D8DD}" dt="2026-07-13T17:33:56.531" v="10063" actId="14100"/>
          <ac:spMkLst>
            <pc:docMk/>
            <pc:sldMk cId="4039376711" sldId="285"/>
            <ac:spMk id="61" creationId="{BFBB98B4-4567-8EF4-A27E-490BD7A99289}"/>
          </ac:spMkLst>
        </pc:spChg>
        <pc:spChg chg="mod">
          <ac:chgData name="Adriana Trujillo (She\/Her)" userId="5a41a586-66be-47fc-8d5c-e4e81f221ccb" providerId="ADAL" clId="{0D98AE76-ED3B-4BE1-B75D-AF9F6300D8DD}" dt="2026-07-13T17:33:56.531" v="10063" actId="14100"/>
          <ac:spMkLst>
            <pc:docMk/>
            <pc:sldMk cId="4039376711" sldId="285"/>
            <ac:spMk id="62" creationId="{161CC826-F284-FDD5-BBD9-AABCF0633C23}"/>
          </ac:spMkLst>
        </pc:spChg>
        <pc:spChg chg="mod">
          <ac:chgData name="Adriana Trujillo (She\/Her)" userId="5a41a586-66be-47fc-8d5c-e4e81f221ccb" providerId="ADAL" clId="{0D98AE76-ED3B-4BE1-B75D-AF9F6300D8DD}" dt="2026-07-13T17:33:51.059" v="10062" actId="404"/>
          <ac:spMkLst>
            <pc:docMk/>
            <pc:sldMk cId="4039376711" sldId="285"/>
            <ac:spMk id="63" creationId="{489A85F7-24AC-2C4E-9B44-BD3A96A5B34F}"/>
          </ac:spMkLst>
        </pc:spChg>
        <pc:spChg chg="mod">
          <ac:chgData name="Adriana Trujillo (She\/Her)" userId="5a41a586-66be-47fc-8d5c-e4e81f221ccb" providerId="ADAL" clId="{0D98AE76-ED3B-4BE1-B75D-AF9F6300D8DD}" dt="2026-07-13T17:33:51.059" v="10062" actId="404"/>
          <ac:spMkLst>
            <pc:docMk/>
            <pc:sldMk cId="4039376711" sldId="285"/>
            <ac:spMk id="64" creationId="{97D4625E-E457-AEE9-9568-A15157A135D7}"/>
          </ac:spMkLst>
        </pc:spChg>
        <pc:spChg chg="mod">
          <ac:chgData name="Adriana Trujillo (She\/Her)" userId="5a41a586-66be-47fc-8d5c-e4e81f221ccb" providerId="ADAL" clId="{0D98AE76-ED3B-4BE1-B75D-AF9F6300D8DD}" dt="2026-07-13T17:33:48.288" v="10061" actId="1076"/>
          <ac:spMkLst>
            <pc:docMk/>
            <pc:sldMk cId="4039376711" sldId="285"/>
            <ac:spMk id="66" creationId="{185B078C-2EAD-6EC1-6B1B-E182BF303AF7}"/>
          </ac:spMkLst>
        </pc:spChg>
        <pc:spChg chg="mod">
          <ac:chgData name="Adriana Trujillo (She\/Her)" userId="5a41a586-66be-47fc-8d5c-e4e81f221ccb" providerId="ADAL" clId="{0D98AE76-ED3B-4BE1-B75D-AF9F6300D8DD}" dt="2026-07-13T17:33:22.957" v="10056" actId="2711"/>
          <ac:spMkLst>
            <pc:docMk/>
            <pc:sldMk cId="4039376711" sldId="285"/>
            <ac:spMk id="67" creationId="{51894AA8-6DE2-8C6D-87CC-13CAA23D2310}"/>
          </ac:spMkLst>
        </pc:spChg>
        <pc:spChg chg="mod">
          <ac:chgData name="Adriana Trujillo (She\/Her)" userId="5a41a586-66be-47fc-8d5c-e4e81f221ccb" providerId="ADAL" clId="{0D98AE76-ED3B-4BE1-B75D-AF9F6300D8DD}" dt="2026-07-13T17:33:56.531" v="10063" actId="14100"/>
          <ac:spMkLst>
            <pc:docMk/>
            <pc:sldMk cId="4039376711" sldId="285"/>
            <ac:spMk id="68" creationId="{B3172D08-CF21-908D-987A-2A0FA0467607}"/>
          </ac:spMkLst>
        </pc:spChg>
        <pc:spChg chg="mod">
          <ac:chgData name="Adriana Trujillo (She\/Her)" userId="5a41a586-66be-47fc-8d5c-e4e81f221ccb" providerId="ADAL" clId="{0D98AE76-ED3B-4BE1-B75D-AF9F6300D8DD}" dt="2026-07-13T17:33:56.531" v="10063" actId="14100"/>
          <ac:spMkLst>
            <pc:docMk/>
            <pc:sldMk cId="4039376711" sldId="285"/>
            <ac:spMk id="69" creationId="{55C158B1-CF43-2341-608B-25A056131149}"/>
          </ac:spMkLst>
        </pc:spChg>
        <pc:spChg chg="mod">
          <ac:chgData name="Adriana Trujillo (She\/Her)" userId="5a41a586-66be-47fc-8d5c-e4e81f221ccb" providerId="ADAL" clId="{0D98AE76-ED3B-4BE1-B75D-AF9F6300D8DD}" dt="2026-07-13T17:33:51.059" v="10062" actId="404"/>
          <ac:spMkLst>
            <pc:docMk/>
            <pc:sldMk cId="4039376711" sldId="285"/>
            <ac:spMk id="70" creationId="{6D11FEBF-BC02-5A41-80A5-453027B3DD6D}"/>
          </ac:spMkLst>
        </pc:spChg>
        <pc:spChg chg="mod">
          <ac:chgData name="Adriana Trujillo (She\/Her)" userId="5a41a586-66be-47fc-8d5c-e4e81f221ccb" providerId="ADAL" clId="{0D98AE76-ED3B-4BE1-B75D-AF9F6300D8DD}" dt="2026-07-13T17:33:51.059" v="10062" actId="404"/>
          <ac:spMkLst>
            <pc:docMk/>
            <pc:sldMk cId="4039376711" sldId="285"/>
            <ac:spMk id="71" creationId="{D1F73BDB-0D59-F4C4-4D16-0BE8F5F33AF2}"/>
          </ac:spMkLst>
        </pc:spChg>
        <pc:spChg chg="mod">
          <ac:chgData name="Adriana Trujillo (She\/Her)" userId="5a41a586-66be-47fc-8d5c-e4e81f221ccb" providerId="ADAL" clId="{0D98AE76-ED3B-4BE1-B75D-AF9F6300D8DD}" dt="2026-07-13T17:33:48.288" v="10061" actId="1076"/>
          <ac:spMkLst>
            <pc:docMk/>
            <pc:sldMk cId="4039376711" sldId="285"/>
            <ac:spMk id="73" creationId="{8763519F-D58F-7B25-BDA4-4643C1413403}"/>
          </ac:spMkLst>
        </pc:spChg>
        <pc:spChg chg="mod">
          <ac:chgData name="Adriana Trujillo (She\/Her)" userId="5a41a586-66be-47fc-8d5c-e4e81f221ccb" providerId="ADAL" clId="{0D98AE76-ED3B-4BE1-B75D-AF9F6300D8DD}" dt="2026-07-13T17:33:48.288" v="10061" actId="1076"/>
          <ac:spMkLst>
            <pc:docMk/>
            <pc:sldMk cId="4039376711" sldId="285"/>
            <ac:spMk id="74" creationId="{5E2BE409-30B6-973A-9F26-884D3B48C8B8}"/>
          </ac:spMkLst>
        </pc:spChg>
        <pc:spChg chg="mod">
          <ac:chgData name="Adriana Trujillo (She\/Her)" userId="5a41a586-66be-47fc-8d5c-e4e81f221ccb" providerId="ADAL" clId="{0D98AE76-ED3B-4BE1-B75D-AF9F6300D8DD}" dt="2026-07-13T17:33:56.531" v="10063" actId="14100"/>
          <ac:spMkLst>
            <pc:docMk/>
            <pc:sldMk cId="4039376711" sldId="285"/>
            <ac:spMk id="75" creationId="{19B69ECE-1D04-22C3-571B-957D062EB40F}"/>
          </ac:spMkLst>
        </pc:spChg>
        <pc:spChg chg="mod">
          <ac:chgData name="Adriana Trujillo (She\/Her)" userId="5a41a586-66be-47fc-8d5c-e4e81f221ccb" providerId="ADAL" clId="{0D98AE76-ED3B-4BE1-B75D-AF9F6300D8DD}" dt="2026-07-13T17:33:56.531" v="10063" actId="14100"/>
          <ac:spMkLst>
            <pc:docMk/>
            <pc:sldMk cId="4039376711" sldId="285"/>
            <ac:spMk id="76" creationId="{D18FF031-7461-C0E7-A2EC-F92413E1BD9B}"/>
          </ac:spMkLst>
        </pc:spChg>
        <pc:spChg chg="mod">
          <ac:chgData name="Adriana Trujillo (She\/Her)" userId="5a41a586-66be-47fc-8d5c-e4e81f221ccb" providerId="ADAL" clId="{0D98AE76-ED3B-4BE1-B75D-AF9F6300D8DD}" dt="2026-07-13T17:33:51.059" v="10062" actId="404"/>
          <ac:spMkLst>
            <pc:docMk/>
            <pc:sldMk cId="4039376711" sldId="285"/>
            <ac:spMk id="77" creationId="{97CCCBAA-E822-7D87-DF53-F6FB62D2D276}"/>
          </ac:spMkLst>
        </pc:spChg>
        <pc:spChg chg="mod">
          <ac:chgData name="Adriana Trujillo (She\/Her)" userId="5a41a586-66be-47fc-8d5c-e4e81f221ccb" providerId="ADAL" clId="{0D98AE76-ED3B-4BE1-B75D-AF9F6300D8DD}" dt="2026-07-13T17:33:51.059" v="10062" actId="404"/>
          <ac:spMkLst>
            <pc:docMk/>
            <pc:sldMk cId="4039376711" sldId="285"/>
            <ac:spMk id="78" creationId="{BC728D64-FF65-F0B4-3E94-86085D314628}"/>
          </ac:spMkLst>
        </pc:spChg>
        <pc:spChg chg="mod">
          <ac:chgData name="Adriana Trujillo (She\/Her)" userId="5a41a586-66be-47fc-8d5c-e4e81f221ccb" providerId="ADAL" clId="{0D98AE76-ED3B-4BE1-B75D-AF9F6300D8DD}" dt="2026-07-13T17:33:48.288" v="10061" actId="1076"/>
          <ac:spMkLst>
            <pc:docMk/>
            <pc:sldMk cId="4039376711" sldId="285"/>
            <ac:spMk id="80" creationId="{C5400900-1768-6AF6-495A-A2614D030242}"/>
          </ac:spMkLst>
        </pc:spChg>
        <pc:spChg chg="mod">
          <ac:chgData name="Adriana Trujillo (She\/Her)" userId="5a41a586-66be-47fc-8d5c-e4e81f221ccb" providerId="ADAL" clId="{0D98AE76-ED3B-4BE1-B75D-AF9F6300D8DD}" dt="2026-07-13T17:33:56.531" v="10063" actId="14100"/>
          <ac:spMkLst>
            <pc:docMk/>
            <pc:sldMk cId="4039376711" sldId="285"/>
            <ac:spMk id="83" creationId="{0DF61C2B-E064-89FF-CD27-12BBA803CA03}"/>
          </ac:spMkLst>
        </pc:spChg>
      </pc:sldChg>
      <pc:sldChg chg="addSp delSp modSp mod modClrScheme chgLayout">
        <pc:chgData name="Adriana Trujillo (She\/Her)" userId="5a41a586-66be-47fc-8d5c-e4e81f221ccb" providerId="ADAL" clId="{0D98AE76-ED3B-4BE1-B75D-AF9F6300D8DD}" dt="2026-07-30T15:13:08.842" v="11610" actId="20577"/>
        <pc:sldMkLst>
          <pc:docMk/>
          <pc:sldMk cId="3674467208" sldId="289"/>
        </pc:sldMkLst>
        <pc:spChg chg="mod">
          <ac:chgData name="Adriana Trujillo (She\/Her)" userId="5a41a586-66be-47fc-8d5c-e4e81f221ccb" providerId="ADAL" clId="{0D98AE76-ED3B-4BE1-B75D-AF9F6300D8DD}" dt="2026-07-13T17:31:36.156" v="10032" actId="1076"/>
          <ac:spMkLst>
            <pc:docMk/>
            <pc:sldMk cId="3674467208" sldId="289"/>
            <ac:spMk id="2" creationId="{3D31D1F5-3D5D-60CE-81E8-587B3E541FE4}"/>
          </ac:spMkLst>
        </pc:spChg>
        <pc:spChg chg="mod">
          <ac:chgData name="Adriana Trujillo (She\/Her)" userId="5a41a586-66be-47fc-8d5c-e4e81f221ccb" providerId="ADAL" clId="{0D98AE76-ED3B-4BE1-B75D-AF9F6300D8DD}" dt="2026-07-13T17:31:40.272" v="10033" actId="1076"/>
          <ac:spMkLst>
            <pc:docMk/>
            <pc:sldMk cId="3674467208" sldId="289"/>
            <ac:spMk id="4" creationId="{254BB2C4-328B-8B1A-20A4-D9A661BBDB5A}"/>
          </ac:spMkLst>
        </pc:spChg>
        <pc:spChg chg="mod">
          <ac:chgData name="Adriana Trujillo (She\/Her)" userId="5a41a586-66be-47fc-8d5c-e4e81f221ccb" providerId="ADAL" clId="{0D98AE76-ED3B-4BE1-B75D-AF9F6300D8DD}" dt="2026-07-13T17:31:36.156" v="10032" actId="1076"/>
          <ac:spMkLst>
            <pc:docMk/>
            <pc:sldMk cId="3674467208" sldId="289"/>
            <ac:spMk id="5" creationId="{98D0E43F-CBAB-8752-AE1F-A94E48F805E4}"/>
          </ac:spMkLst>
        </pc:spChg>
        <pc:spChg chg="mod">
          <ac:chgData name="Adriana Trujillo (She\/Her)" userId="5a41a586-66be-47fc-8d5c-e4e81f221ccb" providerId="ADAL" clId="{0D98AE76-ED3B-4BE1-B75D-AF9F6300D8DD}" dt="2026-07-30T12:45:14.427" v="11490" actId="20577"/>
          <ac:spMkLst>
            <pc:docMk/>
            <pc:sldMk cId="3674467208" sldId="289"/>
            <ac:spMk id="9" creationId="{7251FB02-CF39-A2D8-4FCA-ABC564A9E68E}"/>
          </ac:spMkLst>
        </pc:spChg>
        <pc:spChg chg="mod">
          <ac:chgData name="Adriana Trujillo (She\/Her)" userId="5a41a586-66be-47fc-8d5c-e4e81f221ccb" providerId="ADAL" clId="{0D98AE76-ED3B-4BE1-B75D-AF9F6300D8DD}" dt="2026-07-13T17:31:40.272" v="10033" actId="1076"/>
          <ac:spMkLst>
            <pc:docMk/>
            <pc:sldMk cId="3674467208" sldId="289"/>
            <ac:spMk id="10" creationId="{E0552269-34C6-1A41-FFBA-C042FD08D326}"/>
          </ac:spMkLst>
        </pc:spChg>
        <pc:spChg chg="mod">
          <ac:chgData name="Adriana Trujillo (She\/Her)" userId="5a41a586-66be-47fc-8d5c-e4e81f221ccb" providerId="ADAL" clId="{0D98AE76-ED3B-4BE1-B75D-AF9F6300D8DD}" dt="2026-07-30T12:45:27.619" v="11520" actId="20577"/>
          <ac:spMkLst>
            <pc:docMk/>
            <pc:sldMk cId="3674467208" sldId="289"/>
            <ac:spMk id="11" creationId="{0363C11E-E096-018F-A72E-D25E847260FB}"/>
          </ac:spMkLst>
        </pc:spChg>
        <pc:spChg chg="mod">
          <ac:chgData name="Adriana Trujillo (She\/Her)" userId="5a41a586-66be-47fc-8d5c-e4e81f221ccb" providerId="ADAL" clId="{0D98AE76-ED3B-4BE1-B75D-AF9F6300D8DD}" dt="2026-07-13T17:26:23.196" v="9960" actId="2711"/>
          <ac:spMkLst>
            <pc:docMk/>
            <pc:sldMk cId="3674467208" sldId="289"/>
            <ac:spMk id="13" creationId="{D4155CB9-B04C-E73D-C74F-F102BD0A064E}"/>
          </ac:spMkLst>
        </pc:spChg>
        <pc:spChg chg="mod">
          <ac:chgData name="Adriana Trujillo (She\/Her)" userId="5a41a586-66be-47fc-8d5c-e4e81f221ccb" providerId="ADAL" clId="{0D98AE76-ED3B-4BE1-B75D-AF9F6300D8DD}" dt="2026-07-13T17:26:23.196" v="9960" actId="2711"/>
          <ac:spMkLst>
            <pc:docMk/>
            <pc:sldMk cId="3674467208" sldId="289"/>
            <ac:spMk id="14" creationId="{973DE9BF-0AAB-2423-E5DF-40B13709D486}"/>
          </ac:spMkLst>
        </pc:spChg>
        <pc:spChg chg="mod">
          <ac:chgData name="Adriana Trujillo (She\/Her)" userId="5a41a586-66be-47fc-8d5c-e4e81f221ccb" providerId="ADAL" clId="{0D98AE76-ED3B-4BE1-B75D-AF9F6300D8DD}" dt="2026-07-13T17:27:24.811" v="9980" actId="404"/>
          <ac:spMkLst>
            <pc:docMk/>
            <pc:sldMk cId="3674467208" sldId="289"/>
            <ac:spMk id="19" creationId="{B044618F-0BA5-A380-2A18-CA6CDF519BC4}"/>
          </ac:spMkLst>
        </pc:spChg>
        <pc:spChg chg="mod">
          <ac:chgData name="Adriana Trujillo (She\/Her)" userId="5a41a586-66be-47fc-8d5c-e4e81f221ccb" providerId="ADAL" clId="{0D98AE76-ED3B-4BE1-B75D-AF9F6300D8DD}" dt="2026-07-13T17:27:24.811" v="9980" actId="404"/>
          <ac:spMkLst>
            <pc:docMk/>
            <pc:sldMk cId="3674467208" sldId="289"/>
            <ac:spMk id="20" creationId="{2E1FB865-48C8-F0C8-4897-FBC4CA7D0343}"/>
          </ac:spMkLst>
        </pc:spChg>
        <pc:spChg chg="mod">
          <ac:chgData name="Adriana Trujillo (She\/Her)" userId="5a41a586-66be-47fc-8d5c-e4e81f221ccb" providerId="ADAL" clId="{0D98AE76-ED3B-4BE1-B75D-AF9F6300D8DD}" dt="2026-07-13T17:27:24.811" v="9980" actId="404"/>
          <ac:spMkLst>
            <pc:docMk/>
            <pc:sldMk cId="3674467208" sldId="289"/>
            <ac:spMk id="21" creationId="{9B6C91D6-F72A-C69A-0097-27FEAFC2B102}"/>
          </ac:spMkLst>
        </pc:spChg>
        <pc:spChg chg="mod">
          <ac:chgData name="Adriana Trujillo (She\/Her)" userId="5a41a586-66be-47fc-8d5c-e4e81f221ccb" providerId="ADAL" clId="{0D98AE76-ED3B-4BE1-B75D-AF9F6300D8DD}" dt="2026-07-13T17:27:24.811" v="9980" actId="404"/>
          <ac:spMkLst>
            <pc:docMk/>
            <pc:sldMk cId="3674467208" sldId="289"/>
            <ac:spMk id="23" creationId="{D4649B0A-191B-6354-6367-780905BAB22E}"/>
          </ac:spMkLst>
        </pc:spChg>
        <pc:spChg chg="mod">
          <ac:chgData name="Adriana Trujillo (She\/Her)" userId="5a41a586-66be-47fc-8d5c-e4e81f221ccb" providerId="ADAL" clId="{0D98AE76-ED3B-4BE1-B75D-AF9F6300D8DD}" dt="2026-07-13T17:26:23.196" v="9960" actId="2711"/>
          <ac:spMkLst>
            <pc:docMk/>
            <pc:sldMk cId="3674467208" sldId="289"/>
            <ac:spMk id="27" creationId="{4278CDA6-1933-145B-320F-66F9536193DD}"/>
          </ac:spMkLst>
        </pc:spChg>
        <pc:spChg chg="mod">
          <ac:chgData name="Adriana Trujillo (She\/Her)" userId="5a41a586-66be-47fc-8d5c-e4e81f221ccb" providerId="ADAL" clId="{0D98AE76-ED3B-4BE1-B75D-AF9F6300D8DD}" dt="2026-07-13T17:26:23.196" v="9960" actId="2711"/>
          <ac:spMkLst>
            <pc:docMk/>
            <pc:sldMk cId="3674467208" sldId="289"/>
            <ac:spMk id="29" creationId="{18B95B07-51C3-BA8B-096C-D1F4D19CB0BB}"/>
          </ac:spMkLst>
        </pc:spChg>
        <pc:spChg chg="mod">
          <ac:chgData name="Adriana Trujillo (She\/Her)" userId="5a41a586-66be-47fc-8d5c-e4e81f221ccb" providerId="ADAL" clId="{0D98AE76-ED3B-4BE1-B75D-AF9F6300D8DD}" dt="2026-07-13T17:26:23.196" v="9960" actId="2711"/>
          <ac:spMkLst>
            <pc:docMk/>
            <pc:sldMk cId="3674467208" sldId="289"/>
            <ac:spMk id="33" creationId="{2A4A8684-72AF-6D62-60DC-49C4BB6AC650}"/>
          </ac:spMkLst>
        </pc:spChg>
        <pc:spChg chg="mod">
          <ac:chgData name="Adriana Trujillo (She\/Her)" userId="5a41a586-66be-47fc-8d5c-e4e81f221ccb" providerId="ADAL" clId="{0D98AE76-ED3B-4BE1-B75D-AF9F6300D8DD}" dt="2026-07-13T17:26:23.196" v="9960" actId="2711"/>
          <ac:spMkLst>
            <pc:docMk/>
            <pc:sldMk cId="3674467208" sldId="289"/>
            <ac:spMk id="37" creationId="{4C007A1C-320B-C239-5CEB-0A19212F4FAA}"/>
          </ac:spMkLst>
        </pc:spChg>
        <pc:spChg chg="mod">
          <ac:chgData name="Adriana Trujillo (She\/Her)" userId="5a41a586-66be-47fc-8d5c-e4e81f221ccb" providerId="ADAL" clId="{0D98AE76-ED3B-4BE1-B75D-AF9F6300D8DD}" dt="2026-07-13T17:26:15.838" v="9958" actId="1076"/>
          <ac:spMkLst>
            <pc:docMk/>
            <pc:sldMk cId="3674467208" sldId="289"/>
            <ac:spMk id="53" creationId="{CB66A7DF-EF32-4CD2-2490-E1D0603C39B6}"/>
          </ac:spMkLst>
        </pc:spChg>
        <pc:spChg chg="mod ord">
          <ac:chgData name="Adriana Trujillo (She\/Her)" userId="5a41a586-66be-47fc-8d5c-e4e81f221ccb" providerId="ADAL" clId="{0D98AE76-ED3B-4BE1-B75D-AF9F6300D8DD}" dt="2026-07-30T15:13:08.842" v="11610" actId="20577"/>
          <ac:spMkLst>
            <pc:docMk/>
            <pc:sldMk cId="3674467208" sldId="289"/>
            <ac:spMk id="60" creationId="{A129C2F2-2015-3268-CB2D-A19F79F6EC91}"/>
          </ac:spMkLst>
        </pc:spChg>
        <pc:spChg chg="mod">
          <ac:chgData name="Adriana Trujillo (She\/Her)" userId="5a41a586-66be-47fc-8d5c-e4e81f221ccb" providerId="ADAL" clId="{0D98AE76-ED3B-4BE1-B75D-AF9F6300D8DD}" dt="2026-07-13T17:26:23.196" v="9960" actId="2711"/>
          <ac:spMkLst>
            <pc:docMk/>
            <pc:sldMk cId="3674467208" sldId="289"/>
            <ac:spMk id="67" creationId="{FDEFDE9F-0A61-522E-7BD6-1F96247BDC3A}"/>
          </ac:spMkLst>
        </pc:spChg>
        <pc:spChg chg="add mod">
          <ac:chgData name="Adriana Trujillo (She\/Her)" userId="5a41a586-66be-47fc-8d5c-e4e81f221ccb" providerId="ADAL" clId="{0D98AE76-ED3B-4BE1-B75D-AF9F6300D8DD}" dt="2026-07-13T17:31:43.029" v="10034" actId="1076"/>
          <ac:spMkLst>
            <pc:docMk/>
            <pc:sldMk cId="3674467208" sldId="289"/>
            <ac:spMk id="69" creationId="{7860D54E-48D8-A9E4-6D5A-681E6BEB9E60}"/>
          </ac:spMkLst>
        </pc:spChg>
        <pc:spChg chg="mod">
          <ac:chgData name="Adriana Trujillo (She\/Her)" userId="5a41a586-66be-47fc-8d5c-e4e81f221ccb" providerId="ADAL" clId="{0D98AE76-ED3B-4BE1-B75D-AF9F6300D8DD}" dt="2026-07-13T17:26:23.196" v="9960" actId="2711"/>
          <ac:spMkLst>
            <pc:docMk/>
            <pc:sldMk cId="3674467208" sldId="289"/>
            <ac:spMk id="71" creationId="{0947F569-7381-5C25-2B83-C1E3D25D72CB}"/>
          </ac:spMkLst>
        </pc:spChg>
        <pc:grpChg chg="add mod">
          <ac:chgData name="Adriana Trujillo (She\/Her)" userId="5a41a586-66be-47fc-8d5c-e4e81f221ccb" providerId="ADAL" clId="{0D98AE76-ED3B-4BE1-B75D-AF9F6300D8DD}" dt="2026-07-13T17:31:36.156" v="10032" actId="1076"/>
          <ac:grpSpMkLst>
            <pc:docMk/>
            <pc:sldMk cId="3674467208" sldId="289"/>
            <ac:grpSpMk id="7" creationId="{921C8F65-EC08-861B-3EC7-29D37C7DA080}"/>
          </ac:grpSpMkLst>
        </pc:grpChg>
        <pc:grpChg chg="mod">
          <ac:chgData name="Adriana Trujillo (She\/Her)" userId="5a41a586-66be-47fc-8d5c-e4e81f221ccb" providerId="ADAL" clId="{0D98AE76-ED3B-4BE1-B75D-AF9F6300D8DD}" dt="2026-07-13T17:31:40.272" v="10033" actId="1076"/>
          <ac:grpSpMkLst>
            <pc:docMk/>
            <pc:sldMk cId="3674467208" sldId="289"/>
            <ac:grpSpMk id="15" creationId="{A1D3C044-2668-5486-D7B0-7064008471D0}"/>
          </ac:grpSpMkLst>
        </pc:grpChg>
        <pc:grpChg chg="mod">
          <ac:chgData name="Adriana Trujillo (She\/Her)" userId="5a41a586-66be-47fc-8d5c-e4e81f221ccb" providerId="ADAL" clId="{0D98AE76-ED3B-4BE1-B75D-AF9F6300D8DD}" dt="2026-07-13T17:31:40.272" v="10033" actId="1076"/>
          <ac:grpSpMkLst>
            <pc:docMk/>
            <pc:sldMk cId="3674467208" sldId="289"/>
            <ac:grpSpMk id="38" creationId="{69BCC541-D0C6-5CCE-C037-DA47023A96E3}"/>
          </ac:grpSpMkLst>
        </pc:grpChg>
        <pc:grpChg chg="add mod">
          <ac:chgData name="Adriana Trujillo (She\/Her)" userId="5a41a586-66be-47fc-8d5c-e4e81f221ccb" providerId="ADAL" clId="{0D98AE76-ED3B-4BE1-B75D-AF9F6300D8DD}" dt="2026-07-13T17:31:36.156" v="10032" actId="1076"/>
          <ac:grpSpMkLst>
            <pc:docMk/>
            <pc:sldMk cId="3674467208" sldId="289"/>
            <ac:grpSpMk id="42" creationId="{3449E59C-5893-0666-6586-1A079761A23D}"/>
          </ac:grpSpMkLst>
        </pc:grpChg>
        <pc:grpChg chg="add mod">
          <ac:chgData name="Adriana Trujillo (She\/Her)" userId="5a41a586-66be-47fc-8d5c-e4e81f221ccb" providerId="ADAL" clId="{0D98AE76-ED3B-4BE1-B75D-AF9F6300D8DD}" dt="2026-07-13T17:31:36.156" v="10032" actId="1076"/>
          <ac:grpSpMkLst>
            <pc:docMk/>
            <pc:sldMk cId="3674467208" sldId="289"/>
            <ac:grpSpMk id="43" creationId="{0812550B-2C87-8395-521F-9F89EFA0B233}"/>
          </ac:grpSpMkLst>
        </pc:grpChg>
        <pc:grpChg chg="add mod">
          <ac:chgData name="Adriana Trujillo (She\/Her)" userId="5a41a586-66be-47fc-8d5c-e4e81f221ccb" providerId="ADAL" clId="{0D98AE76-ED3B-4BE1-B75D-AF9F6300D8DD}" dt="2026-07-13T17:31:36.156" v="10032" actId="1076"/>
          <ac:grpSpMkLst>
            <pc:docMk/>
            <pc:sldMk cId="3674467208" sldId="289"/>
            <ac:grpSpMk id="44" creationId="{6C568F96-C518-2298-F22B-7F54F8929939}"/>
          </ac:grpSpMkLst>
        </pc:grpChg>
        <pc:grpChg chg="add mod">
          <ac:chgData name="Adriana Trujillo (She\/Her)" userId="5a41a586-66be-47fc-8d5c-e4e81f221ccb" providerId="ADAL" clId="{0D98AE76-ED3B-4BE1-B75D-AF9F6300D8DD}" dt="2026-07-13T17:31:36.156" v="10032" actId="1076"/>
          <ac:grpSpMkLst>
            <pc:docMk/>
            <pc:sldMk cId="3674467208" sldId="289"/>
            <ac:grpSpMk id="45" creationId="{4C85FB12-27FA-8658-1052-CF517403DC97}"/>
          </ac:grpSpMkLst>
        </pc:grpChg>
        <pc:grpChg chg="add mod">
          <ac:chgData name="Adriana Trujillo (She\/Her)" userId="5a41a586-66be-47fc-8d5c-e4e81f221ccb" providerId="ADAL" clId="{0D98AE76-ED3B-4BE1-B75D-AF9F6300D8DD}" dt="2026-07-13T17:31:36.156" v="10032" actId="1076"/>
          <ac:grpSpMkLst>
            <pc:docMk/>
            <pc:sldMk cId="3674467208" sldId="289"/>
            <ac:grpSpMk id="47" creationId="{1E53C6C1-9DDB-F0E3-B0E9-9171297552DE}"/>
          </ac:grpSpMkLst>
        </pc:grpChg>
        <pc:grpChg chg="mod">
          <ac:chgData name="Adriana Trujillo (She\/Her)" userId="5a41a586-66be-47fc-8d5c-e4e81f221ccb" providerId="ADAL" clId="{0D98AE76-ED3B-4BE1-B75D-AF9F6300D8DD}" dt="2026-07-13T17:31:40.272" v="10033" actId="1076"/>
          <ac:grpSpMkLst>
            <pc:docMk/>
            <pc:sldMk cId="3674467208" sldId="289"/>
            <ac:grpSpMk id="51" creationId="{9C013C11-9499-9790-FEF3-8CB3228CFE09}"/>
          </ac:grpSpMkLst>
        </pc:grpChg>
        <pc:grpChg chg="mod">
          <ac:chgData name="Adriana Trujillo (She\/Her)" userId="5a41a586-66be-47fc-8d5c-e4e81f221ccb" providerId="ADAL" clId="{0D98AE76-ED3B-4BE1-B75D-AF9F6300D8DD}" dt="2026-07-13T17:31:40.272" v="10033" actId="1076"/>
          <ac:grpSpMkLst>
            <pc:docMk/>
            <pc:sldMk cId="3674467208" sldId="289"/>
            <ac:grpSpMk id="57" creationId="{29CBEAF2-0BBB-CD86-47AB-CF58D11FB69B}"/>
          </ac:grpSpMkLst>
        </pc:grpChg>
        <pc:grpChg chg="add mod">
          <ac:chgData name="Adriana Trujillo (She\/Her)" userId="5a41a586-66be-47fc-8d5c-e4e81f221ccb" providerId="ADAL" clId="{0D98AE76-ED3B-4BE1-B75D-AF9F6300D8DD}" dt="2026-07-13T17:31:36.156" v="10032" actId="1076"/>
          <ac:grpSpMkLst>
            <pc:docMk/>
            <pc:sldMk cId="3674467208" sldId="289"/>
            <ac:grpSpMk id="64" creationId="{25C6A574-DC69-C4EB-B277-4E3A145AEE3B}"/>
          </ac:grpSpMkLst>
        </pc:grpChg>
        <pc:grpChg chg="add mod">
          <ac:chgData name="Adriana Trujillo (She\/Her)" userId="5a41a586-66be-47fc-8d5c-e4e81f221ccb" providerId="ADAL" clId="{0D98AE76-ED3B-4BE1-B75D-AF9F6300D8DD}" dt="2026-07-13T17:31:40.272" v="10033" actId="1076"/>
          <ac:grpSpMkLst>
            <pc:docMk/>
            <pc:sldMk cId="3674467208" sldId="289"/>
            <ac:grpSpMk id="70" creationId="{907D9914-76A9-0F8E-B11B-891F2D72BD78}"/>
          </ac:grpSpMkLst>
        </pc:grpChg>
      </pc:sldChg>
      <pc:sldChg chg="ord">
        <pc:chgData name="Adriana Trujillo (She\/Her)" userId="5a41a586-66be-47fc-8d5c-e4e81f221ccb" providerId="ADAL" clId="{0D98AE76-ED3B-4BE1-B75D-AF9F6300D8DD}" dt="2026-07-30T15:20:28.623" v="12046"/>
        <pc:sldMkLst>
          <pc:docMk/>
          <pc:sldMk cId="2184306615" sldId="291"/>
        </pc:sldMkLst>
      </pc:sldChg>
      <pc:sldChg chg="addSp delSp modSp mod">
        <pc:chgData name="Adriana Trujillo (She\/Her)" userId="5a41a586-66be-47fc-8d5c-e4e81f221ccb" providerId="ADAL" clId="{0D98AE76-ED3B-4BE1-B75D-AF9F6300D8DD}" dt="2026-07-13T16:54:59.087" v="9571" actId="14100"/>
        <pc:sldMkLst>
          <pc:docMk/>
          <pc:sldMk cId="2499144063" sldId="292"/>
        </pc:sldMkLst>
        <pc:spChg chg="add mod">
          <ac:chgData name="Adriana Trujillo (She\/Her)" userId="5a41a586-66be-47fc-8d5c-e4e81f221ccb" providerId="ADAL" clId="{0D98AE76-ED3B-4BE1-B75D-AF9F6300D8DD}" dt="2026-07-13T16:54:59.087" v="9571" actId="14100"/>
          <ac:spMkLst>
            <pc:docMk/>
            <pc:sldMk cId="2499144063" sldId="292"/>
            <ac:spMk id="9" creationId="{026648D9-53F1-51FF-90F2-FC32F44022BA}"/>
          </ac:spMkLst>
        </pc:spChg>
        <pc:spChg chg="mod">
          <ac:chgData name="Adriana Trujillo (She\/Her)" userId="5a41a586-66be-47fc-8d5c-e4e81f221ccb" providerId="ADAL" clId="{0D98AE76-ED3B-4BE1-B75D-AF9F6300D8DD}" dt="2026-07-13T16:54:42.429" v="9567" actId="404"/>
          <ac:spMkLst>
            <pc:docMk/>
            <pc:sldMk cId="2499144063" sldId="292"/>
            <ac:spMk id="53" creationId="{1097A237-2FA8-BDE5-337E-BF375CCC7B84}"/>
          </ac:spMkLst>
        </pc:spChg>
        <pc:spChg chg="mod">
          <ac:chgData name="Adriana Trujillo (She\/Her)" userId="5a41a586-66be-47fc-8d5c-e4e81f221ccb" providerId="ADAL" clId="{0D98AE76-ED3B-4BE1-B75D-AF9F6300D8DD}" dt="2026-07-13T16:54:46.148" v="9568" actId="1076"/>
          <ac:spMkLst>
            <pc:docMk/>
            <pc:sldMk cId="2499144063" sldId="292"/>
            <ac:spMk id="60" creationId="{4C8CD682-D6A9-50B1-57F3-70E1CD8394F5}"/>
          </ac:spMkLst>
        </pc:spChg>
      </pc:sldChg>
      <pc:sldChg chg="modSp add mod">
        <pc:chgData name="Adriana Trujillo (She\/Her)" userId="5a41a586-66be-47fc-8d5c-e4e81f221ccb" providerId="ADAL" clId="{0D98AE76-ED3B-4BE1-B75D-AF9F6300D8DD}" dt="2026-08-04T10:09:25.732" v="12243" actId="20577"/>
        <pc:sldMkLst>
          <pc:docMk/>
          <pc:sldMk cId="1303820288" sldId="300"/>
        </pc:sldMkLst>
        <pc:spChg chg="mod">
          <ac:chgData name="Adriana Trujillo (She\/Her)" userId="5a41a586-66be-47fc-8d5c-e4e81f221ccb" providerId="ADAL" clId="{0D98AE76-ED3B-4BE1-B75D-AF9F6300D8DD}" dt="2026-08-04T10:09:25.732" v="12243" actId="20577"/>
          <ac:spMkLst>
            <pc:docMk/>
            <pc:sldMk cId="1303820288" sldId="300"/>
            <ac:spMk id="3" creationId="{00000000-0000-0000-0000-000000000000}"/>
          </ac:spMkLst>
        </pc:spChg>
      </pc:sldChg>
      <pc:sldChg chg="modSp add del mod ord modShow">
        <pc:chgData name="Adriana Trujillo (She\/Her)" userId="5a41a586-66be-47fc-8d5c-e4e81f221ccb" providerId="ADAL" clId="{0D98AE76-ED3B-4BE1-B75D-AF9F6300D8DD}" dt="2026-08-04T10:07:47.188" v="12227"/>
        <pc:sldMkLst>
          <pc:docMk/>
          <pc:sldMk cId="0" sldId="4009"/>
        </pc:sldMkLst>
        <pc:spChg chg="mod">
          <ac:chgData name="Adriana Trujillo (She\/Her)" userId="5a41a586-66be-47fc-8d5c-e4e81f221ccb" providerId="ADAL" clId="{0D98AE76-ED3B-4BE1-B75D-AF9F6300D8DD}" dt="2026-07-30T15:17:03.107" v="11780" actId="20577"/>
          <ac:spMkLst>
            <pc:docMk/>
            <pc:sldMk cId="0" sldId="4009"/>
            <ac:spMk id="102" creationId="{00000000-0000-0000-0000-000000000000}"/>
          </ac:spMkLst>
        </pc:spChg>
      </pc:sldChg>
      <pc:sldChg chg="modSp add del mod ord modShow">
        <pc:chgData name="Adriana Trujillo (She\/Her)" userId="5a41a586-66be-47fc-8d5c-e4e81f221ccb" providerId="ADAL" clId="{0D98AE76-ED3B-4BE1-B75D-AF9F6300D8DD}" dt="2026-08-04T10:15:16.510" v="12252" actId="1076"/>
        <pc:sldMkLst>
          <pc:docMk/>
          <pc:sldMk cId="810897643" sldId="4020"/>
        </pc:sldMkLst>
        <pc:spChg chg="mod">
          <ac:chgData name="Adriana Trujillo (She\/Her)" userId="5a41a586-66be-47fc-8d5c-e4e81f221ccb" providerId="ADAL" clId="{0D98AE76-ED3B-4BE1-B75D-AF9F6300D8DD}" dt="2026-08-04T10:15:16.510" v="12252" actId="1076"/>
          <ac:spMkLst>
            <pc:docMk/>
            <pc:sldMk cId="810897643" sldId="4020"/>
            <ac:spMk id="101" creationId="{D31EB242-9599-51E7-51D8-9EE020A8B732}"/>
          </ac:spMkLst>
        </pc:spChg>
        <pc:spChg chg="mod">
          <ac:chgData name="Adriana Trujillo (She\/Her)" userId="5a41a586-66be-47fc-8d5c-e4e81f221ccb" providerId="ADAL" clId="{0D98AE76-ED3B-4BE1-B75D-AF9F6300D8DD}" dt="2026-07-30T15:18:11.542" v="11908" actId="20577"/>
          <ac:spMkLst>
            <pc:docMk/>
            <pc:sldMk cId="810897643" sldId="4020"/>
            <ac:spMk id="102" creationId="{96515E1E-85F2-1D51-AA7B-B69B7D9A7293}"/>
          </ac:spMkLst>
        </pc:spChg>
      </pc:sldChg>
      <pc:sldChg chg="add mod ord modShow">
        <pc:chgData name="Adriana Trujillo (She\/Her)" userId="5a41a586-66be-47fc-8d5c-e4e81f221ccb" providerId="ADAL" clId="{0D98AE76-ED3B-4BE1-B75D-AF9F6300D8DD}" dt="2026-08-04T10:07:47.188" v="12227"/>
        <pc:sldMkLst>
          <pc:docMk/>
          <pc:sldMk cId="4159873308" sldId="4021"/>
        </pc:sldMkLst>
      </pc:sldChg>
      <pc:sldChg chg="add del mod ord modShow">
        <pc:chgData name="Adriana Trujillo (She\/Her)" userId="5a41a586-66be-47fc-8d5c-e4e81f221ccb" providerId="ADAL" clId="{0D98AE76-ED3B-4BE1-B75D-AF9F6300D8DD}" dt="2026-08-04T10:07:47.188" v="12227"/>
        <pc:sldMkLst>
          <pc:docMk/>
          <pc:sldMk cId="0" sldId="4022"/>
        </pc:sldMkLst>
      </pc:sldChg>
      <pc:sldChg chg="add del mod ord modShow">
        <pc:chgData name="Adriana Trujillo (She\/Her)" userId="5a41a586-66be-47fc-8d5c-e4e81f221ccb" providerId="ADAL" clId="{0D98AE76-ED3B-4BE1-B75D-AF9F6300D8DD}" dt="2026-08-04T10:07:47.188" v="12227"/>
        <pc:sldMkLst>
          <pc:docMk/>
          <pc:sldMk cId="0" sldId="4023"/>
        </pc:sldMkLst>
      </pc:sldChg>
      <pc:sldChg chg="add del mod ord modShow">
        <pc:chgData name="Adriana Trujillo (She\/Her)" userId="5a41a586-66be-47fc-8d5c-e4e81f221ccb" providerId="ADAL" clId="{0D98AE76-ED3B-4BE1-B75D-AF9F6300D8DD}" dt="2026-08-04T10:07:47.188" v="12227"/>
        <pc:sldMkLst>
          <pc:docMk/>
          <pc:sldMk cId="0" sldId="4024"/>
        </pc:sldMkLst>
      </pc:sldChg>
      <pc:sldChg chg="add del mod ord modShow">
        <pc:chgData name="Adriana Trujillo (She\/Her)" userId="5a41a586-66be-47fc-8d5c-e4e81f221ccb" providerId="ADAL" clId="{0D98AE76-ED3B-4BE1-B75D-AF9F6300D8DD}" dt="2026-08-04T10:07:47.188" v="12227"/>
        <pc:sldMkLst>
          <pc:docMk/>
          <pc:sldMk cId="0" sldId="4052"/>
        </pc:sldMkLst>
      </pc:sldChg>
      <pc:sldChg chg="modSp add del mod ord modShow">
        <pc:chgData name="Adriana Trujillo (She\/Her)" userId="5a41a586-66be-47fc-8d5c-e4e81f221ccb" providerId="ADAL" clId="{0D98AE76-ED3B-4BE1-B75D-AF9F6300D8DD}" dt="2026-08-04T10:07:47.188" v="12227"/>
        <pc:sldMkLst>
          <pc:docMk/>
          <pc:sldMk cId="0" sldId="4053"/>
        </pc:sldMkLst>
        <pc:spChg chg="mod">
          <ac:chgData name="Adriana Trujillo (She\/Her)" userId="5a41a586-66be-47fc-8d5c-e4e81f221ccb" providerId="ADAL" clId="{0D98AE76-ED3B-4BE1-B75D-AF9F6300D8DD}" dt="2026-07-30T15:18:45.202" v="11951" actId="20577"/>
          <ac:spMkLst>
            <pc:docMk/>
            <pc:sldMk cId="0" sldId="4053"/>
            <ac:spMk id="5" creationId="{00000000-0000-0000-0000-000000000000}"/>
          </ac:spMkLst>
        </pc:spChg>
      </pc:sldChg>
      <pc:sldChg chg="add del mod ord modShow">
        <pc:chgData name="Adriana Trujillo (She\/Her)" userId="5a41a586-66be-47fc-8d5c-e4e81f221ccb" providerId="ADAL" clId="{0D98AE76-ED3B-4BE1-B75D-AF9F6300D8DD}" dt="2026-08-04T10:07:47.188" v="12227"/>
        <pc:sldMkLst>
          <pc:docMk/>
          <pc:sldMk cId="2386574565" sldId="4054"/>
        </pc:sldMkLst>
      </pc:sldChg>
      <pc:sldChg chg="modSp add del mod ord modShow">
        <pc:chgData name="Adriana Trujillo (She\/Her)" userId="5a41a586-66be-47fc-8d5c-e4e81f221ccb" providerId="ADAL" clId="{0D98AE76-ED3B-4BE1-B75D-AF9F6300D8DD}" dt="2026-08-04T10:07:47.188" v="12227"/>
        <pc:sldMkLst>
          <pc:docMk/>
          <pc:sldMk cId="0" sldId="4055"/>
        </pc:sldMkLst>
        <pc:spChg chg="mod">
          <ac:chgData name="Adriana Trujillo (She\/Her)" userId="5a41a586-66be-47fc-8d5c-e4e81f221ccb" providerId="ADAL" clId="{0D98AE76-ED3B-4BE1-B75D-AF9F6300D8DD}" dt="2026-07-30T15:19:02.244" v="11967" actId="20577"/>
          <ac:spMkLst>
            <pc:docMk/>
            <pc:sldMk cId="0" sldId="4055"/>
            <ac:spMk id="5" creationId="{00000000-0000-0000-0000-000000000000}"/>
          </ac:spMkLst>
        </pc:spChg>
        <pc:spChg chg="mod">
          <ac:chgData name="Adriana Trujillo (She\/Her)" userId="5a41a586-66be-47fc-8d5c-e4e81f221ccb" providerId="ADAL" clId="{0D98AE76-ED3B-4BE1-B75D-AF9F6300D8DD}" dt="2026-07-30T15:19:28.961" v="12028" actId="20577"/>
          <ac:spMkLst>
            <pc:docMk/>
            <pc:sldMk cId="0" sldId="4055"/>
            <ac:spMk id="7" creationId="{00000000-0000-0000-0000-000000000000}"/>
          </ac:spMkLst>
        </pc:spChg>
        <pc:spChg chg="mod">
          <ac:chgData name="Adriana Trujillo (She\/Her)" userId="5a41a586-66be-47fc-8d5c-e4e81f221ccb" providerId="ADAL" clId="{0D98AE76-ED3B-4BE1-B75D-AF9F6300D8DD}" dt="2026-07-30T15:19:21.600" v="12010" actId="20577"/>
          <ac:spMkLst>
            <pc:docMk/>
            <pc:sldMk cId="0" sldId="4055"/>
            <ac:spMk id="9" creationId="{00000000-0000-0000-0000-000000000000}"/>
          </ac:spMkLst>
        </pc:spChg>
        <pc:spChg chg="mod">
          <ac:chgData name="Adriana Trujillo (She\/Her)" userId="5a41a586-66be-47fc-8d5c-e4e81f221ccb" providerId="ADAL" clId="{0D98AE76-ED3B-4BE1-B75D-AF9F6300D8DD}" dt="2026-07-30T15:19:42.973" v="12044" actId="20577"/>
          <ac:spMkLst>
            <pc:docMk/>
            <pc:sldMk cId="0" sldId="4055"/>
            <ac:spMk id="12" creationId="{00000000-0000-0000-0000-000000000000}"/>
          </ac:spMkLst>
        </pc:spChg>
      </pc:sldChg>
      <pc:sldChg chg="addSp delSp modSp mod">
        <pc:chgData name="Adriana Trujillo (She\/Her)" userId="5a41a586-66be-47fc-8d5c-e4e81f221ccb" providerId="ADAL" clId="{0D98AE76-ED3B-4BE1-B75D-AF9F6300D8DD}" dt="2026-08-04T10:25:38.820" v="12818" actId="20577"/>
        <pc:sldMkLst>
          <pc:docMk/>
          <pc:sldMk cId="0" sldId="2147482528"/>
        </pc:sldMkLst>
        <pc:spChg chg="mod">
          <ac:chgData name="Adriana Trujillo (She\/Her)" userId="5a41a586-66be-47fc-8d5c-e4e81f221ccb" providerId="ADAL" clId="{0D98AE76-ED3B-4BE1-B75D-AF9F6300D8DD}" dt="2026-07-30T12:37:18.362" v="11150" actId="20577"/>
          <ac:spMkLst>
            <pc:docMk/>
            <pc:sldMk cId="0" sldId="2147482528"/>
            <ac:spMk id="2" creationId="{00000000-0000-0000-0000-000000000000}"/>
          </ac:spMkLst>
        </pc:spChg>
        <pc:spChg chg="add mod">
          <ac:chgData name="Adriana Trujillo (She\/Her)" userId="5a41a586-66be-47fc-8d5c-e4e81f221ccb" providerId="ADAL" clId="{0D98AE76-ED3B-4BE1-B75D-AF9F6300D8DD}" dt="2026-07-13T16:44:39.702" v="9385" actId="14861"/>
          <ac:spMkLst>
            <pc:docMk/>
            <pc:sldMk cId="0" sldId="2147482528"/>
            <ac:spMk id="7" creationId="{8D88C785-F00B-4C40-1549-7BEC1C91CE7A}"/>
          </ac:spMkLst>
        </pc:spChg>
        <pc:graphicFrameChg chg="mod modGraphic">
          <ac:chgData name="Adriana Trujillo (She\/Her)" userId="5a41a586-66be-47fc-8d5c-e4e81f221ccb" providerId="ADAL" clId="{0D98AE76-ED3B-4BE1-B75D-AF9F6300D8DD}" dt="2026-08-04T10:25:38.820" v="12818" actId="20577"/>
          <ac:graphicFrameMkLst>
            <pc:docMk/>
            <pc:sldMk cId="0" sldId="2147482528"/>
            <ac:graphicFrameMk id="60" creationId="{00000000-0000-0000-0000-000000000000}"/>
          </ac:graphicFrameMkLst>
        </pc:graphicFrameChg>
      </pc:sldChg>
      <pc:sldChg chg="addSp delSp modSp mod">
        <pc:chgData name="Adriana Trujillo (She\/Her)" userId="5a41a586-66be-47fc-8d5c-e4e81f221ccb" providerId="ADAL" clId="{0D98AE76-ED3B-4BE1-B75D-AF9F6300D8DD}" dt="2026-07-30T12:44:22.545" v="11405" actId="20577"/>
        <pc:sldMkLst>
          <pc:docMk/>
          <pc:sldMk cId="0" sldId="2147482529"/>
        </pc:sldMkLst>
        <pc:spChg chg="mod">
          <ac:chgData name="Adriana Trujillo (She\/Her)" userId="5a41a586-66be-47fc-8d5c-e4e81f221ccb" providerId="ADAL" clId="{0D98AE76-ED3B-4BE1-B75D-AF9F6300D8DD}" dt="2026-07-30T12:35:04.851" v="11047" actId="20577"/>
          <ac:spMkLst>
            <pc:docMk/>
            <pc:sldMk cId="0" sldId="2147482529"/>
            <ac:spMk id="2" creationId="{00000000-0000-0000-0000-000000000000}"/>
          </ac:spMkLst>
        </pc:spChg>
        <pc:spChg chg="add mod">
          <ac:chgData name="Adriana Trujillo (She\/Her)" userId="5a41a586-66be-47fc-8d5c-e4e81f221ccb" providerId="ADAL" clId="{0D98AE76-ED3B-4BE1-B75D-AF9F6300D8DD}" dt="2026-07-30T10:57:14.898" v="10943" actId="404"/>
          <ac:spMkLst>
            <pc:docMk/>
            <pc:sldMk cId="0" sldId="2147482529"/>
            <ac:spMk id="5" creationId="{7F644E47-D379-A6DD-C3AC-EF2F7B622D47}"/>
          </ac:spMkLst>
        </pc:spChg>
        <pc:spChg chg="mod">
          <ac:chgData name="Adriana Trujillo (She\/Her)" userId="5a41a586-66be-47fc-8d5c-e4e81f221ccb" providerId="ADAL" clId="{0D98AE76-ED3B-4BE1-B75D-AF9F6300D8DD}" dt="2026-07-30T12:44:22.545" v="11405" actId="20577"/>
          <ac:spMkLst>
            <pc:docMk/>
            <pc:sldMk cId="0" sldId="2147482529"/>
            <ac:spMk id="59" creationId="{00000000-0000-0000-0000-000000000000}"/>
          </ac:spMkLst>
        </pc:spChg>
        <pc:spChg chg="mod">
          <ac:chgData name="Adriana Trujillo (She\/Her)" userId="5a41a586-66be-47fc-8d5c-e4e81f221ccb" providerId="ADAL" clId="{0D98AE76-ED3B-4BE1-B75D-AF9F6300D8DD}" dt="2026-07-30T10:53:00.846" v="10670" actId="113"/>
          <ac:spMkLst>
            <pc:docMk/>
            <pc:sldMk cId="0" sldId="2147482529"/>
            <ac:spMk id="100" creationId="{00000000-0000-0000-0000-000000000000}"/>
          </ac:spMkLst>
        </pc:spChg>
        <pc:spChg chg="mod">
          <ac:chgData name="Adriana Trujillo (She\/Her)" userId="5a41a586-66be-47fc-8d5c-e4e81f221ccb" providerId="ADAL" clId="{0D98AE76-ED3B-4BE1-B75D-AF9F6300D8DD}" dt="2026-07-30T10:55:34.874" v="10793" actId="20577"/>
          <ac:spMkLst>
            <pc:docMk/>
            <pc:sldMk cId="0" sldId="2147482529"/>
            <ac:spMk id="101" creationId="{00000000-0000-0000-0000-000000000000}"/>
          </ac:spMkLst>
        </pc:spChg>
        <pc:spChg chg="mod">
          <ac:chgData name="Adriana Trujillo (She\/Her)" userId="5a41a586-66be-47fc-8d5c-e4e81f221ccb" providerId="ADAL" clId="{0D98AE76-ED3B-4BE1-B75D-AF9F6300D8DD}" dt="2026-07-30T10:54:41.409" v="10734" actId="20577"/>
          <ac:spMkLst>
            <pc:docMk/>
            <pc:sldMk cId="0" sldId="2147482529"/>
            <ac:spMk id="102" creationId="{00000000-0000-0000-0000-000000000000}"/>
          </ac:spMkLst>
        </pc:spChg>
        <pc:spChg chg="mod">
          <ac:chgData name="Adriana Trujillo (She\/Her)" userId="5a41a586-66be-47fc-8d5c-e4e81f221ccb" providerId="ADAL" clId="{0D98AE76-ED3B-4BE1-B75D-AF9F6300D8DD}" dt="2026-07-30T10:56:10.736" v="10850" actId="113"/>
          <ac:spMkLst>
            <pc:docMk/>
            <pc:sldMk cId="0" sldId="2147482529"/>
            <ac:spMk id="103" creationId="{00000000-0000-0000-0000-000000000000}"/>
          </ac:spMkLst>
        </pc:spChg>
        <pc:spChg chg="mod">
          <ac:chgData name="Adriana Trujillo (She\/Her)" userId="5a41a586-66be-47fc-8d5c-e4e81f221ccb" providerId="ADAL" clId="{0D98AE76-ED3B-4BE1-B75D-AF9F6300D8DD}" dt="2026-07-30T10:54:56.322" v="10739"/>
          <ac:spMkLst>
            <pc:docMk/>
            <pc:sldMk cId="0" sldId="2147482529"/>
            <ac:spMk id="104" creationId="{00000000-0000-0000-0000-000000000000}"/>
          </ac:spMkLst>
        </pc:spChg>
        <pc:spChg chg="mod">
          <ac:chgData name="Adriana Trujillo (She\/Her)" userId="5a41a586-66be-47fc-8d5c-e4e81f221ccb" providerId="ADAL" clId="{0D98AE76-ED3B-4BE1-B75D-AF9F6300D8DD}" dt="2026-07-30T10:56:43.224" v="10921" actId="20577"/>
          <ac:spMkLst>
            <pc:docMk/>
            <pc:sldMk cId="0" sldId="2147482529"/>
            <ac:spMk id="105" creationId="{00000000-0000-0000-0000-000000000000}"/>
          </ac:spMkLst>
        </pc:spChg>
      </pc:sldChg>
      <pc:sldChg chg="modSp mod">
        <pc:chgData name="Adriana Trujillo (She\/Her)" userId="5a41a586-66be-47fc-8d5c-e4e81f221ccb" providerId="ADAL" clId="{0D98AE76-ED3B-4BE1-B75D-AF9F6300D8DD}" dt="2026-07-29T22:02:15.358" v="10159" actId="207"/>
        <pc:sldMkLst>
          <pc:docMk/>
          <pc:sldMk cId="0" sldId="2147482531"/>
        </pc:sldMkLst>
        <pc:spChg chg="mod">
          <ac:chgData name="Adriana Trujillo (She\/Her)" userId="5a41a586-66be-47fc-8d5c-e4e81f221ccb" providerId="ADAL" clId="{0D98AE76-ED3B-4BE1-B75D-AF9F6300D8DD}" dt="2026-07-29T22:02:15.358" v="10159" actId="207"/>
          <ac:spMkLst>
            <pc:docMk/>
            <pc:sldMk cId="0" sldId="2147482531"/>
            <ac:spMk id="6" creationId="{496807C8-15D7-5744-95DB-470E3EC3677D}"/>
          </ac:spMkLst>
        </pc:spChg>
        <pc:spChg chg="mod">
          <ac:chgData name="Adriana Trujillo (She\/Her)" userId="5a41a586-66be-47fc-8d5c-e4e81f221ccb" providerId="ADAL" clId="{0D98AE76-ED3B-4BE1-B75D-AF9F6300D8DD}" dt="2026-07-29T22:01:35.763" v="10106" actId="1076"/>
          <ac:spMkLst>
            <pc:docMk/>
            <pc:sldMk cId="0" sldId="2147482531"/>
            <ac:spMk id="15" creationId="{DC9196AA-FC6F-4877-ADE4-70185ABEE87E}"/>
          </ac:spMkLst>
        </pc:spChg>
        <pc:grpChg chg="mod">
          <ac:chgData name="Adriana Trujillo (She\/Her)" userId="5a41a586-66be-47fc-8d5c-e4e81f221ccb" providerId="ADAL" clId="{0D98AE76-ED3B-4BE1-B75D-AF9F6300D8DD}" dt="2026-07-29T22:01:32.264" v="10105" actId="1076"/>
          <ac:grpSpMkLst>
            <pc:docMk/>
            <pc:sldMk cId="0" sldId="2147482531"/>
            <ac:grpSpMk id="7" creationId="{33DE4ADC-5791-9EF3-5D31-087C853FC272}"/>
          </ac:grpSpMkLst>
        </pc:grpChg>
      </pc:sldChg>
      <pc:sldChg chg="addSp delSp modSp mod">
        <pc:chgData name="Adriana Trujillo (She\/Her)" userId="5a41a586-66be-47fc-8d5c-e4e81f221ccb" providerId="ADAL" clId="{0D98AE76-ED3B-4BE1-B75D-AF9F6300D8DD}" dt="2026-07-13T16:57:00.428" v="9594" actId="1076"/>
        <pc:sldMkLst>
          <pc:docMk/>
          <pc:sldMk cId="1810550326" sldId="2147482532"/>
        </pc:sldMkLst>
        <pc:spChg chg="add">
          <ac:chgData name="Adriana Trujillo (She\/Her)" userId="5a41a586-66be-47fc-8d5c-e4e81f221ccb" providerId="ADAL" clId="{0D98AE76-ED3B-4BE1-B75D-AF9F6300D8DD}" dt="2026-07-13T16:56:47.070" v="9591" actId="22"/>
          <ac:spMkLst>
            <pc:docMk/>
            <pc:sldMk cId="1810550326" sldId="2147482532"/>
            <ac:spMk id="5" creationId="{4C71ABB6-4B98-713D-6437-4C48147A7BEC}"/>
          </ac:spMkLst>
        </pc:spChg>
        <pc:spChg chg="mod">
          <ac:chgData name="Adriana Trujillo (She\/Her)" userId="5a41a586-66be-47fc-8d5c-e4e81f221ccb" providerId="ADAL" clId="{0D98AE76-ED3B-4BE1-B75D-AF9F6300D8DD}" dt="2026-07-13T16:57:00.428" v="9594" actId="1076"/>
          <ac:spMkLst>
            <pc:docMk/>
            <pc:sldMk cId="1810550326" sldId="2147482532"/>
            <ac:spMk id="21" creationId="{50AFB3DD-ED23-3ED8-507E-3D9BC809EC42}"/>
          </ac:spMkLst>
        </pc:spChg>
        <pc:spChg chg="mod">
          <ac:chgData name="Adriana Trujillo (She\/Her)" userId="5a41a586-66be-47fc-8d5c-e4e81f221ccb" providerId="ADAL" clId="{0D98AE76-ED3B-4BE1-B75D-AF9F6300D8DD}" dt="2026-07-13T16:56:53.734" v="9593" actId="1076"/>
          <ac:spMkLst>
            <pc:docMk/>
            <pc:sldMk cId="1810550326" sldId="2147482532"/>
            <ac:spMk id="53" creationId="{F0FF4D2B-A562-9CAF-FAF9-C7C28D366034}"/>
          </ac:spMkLst>
        </pc:spChg>
        <pc:spChg chg="mod">
          <ac:chgData name="Adriana Trujillo (She\/Her)" userId="5a41a586-66be-47fc-8d5c-e4e81f221ccb" providerId="ADAL" clId="{0D98AE76-ED3B-4BE1-B75D-AF9F6300D8DD}" dt="2026-07-13T16:56:50.971" v="9592" actId="1076"/>
          <ac:spMkLst>
            <pc:docMk/>
            <pc:sldMk cId="1810550326" sldId="2147482532"/>
            <ac:spMk id="60" creationId="{FF2ABA8C-593F-EDB5-33D5-99EDBFD438D0}"/>
          </ac:spMkLst>
        </pc:spChg>
      </pc:sldChg>
      <pc:sldChg chg="addSp delSp modSp mod">
        <pc:chgData name="Adriana Trujillo (She\/Her)" userId="5a41a586-66be-47fc-8d5c-e4e81f221ccb" providerId="ADAL" clId="{0D98AE76-ED3B-4BE1-B75D-AF9F6300D8DD}" dt="2026-07-29T22:20:48.343" v="10606" actId="20577"/>
        <pc:sldMkLst>
          <pc:docMk/>
          <pc:sldMk cId="137275120" sldId="2147482533"/>
        </pc:sldMkLst>
        <pc:spChg chg="mod">
          <ac:chgData name="Adriana Trujillo (She\/Her)" userId="5a41a586-66be-47fc-8d5c-e4e81f221ccb" providerId="ADAL" clId="{0D98AE76-ED3B-4BE1-B75D-AF9F6300D8DD}" dt="2026-07-29T22:19:11.195" v="10564" actId="14100"/>
          <ac:spMkLst>
            <pc:docMk/>
            <pc:sldMk cId="137275120" sldId="2147482533"/>
            <ac:spMk id="51" creationId="{7EE2A149-8095-E3A9-96AB-7E32DD23635E}"/>
          </ac:spMkLst>
        </pc:spChg>
        <pc:spChg chg="mod">
          <ac:chgData name="Adriana Trujillo (She\/Her)" userId="5a41a586-66be-47fc-8d5c-e4e81f221ccb" providerId="ADAL" clId="{0D98AE76-ED3B-4BE1-B75D-AF9F6300D8DD}" dt="2026-07-29T22:20:48.343" v="10606" actId="20577"/>
          <ac:spMkLst>
            <pc:docMk/>
            <pc:sldMk cId="137275120" sldId="2147482533"/>
            <ac:spMk id="52" creationId="{D2CC4998-D8EA-5FE9-0DB3-8F6E32E3FE9A}"/>
          </ac:spMkLst>
        </pc:spChg>
        <pc:spChg chg="mod">
          <ac:chgData name="Adriana Trujillo (She\/Her)" userId="5a41a586-66be-47fc-8d5c-e4e81f221ccb" providerId="ADAL" clId="{0D98AE76-ED3B-4BE1-B75D-AF9F6300D8DD}" dt="2026-07-13T16:56:21.290" v="9583" actId="1076"/>
          <ac:spMkLst>
            <pc:docMk/>
            <pc:sldMk cId="137275120" sldId="2147482533"/>
            <ac:spMk id="53" creationId="{A8E2A045-17B3-28AE-E885-CB2E3EA1E5AD}"/>
          </ac:spMkLst>
        </pc:spChg>
        <pc:spChg chg="mod">
          <ac:chgData name="Adriana Trujillo (She\/Her)" userId="5a41a586-66be-47fc-8d5c-e4e81f221ccb" providerId="ADAL" clId="{0D98AE76-ED3B-4BE1-B75D-AF9F6300D8DD}" dt="2026-07-29T22:18:50.064" v="10550" actId="14100"/>
          <ac:spMkLst>
            <pc:docMk/>
            <pc:sldMk cId="137275120" sldId="2147482533"/>
            <ac:spMk id="54" creationId="{D53CF902-A29F-CE22-4039-6347D8B2F6CC}"/>
          </ac:spMkLst>
        </pc:spChg>
        <pc:spChg chg="mod">
          <ac:chgData name="Adriana Trujillo (She\/Her)" userId="5a41a586-66be-47fc-8d5c-e4e81f221ccb" providerId="ADAL" clId="{0D98AE76-ED3B-4BE1-B75D-AF9F6300D8DD}" dt="2026-07-29T22:20:28.597" v="10599" actId="20577"/>
          <ac:spMkLst>
            <pc:docMk/>
            <pc:sldMk cId="137275120" sldId="2147482533"/>
            <ac:spMk id="56" creationId="{390425AF-935A-9F90-AB98-501913D20AE0}"/>
          </ac:spMkLst>
        </pc:spChg>
        <pc:spChg chg="mod">
          <ac:chgData name="Adriana Trujillo (She\/Her)" userId="5a41a586-66be-47fc-8d5c-e4e81f221ccb" providerId="ADAL" clId="{0D98AE76-ED3B-4BE1-B75D-AF9F6300D8DD}" dt="2026-07-13T16:56:17.633" v="9582" actId="1076"/>
          <ac:spMkLst>
            <pc:docMk/>
            <pc:sldMk cId="137275120" sldId="2147482533"/>
            <ac:spMk id="60" creationId="{D839BC07-F97D-C786-BB5F-D7353048EE97}"/>
          </ac:spMkLst>
        </pc:spChg>
      </pc:sldChg>
      <pc:sldChg chg="addSp delSp modSp mod">
        <pc:chgData name="Adriana Trujillo (She\/Her)" userId="5a41a586-66be-47fc-8d5c-e4e81f221ccb" providerId="ADAL" clId="{0D98AE76-ED3B-4BE1-B75D-AF9F6300D8DD}" dt="2026-07-29T22:16:02.972" v="10359" actId="20577"/>
        <pc:sldMkLst>
          <pc:docMk/>
          <pc:sldMk cId="682626933" sldId="2147482535"/>
        </pc:sldMkLst>
        <pc:spChg chg="mod">
          <ac:chgData name="Adriana Trujillo (She\/Her)" userId="5a41a586-66be-47fc-8d5c-e4e81f221ccb" providerId="ADAL" clId="{0D98AE76-ED3B-4BE1-B75D-AF9F6300D8DD}" dt="2026-07-13T17:00:25.282" v="9631" actId="1076"/>
          <ac:spMkLst>
            <pc:docMk/>
            <pc:sldMk cId="682626933" sldId="2147482535"/>
            <ac:spMk id="2" creationId="{3307A44A-E530-87BF-72DE-3373AB89CCF7}"/>
          </ac:spMkLst>
        </pc:spChg>
        <pc:spChg chg="mod">
          <ac:chgData name="Adriana Trujillo (She\/Her)" userId="5a41a586-66be-47fc-8d5c-e4e81f221ccb" providerId="ADAL" clId="{0D98AE76-ED3B-4BE1-B75D-AF9F6300D8DD}" dt="2026-07-13T17:00:25.282" v="9631" actId="1076"/>
          <ac:spMkLst>
            <pc:docMk/>
            <pc:sldMk cId="682626933" sldId="2147482535"/>
            <ac:spMk id="15" creationId="{573036E8-7BBD-75CA-50D1-26FE3634F2BE}"/>
          </ac:spMkLst>
        </pc:spChg>
        <pc:spChg chg="mod">
          <ac:chgData name="Adriana Trujillo (She\/Her)" userId="5a41a586-66be-47fc-8d5c-e4e81f221ccb" providerId="ADAL" clId="{0D98AE76-ED3B-4BE1-B75D-AF9F6300D8DD}" dt="2026-07-13T17:00:25.282" v="9631" actId="1076"/>
          <ac:spMkLst>
            <pc:docMk/>
            <pc:sldMk cId="682626933" sldId="2147482535"/>
            <ac:spMk id="27" creationId="{1C5639C5-ACA8-4014-70D0-A071F3AF13FE}"/>
          </ac:spMkLst>
        </pc:spChg>
        <pc:spChg chg="mod">
          <ac:chgData name="Adriana Trujillo (She\/Her)" userId="5a41a586-66be-47fc-8d5c-e4e81f221ccb" providerId="ADAL" clId="{0D98AE76-ED3B-4BE1-B75D-AF9F6300D8DD}" dt="2026-07-29T22:16:02.972" v="10359" actId="20577"/>
          <ac:spMkLst>
            <pc:docMk/>
            <pc:sldMk cId="682626933" sldId="2147482535"/>
            <ac:spMk id="28" creationId="{AF2477BB-3C57-F62C-C023-30972E4078BC}"/>
          </ac:spMkLst>
        </pc:spChg>
        <pc:spChg chg="mod">
          <ac:chgData name="Adriana Trujillo (She\/Her)" userId="5a41a586-66be-47fc-8d5c-e4e81f221ccb" providerId="ADAL" clId="{0D98AE76-ED3B-4BE1-B75D-AF9F6300D8DD}" dt="2026-07-13T17:00:25.282" v="9631" actId="1076"/>
          <ac:spMkLst>
            <pc:docMk/>
            <pc:sldMk cId="682626933" sldId="2147482535"/>
            <ac:spMk id="30" creationId="{E9820750-5847-78A6-F09D-AC803C9A6330}"/>
          </ac:spMkLst>
        </pc:spChg>
        <pc:spChg chg="mod">
          <ac:chgData name="Adriana Trujillo (She\/Her)" userId="5a41a586-66be-47fc-8d5c-e4e81f221ccb" providerId="ADAL" clId="{0D98AE76-ED3B-4BE1-B75D-AF9F6300D8DD}" dt="2026-07-13T17:00:25.282" v="9631" actId="1076"/>
          <ac:spMkLst>
            <pc:docMk/>
            <pc:sldMk cId="682626933" sldId="2147482535"/>
            <ac:spMk id="42" creationId="{C61DF5C1-083E-8252-C6E0-E90896D1F496}"/>
          </ac:spMkLst>
        </pc:spChg>
        <pc:spChg chg="mod">
          <ac:chgData name="Adriana Trujillo (She\/Her)" userId="5a41a586-66be-47fc-8d5c-e4e81f221ccb" providerId="ADAL" clId="{0D98AE76-ED3B-4BE1-B75D-AF9F6300D8DD}" dt="2026-07-13T17:00:25.282" v="9631" actId="1076"/>
          <ac:spMkLst>
            <pc:docMk/>
            <pc:sldMk cId="682626933" sldId="2147482535"/>
            <ac:spMk id="43" creationId="{7BDF5E58-A297-8341-C88E-1D1F056301DD}"/>
          </ac:spMkLst>
        </pc:spChg>
        <pc:spChg chg="mod">
          <ac:chgData name="Adriana Trujillo (She\/Her)" userId="5a41a586-66be-47fc-8d5c-e4e81f221ccb" providerId="ADAL" clId="{0D98AE76-ED3B-4BE1-B75D-AF9F6300D8DD}" dt="2026-07-13T17:00:25.282" v="9631" actId="1076"/>
          <ac:spMkLst>
            <pc:docMk/>
            <pc:sldMk cId="682626933" sldId="2147482535"/>
            <ac:spMk id="49" creationId="{4A1BF8A2-C64A-7CFF-93F3-A9E52BF19EED}"/>
          </ac:spMkLst>
        </pc:spChg>
        <pc:spChg chg="mod">
          <ac:chgData name="Adriana Trujillo (She\/Her)" userId="5a41a586-66be-47fc-8d5c-e4e81f221ccb" providerId="ADAL" clId="{0D98AE76-ED3B-4BE1-B75D-AF9F6300D8DD}" dt="2026-07-13T17:00:25.282" v="9631" actId="1076"/>
          <ac:spMkLst>
            <pc:docMk/>
            <pc:sldMk cId="682626933" sldId="2147482535"/>
            <ac:spMk id="58" creationId="{23302AE8-79CF-4073-27D5-EED75048819C}"/>
          </ac:spMkLst>
        </pc:spChg>
        <pc:spChg chg="mod">
          <ac:chgData name="Adriana Trujillo (She\/Her)" userId="5a41a586-66be-47fc-8d5c-e4e81f221ccb" providerId="ADAL" clId="{0D98AE76-ED3B-4BE1-B75D-AF9F6300D8DD}" dt="2026-07-13T17:00:34.245" v="9634" actId="1076"/>
          <ac:spMkLst>
            <pc:docMk/>
            <pc:sldMk cId="682626933" sldId="2147482535"/>
            <ac:spMk id="60" creationId="{69ECE3C5-4C6F-41D7-4441-3818C56DE6F7}"/>
          </ac:spMkLst>
        </pc:spChg>
        <pc:spChg chg="mod">
          <ac:chgData name="Adriana Trujillo (She\/Her)" userId="5a41a586-66be-47fc-8d5c-e4e81f221ccb" providerId="ADAL" clId="{0D98AE76-ED3B-4BE1-B75D-AF9F6300D8DD}" dt="2026-07-13T17:00:25.282" v="9631" actId="1076"/>
          <ac:spMkLst>
            <pc:docMk/>
            <pc:sldMk cId="682626933" sldId="2147482535"/>
            <ac:spMk id="63" creationId="{AB405DD9-2545-DE23-BE64-3286FC7D88B0}"/>
          </ac:spMkLst>
        </pc:spChg>
        <pc:spChg chg="mod">
          <ac:chgData name="Adriana Trujillo (She\/Her)" userId="5a41a586-66be-47fc-8d5c-e4e81f221ccb" providerId="ADAL" clId="{0D98AE76-ED3B-4BE1-B75D-AF9F6300D8DD}" dt="2026-07-13T17:00:25.282" v="9631" actId="1076"/>
          <ac:spMkLst>
            <pc:docMk/>
            <pc:sldMk cId="682626933" sldId="2147482535"/>
            <ac:spMk id="67" creationId="{3E36AF18-4642-E3CB-F9C1-B4327E22024A}"/>
          </ac:spMkLst>
        </pc:spChg>
        <pc:spChg chg="mod">
          <ac:chgData name="Adriana Trujillo (She\/Her)" userId="5a41a586-66be-47fc-8d5c-e4e81f221ccb" providerId="ADAL" clId="{0D98AE76-ED3B-4BE1-B75D-AF9F6300D8DD}" dt="2026-07-13T17:00:29.183" v="9633" actId="404"/>
          <ac:spMkLst>
            <pc:docMk/>
            <pc:sldMk cId="682626933" sldId="2147482535"/>
            <ac:spMk id="70" creationId="{12E85407-577F-C81C-FEED-219E737EEA89}"/>
          </ac:spMkLst>
        </pc:spChg>
      </pc:sldChg>
      <pc:sldChg chg="ord">
        <pc:chgData name="Adriana Trujillo (She\/Her)" userId="5a41a586-66be-47fc-8d5c-e4e81f221ccb" providerId="ADAL" clId="{0D98AE76-ED3B-4BE1-B75D-AF9F6300D8DD}" dt="2026-07-30T15:20:28.623" v="12046"/>
        <pc:sldMkLst>
          <pc:docMk/>
          <pc:sldMk cId="2468010061" sldId="2147482538"/>
        </pc:sldMkLst>
      </pc:sldChg>
      <pc:sldChg chg="addSp delSp modSp add del mod modCm">
        <pc:chgData name="Adriana Trujillo (She\/Her)" userId="5a41a586-66be-47fc-8d5c-e4e81f221ccb" providerId="ADAL" clId="{0D98AE76-ED3B-4BE1-B75D-AF9F6300D8DD}" dt="2026-07-13T17:00:14.357" v="9630" actId="14861"/>
        <pc:sldMkLst>
          <pc:docMk/>
          <pc:sldMk cId="603251691" sldId="2147482539"/>
        </pc:sldMkLst>
        <pc:spChg chg="mod">
          <ac:chgData name="Adriana Trujillo (She\/Her)" userId="5a41a586-66be-47fc-8d5c-e4e81f221ccb" providerId="ADAL" clId="{0D98AE76-ED3B-4BE1-B75D-AF9F6300D8DD}" dt="2026-07-13T16:57:12.384" v="9596" actId="2711"/>
          <ac:spMkLst>
            <pc:docMk/>
            <pc:sldMk cId="603251691" sldId="2147482539"/>
            <ac:spMk id="2" creationId="{00000000-0000-0000-0000-000000000000}"/>
          </ac:spMkLst>
        </pc:spChg>
        <pc:spChg chg="add mod">
          <ac:chgData name="Adriana Trujillo (She\/Her)" userId="5a41a586-66be-47fc-8d5c-e4e81f221ccb" providerId="ADAL" clId="{0D98AE76-ED3B-4BE1-B75D-AF9F6300D8DD}" dt="2026-07-13T17:00:14.357" v="9630" actId="14861"/>
          <ac:spMkLst>
            <pc:docMk/>
            <pc:sldMk cId="603251691" sldId="2147482539"/>
            <ac:spMk id="12" creationId="{97230EA6-7D63-1248-89E4-6DFD2F7E18D7}"/>
          </ac:spMkLst>
        </pc:spChg>
        <pc:spChg chg="add mod">
          <ac:chgData name="Adriana Trujillo (She\/Her)" userId="5a41a586-66be-47fc-8d5c-e4e81f221ccb" providerId="ADAL" clId="{0D98AE76-ED3B-4BE1-B75D-AF9F6300D8DD}" dt="2026-07-13T16:57:26.695" v="9600" actId="20577"/>
          <ac:spMkLst>
            <pc:docMk/>
            <pc:sldMk cId="603251691" sldId="2147482539"/>
            <ac:spMk id="13" creationId="{06B232F3-F47B-EE55-4ECA-9815328E90BF}"/>
          </ac:spMkLst>
        </pc:spChg>
        <pc:graphicFrameChg chg="mod modGraphic">
          <ac:chgData name="Adriana Trujillo (She\/Her)" userId="5a41a586-66be-47fc-8d5c-e4e81f221ccb" providerId="ADAL" clId="{0D98AE76-ED3B-4BE1-B75D-AF9F6300D8DD}" dt="2026-07-13T17:00:06.870" v="9629" actId="1076"/>
          <ac:graphicFrameMkLst>
            <pc:docMk/>
            <pc:sldMk cId="603251691" sldId="2147482539"/>
            <ac:graphicFrameMk id="60" creationId="{00000000-0000-0000-0000-000000000000}"/>
          </ac:graphicFrameMkLst>
        </pc:graphicFrameChg>
        <pc:picChg chg="add mod">
          <ac:chgData name="Adriana Trujillo (She\/Her)" userId="5a41a586-66be-47fc-8d5c-e4e81f221ccb" providerId="ADAL" clId="{0D98AE76-ED3B-4BE1-B75D-AF9F6300D8DD}" dt="2026-07-13T17:00:06.870" v="9629" actId="1076"/>
          <ac:picMkLst>
            <pc:docMk/>
            <pc:sldMk cId="603251691" sldId="2147482539"/>
            <ac:picMk id="7" creationId="{EF4680CA-49E9-F0A8-3A76-6F3416860414}"/>
          </ac:picMkLst>
        </pc:picChg>
        <pc:picChg chg="mod">
          <ac:chgData name="Adriana Trujillo (She\/Her)" userId="5a41a586-66be-47fc-8d5c-e4e81f221ccb" providerId="ADAL" clId="{0D98AE76-ED3B-4BE1-B75D-AF9F6300D8DD}" dt="2026-07-13T17:00:06.870" v="9629" actId="1076"/>
          <ac:picMkLst>
            <pc:docMk/>
            <pc:sldMk cId="603251691" sldId="2147482539"/>
            <ac:picMk id="8" creationId="{22C5268E-9861-5EEF-5E2A-B2A454311704}"/>
          </ac:picMkLst>
        </pc:picChg>
        <pc:picChg chg="add mod">
          <ac:chgData name="Adriana Trujillo (She\/Her)" userId="5a41a586-66be-47fc-8d5c-e4e81f221ccb" providerId="ADAL" clId="{0D98AE76-ED3B-4BE1-B75D-AF9F6300D8DD}" dt="2026-07-13T17:00:06.870" v="9629" actId="1076"/>
          <ac:picMkLst>
            <pc:docMk/>
            <pc:sldMk cId="603251691" sldId="2147482539"/>
            <ac:picMk id="9" creationId="{D2A62385-4F0E-47C0-B724-D95D3F13B6F4}"/>
          </ac:picMkLst>
        </pc:picChg>
        <pc:extLst>
          <p:ext xmlns:p="http://schemas.openxmlformats.org/presentationml/2006/main" uri="{D6D511B9-2390-475A-947B-AFAB55BFBCF1}">
            <pc226:cmChg xmlns:pc226="http://schemas.microsoft.com/office/powerpoint/2022/06/main/command" chg="mod">
              <pc226:chgData name="Adriana Trujillo (She\/Her)" userId="5a41a586-66be-47fc-8d5c-e4e81f221ccb" providerId="ADAL" clId="{0D98AE76-ED3B-4BE1-B75D-AF9F6300D8DD}" dt="2026-07-13T16:57:26.695" v="9600" actId="20577"/>
              <pc2:cmMkLst xmlns:pc2="http://schemas.microsoft.com/office/powerpoint/2019/9/main/command">
                <pc:docMk/>
                <pc:sldMk cId="603251691" sldId="2147482539"/>
                <pc2:cmMk id="{C04BC422-71A3-44BA-BE8A-EFE4DECF41A4}"/>
              </pc2:cmMkLst>
            </pc226:cmChg>
            <pc226:cmChg xmlns:pc226="http://schemas.microsoft.com/office/powerpoint/2022/06/main/command" chg="mod">
              <pc226:chgData name="Adriana Trujillo (She\/Her)" userId="5a41a586-66be-47fc-8d5c-e4e81f221ccb" providerId="ADAL" clId="{0D98AE76-ED3B-4BE1-B75D-AF9F6300D8DD}" dt="2026-06-23T10:02:25.748" v="2008" actId="20577"/>
              <pc2:cmMkLst xmlns:pc2="http://schemas.microsoft.com/office/powerpoint/2019/9/main/command">
                <pc:docMk/>
                <pc:sldMk cId="603251691" sldId="2147482539"/>
                <pc2:cmMk id="{B2CD688C-018B-440E-93D7-57031838C795}"/>
              </pc2:cmMkLst>
            </pc226:cmChg>
            <pc226:cmChg xmlns:pc226="http://schemas.microsoft.com/office/powerpoint/2022/06/main/command" chg="mod">
              <pc226:chgData name="Adriana Trujillo (She\/Her)" userId="5a41a586-66be-47fc-8d5c-e4e81f221ccb" providerId="ADAL" clId="{0D98AE76-ED3B-4BE1-B75D-AF9F6300D8DD}" dt="2026-07-13T13:54:40.948" v="6944" actId="20577"/>
              <pc2:cmMkLst xmlns:pc2="http://schemas.microsoft.com/office/powerpoint/2019/9/main/command">
                <pc:docMk/>
                <pc:sldMk cId="603251691" sldId="2147482539"/>
                <pc2:cmMk id="{F7EF2BD5-4117-6C43-BF4C-781213569F4B}"/>
              </pc2:cmMkLst>
            </pc226:cmChg>
          </p:ext>
        </pc:extLst>
      </pc:sldChg>
      <pc:sldChg chg="ord">
        <pc:chgData name="Adriana Trujillo (She\/Her)" userId="5a41a586-66be-47fc-8d5c-e4e81f221ccb" providerId="ADAL" clId="{0D98AE76-ED3B-4BE1-B75D-AF9F6300D8DD}" dt="2026-07-30T15:20:28.623" v="12046"/>
        <pc:sldMkLst>
          <pc:docMk/>
          <pc:sldMk cId="1669431507" sldId="2147482546"/>
        </pc:sldMkLst>
      </pc:sldChg>
      <pc:sldChg chg="ord">
        <pc:chgData name="Adriana Trujillo (She\/Her)" userId="5a41a586-66be-47fc-8d5c-e4e81f221ccb" providerId="ADAL" clId="{0D98AE76-ED3B-4BE1-B75D-AF9F6300D8DD}" dt="2026-07-30T15:20:28.623" v="12046"/>
        <pc:sldMkLst>
          <pc:docMk/>
          <pc:sldMk cId="3915719962" sldId="2147482547"/>
        </pc:sldMkLst>
      </pc:sldChg>
      <pc:sldChg chg="ord">
        <pc:chgData name="Adriana Trujillo (She\/Her)" userId="5a41a586-66be-47fc-8d5c-e4e81f221ccb" providerId="ADAL" clId="{0D98AE76-ED3B-4BE1-B75D-AF9F6300D8DD}" dt="2026-07-30T15:20:28.623" v="12046"/>
        <pc:sldMkLst>
          <pc:docMk/>
          <pc:sldMk cId="2106234938" sldId="2147482551"/>
        </pc:sldMkLst>
      </pc:sldChg>
      <pc:sldChg chg="modSp mod">
        <pc:chgData name="Adriana Trujillo (She\/Her)" userId="5a41a586-66be-47fc-8d5c-e4e81f221ccb" providerId="ADAL" clId="{0D98AE76-ED3B-4BE1-B75D-AF9F6300D8DD}" dt="2026-07-07T11:11:13.246" v="2885" actId="113"/>
        <pc:sldMkLst>
          <pc:docMk/>
          <pc:sldMk cId="2980999943" sldId="2147482552"/>
        </pc:sldMkLst>
        <pc:spChg chg="mod">
          <ac:chgData name="Adriana Trujillo (She\/Her)" userId="5a41a586-66be-47fc-8d5c-e4e81f221ccb" providerId="ADAL" clId="{0D98AE76-ED3B-4BE1-B75D-AF9F6300D8DD}" dt="2026-07-07T10:58:45.378" v="2545" actId="14100"/>
          <ac:spMkLst>
            <pc:docMk/>
            <pc:sldMk cId="2980999943" sldId="2147482552"/>
            <ac:spMk id="80" creationId="{1D472B23-8ED1-8079-4A71-66630BA1E203}"/>
          </ac:spMkLst>
        </pc:spChg>
        <pc:spChg chg="mod">
          <ac:chgData name="Adriana Trujillo (She\/Her)" userId="5a41a586-66be-47fc-8d5c-e4e81f221ccb" providerId="ADAL" clId="{0D98AE76-ED3B-4BE1-B75D-AF9F6300D8DD}" dt="2026-07-07T11:02:51.942" v="2555" actId="2711"/>
          <ac:spMkLst>
            <pc:docMk/>
            <pc:sldMk cId="2980999943" sldId="2147482552"/>
            <ac:spMk id="100" creationId="{EB0A0D60-F326-EA57-6597-3502E1D5A5BC}"/>
          </ac:spMkLst>
        </pc:spChg>
        <pc:spChg chg="mod">
          <ac:chgData name="Adriana Trujillo (She\/Her)" userId="5a41a586-66be-47fc-8d5c-e4e81f221ccb" providerId="ADAL" clId="{0D98AE76-ED3B-4BE1-B75D-AF9F6300D8DD}" dt="2026-07-07T11:02:56.236" v="2556" actId="2711"/>
          <ac:spMkLst>
            <pc:docMk/>
            <pc:sldMk cId="2980999943" sldId="2147482552"/>
            <ac:spMk id="101" creationId="{BEBB8C50-5E2F-EA97-DA6D-2F8E7674B5CF}"/>
          </ac:spMkLst>
        </pc:spChg>
        <pc:spChg chg="mod">
          <ac:chgData name="Adriana Trujillo (She\/Her)" userId="5a41a586-66be-47fc-8d5c-e4e81f221ccb" providerId="ADAL" clId="{0D98AE76-ED3B-4BE1-B75D-AF9F6300D8DD}" dt="2026-07-07T11:03:02.459" v="2557" actId="2711"/>
          <ac:spMkLst>
            <pc:docMk/>
            <pc:sldMk cId="2980999943" sldId="2147482552"/>
            <ac:spMk id="102" creationId="{EA231084-0200-5C18-7B36-DF144916350E}"/>
          </ac:spMkLst>
        </pc:spChg>
        <pc:spChg chg="mod">
          <ac:chgData name="Adriana Trujillo (She\/Her)" userId="5a41a586-66be-47fc-8d5c-e4e81f221ccb" providerId="ADAL" clId="{0D98AE76-ED3B-4BE1-B75D-AF9F6300D8DD}" dt="2026-07-07T11:03:07.829" v="2558" actId="2711"/>
          <ac:spMkLst>
            <pc:docMk/>
            <pc:sldMk cId="2980999943" sldId="2147482552"/>
            <ac:spMk id="103" creationId="{D78A5901-4ACF-B056-81D4-8B7206E18EFD}"/>
          </ac:spMkLst>
        </pc:spChg>
        <pc:spChg chg="mod">
          <ac:chgData name="Adriana Trujillo (She\/Her)" userId="5a41a586-66be-47fc-8d5c-e4e81f221ccb" providerId="ADAL" clId="{0D98AE76-ED3B-4BE1-B75D-AF9F6300D8DD}" dt="2026-07-07T11:11:13.246" v="2885" actId="113"/>
          <ac:spMkLst>
            <pc:docMk/>
            <pc:sldMk cId="2980999943" sldId="2147482552"/>
            <ac:spMk id="105" creationId="{D709FD5C-309C-9F09-DB8E-AB24C1365C5C}"/>
          </ac:spMkLst>
        </pc:spChg>
      </pc:sldChg>
      <pc:sldChg chg="ord">
        <pc:chgData name="Adriana Trujillo (She\/Her)" userId="5a41a586-66be-47fc-8d5c-e4e81f221ccb" providerId="ADAL" clId="{0D98AE76-ED3B-4BE1-B75D-AF9F6300D8DD}" dt="2026-07-30T15:20:28.623" v="12046"/>
        <pc:sldMkLst>
          <pc:docMk/>
          <pc:sldMk cId="3005072441" sldId="2147482564"/>
        </pc:sldMkLst>
      </pc:sldChg>
      <pc:sldChg chg="modSp mod modShow">
        <pc:chgData name="Adriana Trujillo (She\/Her)" userId="5a41a586-66be-47fc-8d5c-e4e81f221ccb" providerId="ADAL" clId="{0D98AE76-ED3B-4BE1-B75D-AF9F6300D8DD}" dt="2026-07-30T15:15:42.837" v="11736" actId="20577"/>
        <pc:sldMkLst>
          <pc:docMk/>
          <pc:sldMk cId="465386147" sldId="2147482574"/>
        </pc:sldMkLst>
        <pc:spChg chg="mod">
          <ac:chgData name="Adriana Trujillo (She\/Her)" userId="5a41a586-66be-47fc-8d5c-e4e81f221ccb" providerId="ADAL" clId="{0D98AE76-ED3B-4BE1-B75D-AF9F6300D8DD}" dt="2026-07-30T15:15:42.837" v="11736" actId="20577"/>
          <ac:spMkLst>
            <pc:docMk/>
            <pc:sldMk cId="465386147" sldId="2147482574"/>
            <ac:spMk id="2" creationId="{9C50401B-AB5D-8743-08AA-40A063B6CB3D}"/>
          </ac:spMkLst>
        </pc:spChg>
      </pc:sldChg>
      <pc:sldChg chg="addSp delSp modSp mod">
        <pc:chgData name="Adriana Trujillo (She\/Her)" userId="5a41a586-66be-47fc-8d5c-e4e81f221ccb" providerId="ADAL" clId="{0D98AE76-ED3B-4BE1-B75D-AF9F6300D8DD}" dt="2026-07-30T12:43:59.586" v="11370" actId="20577"/>
        <pc:sldMkLst>
          <pc:docMk/>
          <pc:sldMk cId="0" sldId="2147482575"/>
        </pc:sldMkLst>
        <pc:spChg chg="mod">
          <ac:chgData name="Adriana Trujillo (She\/Her)" userId="5a41a586-66be-47fc-8d5c-e4e81f221ccb" providerId="ADAL" clId="{0D98AE76-ED3B-4BE1-B75D-AF9F6300D8DD}" dt="2026-07-30T12:37:21.430" v="11151"/>
          <ac:spMkLst>
            <pc:docMk/>
            <pc:sldMk cId="0" sldId="2147482575"/>
            <ac:spMk id="2" creationId="{00000000-0000-0000-0000-000000000000}"/>
          </ac:spMkLst>
        </pc:spChg>
        <pc:spChg chg="add mod">
          <ac:chgData name="Adriana Trujillo (She\/Her)" userId="5a41a586-66be-47fc-8d5c-e4e81f221ccb" providerId="ADAL" clId="{0D98AE76-ED3B-4BE1-B75D-AF9F6300D8DD}" dt="2026-07-13T16:44:47.547" v="9388" actId="14861"/>
          <ac:spMkLst>
            <pc:docMk/>
            <pc:sldMk cId="0" sldId="2147482575"/>
            <ac:spMk id="7" creationId="{1A1128B2-87BA-675A-5209-E7028D504496}"/>
          </ac:spMkLst>
        </pc:spChg>
        <pc:graphicFrameChg chg="mod modGraphic">
          <ac:chgData name="Adriana Trujillo (She\/Her)" userId="5a41a586-66be-47fc-8d5c-e4e81f221ccb" providerId="ADAL" clId="{0D98AE76-ED3B-4BE1-B75D-AF9F6300D8DD}" dt="2026-07-30T12:43:59.586" v="11370" actId="20577"/>
          <ac:graphicFrameMkLst>
            <pc:docMk/>
            <pc:sldMk cId="0" sldId="2147482575"/>
            <ac:graphicFrameMk id="60" creationId="{00000000-0000-0000-0000-000000000000}"/>
          </ac:graphicFrameMkLst>
        </pc:graphicFrameChg>
      </pc:sldChg>
      <pc:sldChg chg="addSp delSp modSp mod">
        <pc:chgData name="Adriana Trujillo (She\/Her)" userId="5a41a586-66be-47fc-8d5c-e4e81f221ccb" providerId="ADAL" clId="{0D98AE76-ED3B-4BE1-B75D-AF9F6300D8DD}" dt="2026-07-30T12:40:32.976" v="11302" actId="20577"/>
        <pc:sldMkLst>
          <pc:docMk/>
          <pc:sldMk cId="3502803591" sldId="2147482577"/>
        </pc:sldMkLst>
        <pc:spChg chg="mod">
          <ac:chgData name="Adriana Trujillo (She\/Her)" userId="5a41a586-66be-47fc-8d5c-e4e81f221ccb" providerId="ADAL" clId="{0D98AE76-ED3B-4BE1-B75D-AF9F6300D8DD}" dt="2026-07-13T17:05:37.512" v="9726" actId="207"/>
          <ac:spMkLst>
            <pc:docMk/>
            <pc:sldMk cId="3502803591" sldId="2147482577"/>
            <ac:spMk id="4" creationId="{7251ABFC-7E05-1561-3A00-063C0C636B5C}"/>
          </ac:spMkLst>
        </pc:spChg>
        <pc:spChg chg="mod">
          <ac:chgData name="Adriana Trujillo (She\/Her)" userId="5a41a586-66be-47fc-8d5c-e4e81f221ccb" providerId="ADAL" clId="{0D98AE76-ED3B-4BE1-B75D-AF9F6300D8DD}" dt="2026-07-13T17:02:44.075" v="9694" actId="2711"/>
          <ac:spMkLst>
            <pc:docMk/>
            <pc:sldMk cId="3502803591" sldId="2147482577"/>
            <ac:spMk id="5" creationId="{72AAEF93-6CB7-0303-454B-3BE148852697}"/>
          </ac:spMkLst>
        </pc:spChg>
        <pc:spChg chg="mod">
          <ac:chgData name="Adriana Trujillo (She\/Her)" userId="5a41a586-66be-47fc-8d5c-e4e81f221ccb" providerId="ADAL" clId="{0D98AE76-ED3B-4BE1-B75D-AF9F6300D8DD}" dt="2026-07-13T17:06:52.630" v="9734" actId="208"/>
          <ac:spMkLst>
            <pc:docMk/>
            <pc:sldMk cId="3502803591" sldId="2147482577"/>
            <ac:spMk id="8" creationId="{5BAFEE58-CAC5-EA3A-F61C-5328B0EA130A}"/>
          </ac:spMkLst>
        </pc:spChg>
        <pc:spChg chg="mod">
          <ac:chgData name="Adriana Trujillo (She\/Her)" userId="5a41a586-66be-47fc-8d5c-e4e81f221ccb" providerId="ADAL" clId="{0D98AE76-ED3B-4BE1-B75D-AF9F6300D8DD}" dt="2026-07-13T17:07:40.704" v="9740" actId="404"/>
          <ac:spMkLst>
            <pc:docMk/>
            <pc:sldMk cId="3502803591" sldId="2147482577"/>
            <ac:spMk id="10" creationId="{89DF9869-1D9B-3207-BF0A-55AB15C25B69}"/>
          </ac:spMkLst>
        </pc:spChg>
        <pc:spChg chg="mod">
          <ac:chgData name="Adriana Trujillo (She\/Her)" userId="5a41a586-66be-47fc-8d5c-e4e81f221ccb" providerId="ADAL" clId="{0D98AE76-ED3B-4BE1-B75D-AF9F6300D8DD}" dt="2026-07-13T17:05:43.400" v="9727" actId="207"/>
          <ac:spMkLst>
            <pc:docMk/>
            <pc:sldMk cId="3502803591" sldId="2147482577"/>
            <ac:spMk id="15" creationId="{3D3ADDD8-2EDF-453E-F96C-3A83DB0D6B30}"/>
          </ac:spMkLst>
        </pc:spChg>
        <pc:spChg chg="mod">
          <ac:chgData name="Adriana Trujillo (She\/Her)" userId="5a41a586-66be-47fc-8d5c-e4e81f221ccb" providerId="ADAL" clId="{0D98AE76-ED3B-4BE1-B75D-AF9F6300D8DD}" dt="2026-07-13T17:02:44.075" v="9694" actId="2711"/>
          <ac:spMkLst>
            <pc:docMk/>
            <pc:sldMk cId="3502803591" sldId="2147482577"/>
            <ac:spMk id="16" creationId="{BBEAC595-69C5-9833-BC66-594E1A90EC67}"/>
          </ac:spMkLst>
        </pc:spChg>
        <pc:spChg chg="mod">
          <ac:chgData name="Adriana Trujillo (She\/Her)" userId="5a41a586-66be-47fc-8d5c-e4e81f221ccb" providerId="ADAL" clId="{0D98AE76-ED3B-4BE1-B75D-AF9F6300D8DD}" dt="2026-07-13T17:05:31.419" v="9725" actId="207"/>
          <ac:spMkLst>
            <pc:docMk/>
            <pc:sldMk cId="3502803591" sldId="2147482577"/>
            <ac:spMk id="19" creationId="{4EAF59A6-BCDB-55FD-8DD7-70E923D97F7F}"/>
          </ac:spMkLst>
        </pc:spChg>
        <pc:spChg chg="mod">
          <ac:chgData name="Adriana Trujillo (She\/Her)" userId="5a41a586-66be-47fc-8d5c-e4e81f221ccb" providerId="ADAL" clId="{0D98AE76-ED3B-4BE1-B75D-AF9F6300D8DD}" dt="2026-07-13T17:02:44.075" v="9694" actId="2711"/>
          <ac:spMkLst>
            <pc:docMk/>
            <pc:sldMk cId="3502803591" sldId="2147482577"/>
            <ac:spMk id="20" creationId="{71F10A9B-F660-0B95-97E6-75459964E3B2}"/>
          </ac:spMkLst>
        </pc:spChg>
        <pc:spChg chg="add mod">
          <ac:chgData name="Adriana Trujillo (She\/Her)" userId="5a41a586-66be-47fc-8d5c-e4e81f221ccb" providerId="ADAL" clId="{0D98AE76-ED3B-4BE1-B75D-AF9F6300D8DD}" dt="2026-07-13T17:28:31.900" v="9992" actId="2711"/>
          <ac:spMkLst>
            <pc:docMk/>
            <pc:sldMk cId="3502803591" sldId="2147482577"/>
            <ac:spMk id="25" creationId="{0C832BC0-0177-2C72-AA8F-A64816E012E1}"/>
          </ac:spMkLst>
        </pc:spChg>
        <pc:spChg chg="mod">
          <ac:chgData name="Adriana Trujillo (She\/Her)" userId="5a41a586-66be-47fc-8d5c-e4e81f221ccb" providerId="ADAL" clId="{0D98AE76-ED3B-4BE1-B75D-AF9F6300D8DD}" dt="2026-07-13T17:04:16.310" v="9712" actId="207"/>
          <ac:spMkLst>
            <pc:docMk/>
            <pc:sldMk cId="3502803591" sldId="2147482577"/>
            <ac:spMk id="44" creationId="{859729F0-3776-4EB0-7E06-5D325BEBF695}"/>
          </ac:spMkLst>
        </pc:spChg>
        <pc:spChg chg="mod">
          <ac:chgData name="Adriana Trujillo (She\/Her)" userId="5a41a586-66be-47fc-8d5c-e4e81f221ccb" providerId="ADAL" clId="{0D98AE76-ED3B-4BE1-B75D-AF9F6300D8DD}" dt="2026-07-13T17:04:16.310" v="9712" actId="207"/>
          <ac:spMkLst>
            <pc:docMk/>
            <pc:sldMk cId="3502803591" sldId="2147482577"/>
            <ac:spMk id="46" creationId="{344761FA-8152-8DDA-788A-4A0C2611F41C}"/>
          </ac:spMkLst>
        </pc:spChg>
        <pc:spChg chg="mod">
          <ac:chgData name="Adriana Trujillo (She\/Her)" userId="5a41a586-66be-47fc-8d5c-e4e81f221ccb" providerId="ADAL" clId="{0D98AE76-ED3B-4BE1-B75D-AF9F6300D8DD}" dt="2026-07-13T17:04:30.477" v="9715" actId="207"/>
          <ac:spMkLst>
            <pc:docMk/>
            <pc:sldMk cId="3502803591" sldId="2147482577"/>
            <ac:spMk id="50" creationId="{14053AE8-3351-A219-3B2F-3784FBEFB6D4}"/>
          </ac:spMkLst>
        </pc:spChg>
        <pc:spChg chg="mod">
          <ac:chgData name="Adriana Trujillo (She\/Her)" userId="5a41a586-66be-47fc-8d5c-e4e81f221ccb" providerId="ADAL" clId="{0D98AE76-ED3B-4BE1-B75D-AF9F6300D8DD}" dt="2026-07-13T17:04:23.542" v="9714" actId="207"/>
          <ac:spMkLst>
            <pc:docMk/>
            <pc:sldMk cId="3502803591" sldId="2147482577"/>
            <ac:spMk id="51" creationId="{C0A28383-B74C-3970-5A86-86BB46846031}"/>
          </ac:spMkLst>
        </pc:spChg>
        <pc:spChg chg="mod">
          <ac:chgData name="Adriana Trujillo (She\/Her)" userId="5a41a586-66be-47fc-8d5c-e4e81f221ccb" providerId="ADAL" clId="{0D98AE76-ED3B-4BE1-B75D-AF9F6300D8DD}" dt="2026-07-13T17:04:23.542" v="9714" actId="207"/>
          <ac:spMkLst>
            <pc:docMk/>
            <pc:sldMk cId="3502803591" sldId="2147482577"/>
            <ac:spMk id="52" creationId="{58E8CBA9-9979-30E9-FD2D-3DE3583E7508}"/>
          </ac:spMkLst>
        </pc:spChg>
        <pc:spChg chg="mod">
          <ac:chgData name="Adriana Trujillo (She\/Her)" userId="5a41a586-66be-47fc-8d5c-e4e81f221ccb" providerId="ADAL" clId="{0D98AE76-ED3B-4BE1-B75D-AF9F6300D8DD}" dt="2026-07-30T12:40:32.976" v="11302" actId="20577"/>
          <ac:spMkLst>
            <pc:docMk/>
            <pc:sldMk cId="3502803591" sldId="2147482577"/>
            <ac:spMk id="53" creationId="{DB12628A-504D-BF3B-3BF5-CCD7BCD448CD}"/>
          </ac:spMkLst>
        </pc:spChg>
        <pc:spChg chg="mod">
          <ac:chgData name="Adriana Trujillo (She\/Her)" userId="5a41a586-66be-47fc-8d5c-e4e81f221ccb" providerId="ADAL" clId="{0D98AE76-ED3B-4BE1-B75D-AF9F6300D8DD}" dt="2026-07-13T17:04:41.575" v="9718" actId="207"/>
          <ac:spMkLst>
            <pc:docMk/>
            <pc:sldMk cId="3502803591" sldId="2147482577"/>
            <ac:spMk id="55" creationId="{0BDF82C5-B8A4-8BAB-CFAB-1D84CC233C77}"/>
          </ac:spMkLst>
        </pc:spChg>
        <pc:spChg chg="mod">
          <ac:chgData name="Adriana Trujillo (She\/Her)" userId="5a41a586-66be-47fc-8d5c-e4e81f221ccb" providerId="ADAL" clId="{0D98AE76-ED3B-4BE1-B75D-AF9F6300D8DD}" dt="2026-07-13T17:03:38.304" v="9703" actId="207"/>
          <ac:spMkLst>
            <pc:docMk/>
            <pc:sldMk cId="3502803591" sldId="2147482577"/>
            <ac:spMk id="56" creationId="{BB872D14-7A84-2E57-577A-95271B7A35C8}"/>
          </ac:spMkLst>
        </pc:spChg>
        <pc:spChg chg="mod">
          <ac:chgData name="Adriana Trujillo (She\/Her)" userId="5a41a586-66be-47fc-8d5c-e4e81f221ccb" providerId="ADAL" clId="{0D98AE76-ED3B-4BE1-B75D-AF9F6300D8DD}" dt="2026-07-13T17:03:38.304" v="9703" actId="207"/>
          <ac:spMkLst>
            <pc:docMk/>
            <pc:sldMk cId="3502803591" sldId="2147482577"/>
            <ac:spMk id="57" creationId="{B6056240-045A-F1C9-3446-5933DF014300}"/>
          </ac:spMkLst>
        </pc:spChg>
        <pc:spChg chg="mod">
          <ac:chgData name="Adriana Trujillo (She\/Her)" userId="5a41a586-66be-47fc-8d5c-e4e81f221ccb" providerId="ADAL" clId="{0D98AE76-ED3B-4BE1-B75D-AF9F6300D8DD}" dt="2026-07-13T17:04:49.323" v="9719" actId="207"/>
          <ac:spMkLst>
            <pc:docMk/>
            <pc:sldMk cId="3502803591" sldId="2147482577"/>
            <ac:spMk id="59" creationId="{5691D74E-348F-5D80-EA06-7A9FE3A7BF54}"/>
          </ac:spMkLst>
        </pc:spChg>
        <pc:spChg chg="mod">
          <ac:chgData name="Adriana Trujillo (She\/Her)" userId="5a41a586-66be-47fc-8d5c-e4e81f221ccb" providerId="ADAL" clId="{0D98AE76-ED3B-4BE1-B75D-AF9F6300D8DD}" dt="2026-07-13T17:01:03.786" v="9639" actId="1076"/>
          <ac:spMkLst>
            <pc:docMk/>
            <pc:sldMk cId="3502803591" sldId="2147482577"/>
            <ac:spMk id="60" creationId="{CA82EF34-9F6F-4F93-FA05-B7DB2CD7B860}"/>
          </ac:spMkLst>
        </pc:spChg>
        <pc:spChg chg="mod">
          <ac:chgData name="Adriana Trujillo (She\/Her)" userId="5a41a586-66be-47fc-8d5c-e4e81f221ccb" providerId="ADAL" clId="{0D98AE76-ED3B-4BE1-B75D-AF9F6300D8DD}" dt="2026-07-13T17:04:53.169" v="9720" actId="1076"/>
          <ac:spMkLst>
            <pc:docMk/>
            <pc:sldMk cId="3502803591" sldId="2147482577"/>
            <ac:spMk id="61" creationId="{E7CCBA10-B169-95A0-B185-675C68888180}"/>
          </ac:spMkLst>
        </pc:spChg>
        <pc:spChg chg="mod">
          <ac:chgData name="Adriana Trujillo (She\/Her)" userId="5a41a586-66be-47fc-8d5c-e4e81f221ccb" providerId="ADAL" clId="{0D98AE76-ED3B-4BE1-B75D-AF9F6300D8DD}" dt="2026-07-13T17:03:41.903" v="9704" actId="207"/>
          <ac:spMkLst>
            <pc:docMk/>
            <pc:sldMk cId="3502803591" sldId="2147482577"/>
            <ac:spMk id="62" creationId="{5345032E-6FD8-C0A1-EF09-E0CDAB439605}"/>
          </ac:spMkLst>
        </pc:spChg>
        <pc:spChg chg="mod">
          <ac:chgData name="Adriana Trujillo (She\/Her)" userId="5a41a586-66be-47fc-8d5c-e4e81f221ccb" providerId="ADAL" clId="{0D98AE76-ED3B-4BE1-B75D-AF9F6300D8DD}" dt="2026-07-13T17:05:00.299" v="9721" actId="207"/>
          <ac:spMkLst>
            <pc:docMk/>
            <pc:sldMk cId="3502803591" sldId="2147482577"/>
            <ac:spMk id="64" creationId="{4F65ED77-6EAD-9FF7-A4F1-F3485975FE6D}"/>
          </ac:spMkLst>
        </pc:spChg>
        <pc:spChg chg="mod">
          <ac:chgData name="Adriana Trujillo (She\/Her)" userId="5a41a586-66be-47fc-8d5c-e4e81f221ccb" providerId="ADAL" clId="{0D98AE76-ED3B-4BE1-B75D-AF9F6300D8DD}" dt="2026-07-13T17:03:45.619" v="9705" actId="207"/>
          <ac:spMkLst>
            <pc:docMk/>
            <pc:sldMk cId="3502803591" sldId="2147482577"/>
            <ac:spMk id="65" creationId="{E6074E9D-CD70-A96F-1D11-D1C3377135D0}"/>
          </ac:spMkLst>
        </pc:spChg>
        <pc:spChg chg="mod">
          <ac:chgData name="Adriana Trujillo (She\/Her)" userId="5a41a586-66be-47fc-8d5c-e4e81f221ccb" providerId="ADAL" clId="{0D98AE76-ED3B-4BE1-B75D-AF9F6300D8DD}" dt="2026-07-13T17:03:45.619" v="9705" actId="207"/>
          <ac:spMkLst>
            <pc:docMk/>
            <pc:sldMk cId="3502803591" sldId="2147482577"/>
            <ac:spMk id="66" creationId="{5023A89F-B53F-F042-7164-5952FFC5E588}"/>
          </ac:spMkLst>
        </pc:spChg>
        <pc:spChg chg="mod">
          <ac:chgData name="Adriana Trujillo (She\/Her)" userId="5a41a586-66be-47fc-8d5c-e4e81f221ccb" providerId="ADAL" clId="{0D98AE76-ED3B-4BE1-B75D-AF9F6300D8DD}" dt="2026-07-13T17:02:22.428" v="9688" actId="2711"/>
          <ac:spMkLst>
            <pc:docMk/>
            <pc:sldMk cId="3502803591" sldId="2147482577"/>
            <ac:spMk id="69" creationId="{44D369FC-1F6D-2F23-C400-2C4450027F78}"/>
          </ac:spMkLst>
        </pc:spChg>
        <pc:spChg chg="mod">
          <ac:chgData name="Adriana Trujillo (She\/Her)" userId="5a41a586-66be-47fc-8d5c-e4e81f221ccb" providerId="ADAL" clId="{0D98AE76-ED3B-4BE1-B75D-AF9F6300D8DD}" dt="2026-07-13T17:02:36.831" v="9692" actId="20577"/>
          <ac:spMkLst>
            <pc:docMk/>
            <pc:sldMk cId="3502803591" sldId="2147482577"/>
            <ac:spMk id="70" creationId="{7095BB67-2A1A-DA1A-829B-4F39B285539E}"/>
          </ac:spMkLst>
        </pc:spChg>
        <pc:spChg chg="mod">
          <ac:chgData name="Adriana Trujillo (She\/Her)" userId="5a41a586-66be-47fc-8d5c-e4e81f221ccb" providerId="ADAL" clId="{0D98AE76-ED3B-4BE1-B75D-AF9F6300D8DD}" dt="2026-07-13T17:05:07.074" v="9722" actId="207"/>
          <ac:spMkLst>
            <pc:docMk/>
            <pc:sldMk cId="3502803591" sldId="2147482577"/>
            <ac:spMk id="71" creationId="{58C60202-A4FB-BB10-5E1F-5EDBDCB211FB}"/>
          </ac:spMkLst>
        </pc:spChg>
        <pc:spChg chg="mod">
          <ac:chgData name="Adriana Trujillo (She\/Her)" userId="5a41a586-66be-47fc-8d5c-e4e81f221ccb" providerId="ADAL" clId="{0D98AE76-ED3B-4BE1-B75D-AF9F6300D8DD}" dt="2026-07-13T17:03:50.286" v="9706" actId="207"/>
          <ac:spMkLst>
            <pc:docMk/>
            <pc:sldMk cId="3502803591" sldId="2147482577"/>
            <ac:spMk id="72" creationId="{99220780-7F6D-177A-8B3F-F5A786FAC975}"/>
          </ac:spMkLst>
        </pc:spChg>
        <pc:spChg chg="mod">
          <ac:chgData name="Adriana Trujillo (She\/Her)" userId="5a41a586-66be-47fc-8d5c-e4e81f221ccb" providerId="ADAL" clId="{0D98AE76-ED3B-4BE1-B75D-AF9F6300D8DD}" dt="2026-07-13T17:03:50.286" v="9706" actId="207"/>
          <ac:spMkLst>
            <pc:docMk/>
            <pc:sldMk cId="3502803591" sldId="2147482577"/>
            <ac:spMk id="73" creationId="{DDF07F0C-0806-6268-EA9B-D1284A5CB2A1}"/>
          </ac:spMkLst>
        </pc:spChg>
        <pc:spChg chg="mod">
          <ac:chgData name="Adriana Trujillo (She\/Her)" userId="5a41a586-66be-47fc-8d5c-e4e81f221ccb" providerId="ADAL" clId="{0D98AE76-ED3B-4BE1-B75D-AF9F6300D8DD}" dt="2026-07-13T17:05:13.155" v="9723" actId="207"/>
          <ac:spMkLst>
            <pc:docMk/>
            <pc:sldMk cId="3502803591" sldId="2147482577"/>
            <ac:spMk id="74" creationId="{9B6F4339-CD12-1D32-EB00-062C38F6A16B}"/>
          </ac:spMkLst>
        </pc:spChg>
        <pc:spChg chg="mod">
          <ac:chgData name="Adriana Trujillo (She\/Her)" userId="5a41a586-66be-47fc-8d5c-e4e81f221ccb" providerId="ADAL" clId="{0D98AE76-ED3B-4BE1-B75D-AF9F6300D8DD}" dt="2026-07-13T17:03:55.505" v="9709" actId="207"/>
          <ac:spMkLst>
            <pc:docMk/>
            <pc:sldMk cId="3502803591" sldId="2147482577"/>
            <ac:spMk id="75" creationId="{528D7EBC-FE1B-DF27-18B1-FBFF95E8C970}"/>
          </ac:spMkLst>
        </pc:spChg>
        <pc:spChg chg="mod">
          <ac:chgData name="Adriana Trujillo (She\/Her)" userId="5a41a586-66be-47fc-8d5c-e4e81f221ccb" providerId="ADAL" clId="{0D98AE76-ED3B-4BE1-B75D-AF9F6300D8DD}" dt="2026-07-13T17:03:55.505" v="9709" actId="207"/>
          <ac:spMkLst>
            <pc:docMk/>
            <pc:sldMk cId="3502803591" sldId="2147482577"/>
            <ac:spMk id="76" creationId="{6B5FF60B-0DC9-8F61-1909-2345A0ED1DEA}"/>
          </ac:spMkLst>
        </pc:spChg>
        <pc:spChg chg="mod">
          <ac:chgData name="Adriana Trujillo (She\/Her)" userId="5a41a586-66be-47fc-8d5c-e4e81f221ccb" providerId="ADAL" clId="{0D98AE76-ED3B-4BE1-B75D-AF9F6300D8DD}" dt="2026-07-13T17:05:19.587" v="9724" actId="207"/>
          <ac:spMkLst>
            <pc:docMk/>
            <pc:sldMk cId="3502803591" sldId="2147482577"/>
            <ac:spMk id="78" creationId="{9F362D50-3479-70F1-F69D-F9EA4A2A8355}"/>
          </ac:spMkLst>
        </pc:spChg>
        <pc:spChg chg="mod">
          <ac:chgData name="Adriana Trujillo (She\/Her)" userId="5a41a586-66be-47fc-8d5c-e4e81f221ccb" providerId="ADAL" clId="{0D98AE76-ED3B-4BE1-B75D-AF9F6300D8DD}" dt="2026-07-13T17:04:00.263" v="9710" actId="207"/>
          <ac:spMkLst>
            <pc:docMk/>
            <pc:sldMk cId="3502803591" sldId="2147482577"/>
            <ac:spMk id="79" creationId="{8BF3F8B6-0DB3-01FC-33D7-46489CBB16F6}"/>
          </ac:spMkLst>
        </pc:spChg>
        <pc:spChg chg="mod">
          <ac:chgData name="Adriana Trujillo (She\/Her)" userId="5a41a586-66be-47fc-8d5c-e4e81f221ccb" providerId="ADAL" clId="{0D98AE76-ED3B-4BE1-B75D-AF9F6300D8DD}" dt="2026-07-13T17:04:00.263" v="9710" actId="207"/>
          <ac:spMkLst>
            <pc:docMk/>
            <pc:sldMk cId="3502803591" sldId="2147482577"/>
            <ac:spMk id="80" creationId="{CA836112-087E-9D91-47F3-A64E3CF1D030}"/>
          </ac:spMkLst>
        </pc:spChg>
        <pc:spChg chg="mod">
          <ac:chgData name="Adriana Trujillo (She\/Her)" userId="5a41a586-66be-47fc-8d5c-e4e81f221ccb" providerId="ADAL" clId="{0D98AE76-ED3B-4BE1-B75D-AF9F6300D8DD}" dt="2026-07-13T17:00:50.118" v="9635" actId="2711"/>
          <ac:spMkLst>
            <pc:docMk/>
            <pc:sldMk cId="3502803591" sldId="2147482577"/>
            <ac:spMk id="82" creationId="{D90A1882-952E-9523-5D0C-9381BE115B9C}"/>
          </ac:spMkLst>
        </pc:spChg>
        <pc:grpChg chg="mod">
          <ac:chgData name="Adriana Trujillo (She\/Her)" userId="5a41a586-66be-47fc-8d5c-e4e81f221ccb" providerId="ADAL" clId="{0D98AE76-ED3B-4BE1-B75D-AF9F6300D8DD}" dt="2026-07-13T17:06:03.155" v="9730" actId="1076"/>
          <ac:grpSpMkLst>
            <pc:docMk/>
            <pc:sldMk cId="3502803591" sldId="2147482577"/>
            <ac:grpSpMk id="2" creationId="{54363E5E-63CE-8C83-AE85-F309B9CD5DCA}"/>
          </ac:grpSpMkLst>
        </pc:grpChg>
        <pc:grpChg chg="mod">
          <ac:chgData name="Adriana Trujillo (She\/Her)" userId="5a41a586-66be-47fc-8d5c-e4e81f221ccb" providerId="ADAL" clId="{0D98AE76-ED3B-4BE1-B75D-AF9F6300D8DD}" dt="2026-07-13T17:06:09.139" v="9731" actId="1076"/>
          <ac:grpSpMkLst>
            <pc:docMk/>
            <pc:sldMk cId="3502803591" sldId="2147482577"/>
            <ac:grpSpMk id="7" creationId="{D937AB3A-69F7-85F5-4A1A-E46AA6C9171D}"/>
          </ac:grpSpMkLst>
        </pc:grpChg>
        <pc:grpChg chg="mod">
          <ac:chgData name="Adriana Trujillo (She\/Her)" userId="5a41a586-66be-47fc-8d5c-e4e81f221ccb" providerId="ADAL" clId="{0D98AE76-ED3B-4BE1-B75D-AF9F6300D8DD}" dt="2026-07-13T17:06:03.155" v="9730" actId="1076"/>
          <ac:grpSpMkLst>
            <pc:docMk/>
            <pc:sldMk cId="3502803591" sldId="2147482577"/>
            <ac:grpSpMk id="14" creationId="{F90F78C6-19D1-7650-4078-A39ABEE3985C}"/>
          </ac:grpSpMkLst>
        </pc:grpChg>
        <pc:grpChg chg="mod">
          <ac:chgData name="Adriana Trujillo (She\/Her)" userId="5a41a586-66be-47fc-8d5c-e4e81f221ccb" providerId="ADAL" clId="{0D98AE76-ED3B-4BE1-B75D-AF9F6300D8DD}" dt="2026-07-13T17:06:03.155" v="9730" actId="1076"/>
          <ac:grpSpMkLst>
            <pc:docMk/>
            <pc:sldMk cId="3502803591" sldId="2147482577"/>
            <ac:grpSpMk id="18" creationId="{98A6F4DB-6A9C-5C0E-D23B-34BBFE3F729A}"/>
          </ac:grpSpMkLst>
        </pc:grpChg>
        <pc:grpChg chg="mod">
          <ac:chgData name="Adriana Trujillo (She\/Her)" userId="5a41a586-66be-47fc-8d5c-e4e81f221ccb" providerId="ADAL" clId="{0D98AE76-ED3B-4BE1-B75D-AF9F6300D8DD}" dt="2026-07-13T17:06:09.139" v="9731" actId="1076"/>
          <ac:grpSpMkLst>
            <pc:docMk/>
            <pc:sldMk cId="3502803591" sldId="2147482577"/>
            <ac:grpSpMk id="49" creationId="{F570F186-6B03-30F6-8E39-28EC5C964FC9}"/>
          </ac:grpSpMkLst>
        </pc:grpChg>
        <pc:grpChg chg="mod">
          <ac:chgData name="Adriana Trujillo (She\/Her)" userId="5a41a586-66be-47fc-8d5c-e4e81f221ccb" providerId="ADAL" clId="{0D98AE76-ED3B-4BE1-B75D-AF9F6300D8DD}" dt="2026-07-13T17:06:09.139" v="9731" actId="1076"/>
          <ac:grpSpMkLst>
            <pc:docMk/>
            <pc:sldMk cId="3502803591" sldId="2147482577"/>
            <ac:grpSpMk id="54" creationId="{33A39777-3387-8CEC-20AA-D14A916ED34C}"/>
          </ac:grpSpMkLst>
        </pc:grpChg>
        <pc:grpChg chg="mod">
          <ac:chgData name="Adriana Trujillo (She\/Her)" userId="5a41a586-66be-47fc-8d5c-e4e81f221ccb" providerId="ADAL" clId="{0D98AE76-ED3B-4BE1-B75D-AF9F6300D8DD}" dt="2026-07-13T17:06:09.139" v="9731" actId="1076"/>
          <ac:grpSpMkLst>
            <pc:docMk/>
            <pc:sldMk cId="3502803591" sldId="2147482577"/>
            <ac:grpSpMk id="58" creationId="{AADFDD17-2E62-BF62-6953-726B60B211BC}"/>
          </ac:grpSpMkLst>
        </pc:grpChg>
        <pc:grpChg chg="mod">
          <ac:chgData name="Adriana Trujillo (She\/Her)" userId="5a41a586-66be-47fc-8d5c-e4e81f221ccb" providerId="ADAL" clId="{0D98AE76-ED3B-4BE1-B75D-AF9F6300D8DD}" dt="2026-07-13T17:06:09.139" v="9731" actId="1076"/>
          <ac:grpSpMkLst>
            <pc:docMk/>
            <pc:sldMk cId="3502803591" sldId="2147482577"/>
            <ac:grpSpMk id="63" creationId="{F91B3CBD-36B0-B0E4-A003-030CE1A63926}"/>
          </ac:grpSpMkLst>
        </pc:grpChg>
      </pc:sldChg>
      <pc:sldChg chg="addSp delSp modSp mod">
        <pc:chgData name="Adriana Trujillo (She\/Her)" userId="5a41a586-66be-47fc-8d5c-e4e81f221ccb" providerId="ADAL" clId="{0D98AE76-ED3B-4BE1-B75D-AF9F6300D8DD}" dt="2026-07-13T16:43:57.765" v="9380" actId="14861"/>
        <pc:sldMkLst>
          <pc:docMk/>
          <pc:sldMk cId="1630801137" sldId="2147482578"/>
        </pc:sldMkLst>
        <pc:spChg chg="add mod">
          <ac:chgData name="Adriana Trujillo (She\/Her)" userId="5a41a586-66be-47fc-8d5c-e4e81f221ccb" providerId="ADAL" clId="{0D98AE76-ED3B-4BE1-B75D-AF9F6300D8DD}" dt="2026-07-13T16:43:57.765" v="9380" actId="14861"/>
          <ac:spMkLst>
            <pc:docMk/>
            <pc:sldMk cId="1630801137" sldId="2147482578"/>
            <ac:spMk id="5" creationId="{C89B32E1-9C7A-8BD4-D8F7-94444A28EC4B}"/>
          </ac:spMkLst>
        </pc:spChg>
      </pc:sldChg>
      <pc:sldChg chg="modSp mod">
        <pc:chgData name="Adriana Trujillo (She\/Her)" userId="5a41a586-66be-47fc-8d5c-e4e81f221ccb" providerId="ADAL" clId="{0D98AE76-ED3B-4BE1-B75D-AF9F6300D8DD}" dt="2026-07-30T15:16:30.188" v="11768" actId="20577"/>
        <pc:sldMkLst>
          <pc:docMk/>
          <pc:sldMk cId="1062822550" sldId="2147482579"/>
        </pc:sldMkLst>
        <pc:spChg chg="mod">
          <ac:chgData name="Adriana Trujillo (She\/Her)" userId="5a41a586-66be-47fc-8d5c-e4e81f221ccb" providerId="ADAL" clId="{0D98AE76-ED3B-4BE1-B75D-AF9F6300D8DD}" dt="2026-07-30T15:16:30.188" v="11768" actId="20577"/>
          <ac:spMkLst>
            <pc:docMk/>
            <pc:sldMk cId="1062822550" sldId="2147482579"/>
            <ac:spMk id="320" creationId="{ACB9A775-FC78-A8C0-A88B-470B97C6401A}"/>
          </ac:spMkLst>
        </pc:spChg>
      </pc:sldChg>
      <pc:sldChg chg="addSp delSp modSp mod modCm">
        <pc:chgData name="Adriana Trujillo (She\/Her)" userId="5a41a586-66be-47fc-8d5c-e4e81f221ccb" providerId="ADAL" clId="{0D98AE76-ED3B-4BE1-B75D-AF9F6300D8DD}" dt="2026-07-30T12:39:45.008" v="11297" actId="20577"/>
        <pc:sldMkLst>
          <pc:docMk/>
          <pc:sldMk cId="694926840" sldId="2147482580"/>
        </pc:sldMkLst>
        <pc:spChg chg="mod">
          <ac:chgData name="Adriana Trujillo (She\/Her)" userId="5a41a586-66be-47fc-8d5c-e4e81f221ccb" providerId="ADAL" clId="{0D98AE76-ED3B-4BE1-B75D-AF9F6300D8DD}" dt="2026-07-13T16:55:40.371" v="9575" actId="207"/>
          <ac:spMkLst>
            <pc:docMk/>
            <pc:sldMk cId="694926840" sldId="2147482580"/>
            <ac:spMk id="10" creationId="{4CF8B8AE-C1DB-4E4E-1DE2-819C8B7E6D10}"/>
          </ac:spMkLst>
        </pc:spChg>
        <pc:spChg chg="mod">
          <ac:chgData name="Adriana Trujillo (She\/Her)" userId="5a41a586-66be-47fc-8d5c-e4e81f221ccb" providerId="ADAL" clId="{0D98AE76-ED3B-4BE1-B75D-AF9F6300D8DD}" dt="2026-07-13T17:28:19.618" v="9990" actId="207"/>
          <ac:spMkLst>
            <pc:docMk/>
            <pc:sldMk cId="694926840" sldId="2147482580"/>
            <ac:spMk id="13" creationId="{E2AA64E7-61B2-787E-6DD6-B7241044589C}"/>
          </ac:spMkLst>
        </pc:spChg>
        <pc:spChg chg="mod">
          <ac:chgData name="Adriana Trujillo (She\/Her)" userId="5a41a586-66be-47fc-8d5c-e4e81f221ccb" providerId="ADAL" clId="{0D98AE76-ED3B-4BE1-B75D-AF9F6300D8DD}" dt="2026-07-13T17:28:19.618" v="9990" actId="207"/>
          <ac:spMkLst>
            <pc:docMk/>
            <pc:sldMk cId="694926840" sldId="2147482580"/>
            <ac:spMk id="17" creationId="{2963BA89-486C-2541-67BB-D83C2508302A}"/>
          </ac:spMkLst>
        </pc:spChg>
        <pc:spChg chg="mod">
          <ac:chgData name="Adriana Trujillo (She\/Her)" userId="5a41a586-66be-47fc-8d5c-e4e81f221ccb" providerId="ADAL" clId="{0D98AE76-ED3B-4BE1-B75D-AF9F6300D8DD}" dt="2026-07-13T16:55:25.234" v="9573" actId="2711"/>
          <ac:spMkLst>
            <pc:docMk/>
            <pc:sldMk cId="694926840" sldId="2147482580"/>
            <ac:spMk id="21" creationId="{E37AD669-48E6-EB1D-3F0D-90F9C2461E97}"/>
          </ac:spMkLst>
        </pc:spChg>
        <pc:spChg chg="mod">
          <ac:chgData name="Adriana Trujillo (She\/Her)" userId="5a41a586-66be-47fc-8d5c-e4e81f221ccb" providerId="ADAL" clId="{0D98AE76-ED3B-4BE1-B75D-AF9F6300D8DD}" dt="2026-07-13T16:55:40.371" v="9575" actId="207"/>
          <ac:spMkLst>
            <pc:docMk/>
            <pc:sldMk cId="694926840" sldId="2147482580"/>
            <ac:spMk id="34" creationId="{99744B84-4319-9846-EE73-98E3FADC0398}"/>
          </ac:spMkLst>
        </pc:spChg>
        <pc:spChg chg="mod">
          <ac:chgData name="Adriana Trujillo (She\/Her)" userId="5a41a586-66be-47fc-8d5c-e4e81f221ccb" providerId="ADAL" clId="{0D98AE76-ED3B-4BE1-B75D-AF9F6300D8DD}" dt="2026-07-13T16:56:02.649" v="9579" actId="207"/>
          <ac:spMkLst>
            <pc:docMk/>
            <pc:sldMk cId="694926840" sldId="2147482580"/>
            <ac:spMk id="37" creationId="{643024C4-3279-EE25-52FC-69FAFC3A7491}"/>
          </ac:spMkLst>
        </pc:spChg>
        <pc:spChg chg="mod">
          <ac:chgData name="Adriana Trujillo (She\/Her)" userId="5a41a586-66be-47fc-8d5c-e4e81f221ccb" providerId="ADAL" clId="{0D98AE76-ED3B-4BE1-B75D-AF9F6300D8DD}" dt="2026-07-13T16:56:02.649" v="9579" actId="207"/>
          <ac:spMkLst>
            <pc:docMk/>
            <pc:sldMk cId="694926840" sldId="2147482580"/>
            <ac:spMk id="41" creationId="{AA1ECC78-85FA-E0E6-5A5D-5146212DEAA7}"/>
          </ac:spMkLst>
        </pc:spChg>
        <pc:spChg chg="mod">
          <ac:chgData name="Adriana Trujillo (She\/Her)" userId="5a41a586-66be-47fc-8d5c-e4e81f221ccb" providerId="ADAL" clId="{0D98AE76-ED3B-4BE1-B75D-AF9F6300D8DD}" dt="2026-07-13T16:55:25.234" v="9573" actId="2711"/>
          <ac:spMkLst>
            <pc:docMk/>
            <pc:sldMk cId="694926840" sldId="2147482580"/>
            <ac:spMk id="44" creationId="{2440C30E-269C-6E46-B8BE-AFBD71A6494A}"/>
          </ac:spMkLst>
        </pc:spChg>
        <pc:spChg chg="add mod">
          <ac:chgData name="Adriana Trujillo (She\/Her)" userId="5a41a586-66be-47fc-8d5c-e4e81f221ccb" providerId="ADAL" clId="{0D98AE76-ED3B-4BE1-B75D-AF9F6300D8DD}" dt="2026-07-13T16:51:19.312" v="9540" actId="14861"/>
          <ac:spMkLst>
            <pc:docMk/>
            <pc:sldMk cId="694926840" sldId="2147482580"/>
            <ac:spMk id="47" creationId="{95A69C63-41FB-B038-6CDF-24216D8133F1}"/>
          </ac:spMkLst>
        </pc:spChg>
        <pc:spChg chg="mod">
          <ac:chgData name="Adriana Trujillo (She\/Her)" userId="5a41a586-66be-47fc-8d5c-e4e81f221ccb" providerId="ADAL" clId="{0D98AE76-ED3B-4BE1-B75D-AF9F6300D8DD}" dt="2026-07-30T12:39:32.659" v="11248" actId="20577"/>
          <ac:spMkLst>
            <pc:docMk/>
            <pc:sldMk cId="694926840" sldId="2147482580"/>
            <ac:spMk id="50" creationId="{12F3F886-7703-5643-EFC9-FF3F019A0900}"/>
          </ac:spMkLst>
        </pc:spChg>
        <pc:spChg chg="mod">
          <ac:chgData name="Adriana Trujillo (She\/Her)" userId="5a41a586-66be-47fc-8d5c-e4e81f221ccb" providerId="ADAL" clId="{0D98AE76-ED3B-4BE1-B75D-AF9F6300D8DD}" dt="2026-07-13T16:54:30.287" v="9565" actId="1076"/>
          <ac:spMkLst>
            <pc:docMk/>
            <pc:sldMk cId="694926840" sldId="2147482580"/>
            <ac:spMk id="53" creationId="{12A465DE-5DB3-F130-28AE-336D8983D590}"/>
          </ac:spMkLst>
        </pc:spChg>
        <pc:spChg chg="mod">
          <ac:chgData name="Adriana Trujillo (She\/Her)" userId="5a41a586-66be-47fc-8d5c-e4e81f221ccb" providerId="ADAL" clId="{0D98AE76-ED3B-4BE1-B75D-AF9F6300D8DD}" dt="2026-07-30T12:39:45.008" v="11297" actId="20577"/>
          <ac:spMkLst>
            <pc:docMk/>
            <pc:sldMk cId="694926840" sldId="2147482580"/>
            <ac:spMk id="54" creationId="{EC502AF3-F85B-79F0-6D08-FE810D0FD558}"/>
          </ac:spMkLst>
        </pc:spChg>
        <pc:spChg chg="mod">
          <ac:chgData name="Adriana Trujillo (She\/Her)" userId="5a41a586-66be-47fc-8d5c-e4e81f221ccb" providerId="ADAL" clId="{0D98AE76-ED3B-4BE1-B75D-AF9F6300D8DD}" dt="2026-07-13T16:55:40.371" v="9575" actId="207"/>
          <ac:spMkLst>
            <pc:docMk/>
            <pc:sldMk cId="694926840" sldId="2147482580"/>
            <ac:spMk id="56" creationId="{310F20FC-803A-CBFD-BC48-822A1BB0DE1C}"/>
          </ac:spMkLst>
        </pc:spChg>
        <pc:spChg chg="mod">
          <ac:chgData name="Adriana Trujillo (She\/Her)" userId="5a41a586-66be-47fc-8d5c-e4e81f221ccb" providerId="ADAL" clId="{0D98AE76-ED3B-4BE1-B75D-AF9F6300D8DD}" dt="2026-07-13T16:54:24.574" v="9564" actId="1076"/>
          <ac:spMkLst>
            <pc:docMk/>
            <pc:sldMk cId="694926840" sldId="2147482580"/>
            <ac:spMk id="60" creationId="{F25E5894-044F-A195-A683-D9FA3D40A914}"/>
          </ac:spMkLst>
        </pc:spChg>
        <pc:spChg chg="mod">
          <ac:chgData name="Adriana Trujillo (She\/Her)" userId="5a41a586-66be-47fc-8d5c-e4e81f221ccb" providerId="ADAL" clId="{0D98AE76-ED3B-4BE1-B75D-AF9F6300D8DD}" dt="2026-07-13T16:56:02.649" v="9579" actId="207"/>
          <ac:spMkLst>
            <pc:docMk/>
            <pc:sldMk cId="694926840" sldId="2147482580"/>
            <ac:spMk id="61" creationId="{3B7F9922-AE27-5DAF-27F7-88C8C58FDB90}"/>
          </ac:spMkLst>
        </pc:spChg>
        <pc:spChg chg="mod">
          <ac:chgData name="Adriana Trujillo (She\/Her)" userId="5a41a586-66be-47fc-8d5c-e4e81f221ccb" providerId="ADAL" clId="{0D98AE76-ED3B-4BE1-B75D-AF9F6300D8DD}" dt="2026-07-13T16:56:02.649" v="9579" actId="207"/>
          <ac:spMkLst>
            <pc:docMk/>
            <pc:sldMk cId="694926840" sldId="2147482580"/>
            <ac:spMk id="64" creationId="{BDD7E1AD-3CA1-8BA5-8BAF-ED9EA45FC4BF}"/>
          </ac:spMkLst>
        </pc:spChg>
        <pc:spChg chg="mod">
          <ac:chgData name="Adriana Trujillo (She\/Her)" userId="5a41a586-66be-47fc-8d5c-e4e81f221ccb" providerId="ADAL" clId="{0D98AE76-ED3B-4BE1-B75D-AF9F6300D8DD}" dt="2026-07-13T16:51:29.476" v="9541" actId="2711"/>
          <ac:spMkLst>
            <pc:docMk/>
            <pc:sldMk cId="694926840" sldId="2147482580"/>
            <ac:spMk id="66" creationId="{BEFDEB14-F57F-53ED-6CE5-DA7B1675729A}"/>
          </ac:spMkLst>
        </pc:spChg>
        <pc:spChg chg="mod">
          <ac:chgData name="Adriana Trujillo (She\/Her)" userId="5a41a586-66be-47fc-8d5c-e4e81f221ccb" providerId="ADAL" clId="{0D98AE76-ED3B-4BE1-B75D-AF9F6300D8DD}" dt="2026-07-13T16:51:29.476" v="9541" actId="2711"/>
          <ac:spMkLst>
            <pc:docMk/>
            <pc:sldMk cId="694926840" sldId="2147482580"/>
            <ac:spMk id="70" creationId="{6F61A14C-F7B8-5628-DCD9-3727C29B7204}"/>
          </ac:spMkLst>
        </pc:spChg>
        <pc:spChg chg="mod">
          <ac:chgData name="Adriana Trujillo (She\/Her)" userId="5a41a586-66be-47fc-8d5c-e4e81f221ccb" providerId="ADAL" clId="{0D98AE76-ED3B-4BE1-B75D-AF9F6300D8DD}" dt="2026-07-13T16:55:40.371" v="9575" actId="207"/>
          <ac:spMkLst>
            <pc:docMk/>
            <pc:sldMk cId="694926840" sldId="2147482580"/>
            <ac:spMk id="72" creationId="{9E34349C-BEBE-FC0A-9799-7AD1EFD2C188}"/>
          </ac:spMkLst>
        </pc:spChg>
        <pc:spChg chg="mod">
          <ac:chgData name="Adriana Trujillo (She\/Her)" userId="5a41a586-66be-47fc-8d5c-e4e81f221ccb" providerId="ADAL" clId="{0D98AE76-ED3B-4BE1-B75D-AF9F6300D8DD}" dt="2026-07-13T16:56:02.649" v="9579" actId="207"/>
          <ac:spMkLst>
            <pc:docMk/>
            <pc:sldMk cId="694926840" sldId="2147482580"/>
            <ac:spMk id="74" creationId="{31C1539F-975A-FE80-1889-ADBED5E333CD}"/>
          </ac:spMkLst>
        </pc:spChg>
        <pc:spChg chg="mod">
          <ac:chgData name="Adriana Trujillo (She\/Her)" userId="5a41a586-66be-47fc-8d5c-e4e81f221ccb" providerId="ADAL" clId="{0D98AE76-ED3B-4BE1-B75D-AF9F6300D8DD}" dt="2026-07-13T16:56:02.649" v="9579" actId="207"/>
          <ac:spMkLst>
            <pc:docMk/>
            <pc:sldMk cId="694926840" sldId="2147482580"/>
            <ac:spMk id="76" creationId="{43CC7EB9-A5D4-402D-ADD3-4A41EB999FA1}"/>
          </ac:spMkLst>
        </pc:spChg>
        <pc:spChg chg="mod">
          <ac:chgData name="Adriana Trujillo (She\/Her)" userId="5a41a586-66be-47fc-8d5c-e4e81f221ccb" providerId="ADAL" clId="{0D98AE76-ED3B-4BE1-B75D-AF9F6300D8DD}" dt="2026-07-13T16:55:25.234" v="9573" actId="2711"/>
          <ac:spMkLst>
            <pc:docMk/>
            <pc:sldMk cId="694926840" sldId="2147482580"/>
            <ac:spMk id="78" creationId="{9EAAE646-79AA-FA84-C392-102B68FE9120}"/>
          </ac:spMkLst>
        </pc:spChg>
        <pc:spChg chg="mod">
          <ac:chgData name="Adriana Trujillo (She\/Her)" userId="5a41a586-66be-47fc-8d5c-e4e81f221ccb" providerId="ADAL" clId="{0D98AE76-ED3B-4BE1-B75D-AF9F6300D8DD}" dt="2026-07-13T16:55:40.371" v="9575" actId="207"/>
          <ac:spMkLst>
            <pc:docMk/>
            <pc:sldMk cId="694926840" sldId="2147482580"/>
            <ac:spMk id="84" creationId="{739C4291-6FBF-70C6-4594-674AAB9C5828}"/>
          </ac:spMkLst>
        </pc:spChg>
        <pc:spChg chg="mod">
          <ac:chgData name="Adriana Trujillo (She\/Her)" userId="5a41a586-66be-47fc-8d5c-e4e81f221ccb" providerId="ADAL" clId="{0D98AE76-ED3B-4BE1-B75D-AF9F6300D8DD}" dt="2026-07-13T16:56:02.649" v="9579" actId="207"/>
          <ac:spMkLst>
            <pc:docMk/>
            <pc:sldMk cId="694926840" sldId="2147482580"/>
            <ac:spMk id="86" creationId="{41406DD0-7D93-0F61-DD48-FF43FF804082}"/>
          </ac:spMkLst>
        </pc:spChg>
        <pc:spChg chg="mod">
          <ac:chgData name="Adriana Trujillo (She\/Her)" userId="5a41a586-66be-47fc-8d5c-e4e81f221ccb" providerId="ADAL" clId="{0D98AE76-ED3B-4BE1-B75D-AF9F6300D8DD}" dt="2026-07-13T16:56:02.649" v="9579" actId="207"/>
          <ac:spMkLst>
            <pc:docMk/>
            <pc:sldMk cId="694926840" sldId="2147482580"/>
            <ac:spMk id="88" creationId="{283794E7-D409-B5B4-0141-F14792484FC4}"/>
          </ac:spMkLst>
        </pc:spChg>
        <pc:spChg chg="mod">
          <ac:chgData name="Adriana Trujillo (She\/Her)" userId="5a41a586-66be-47fc-8d5c-e4e81f221ccb" providerId="ADAL" clId="{0D98AE76-ED3B-4BE1-B75D-AF9F6300D8DD}" dt="2026-07-13T16:51:29.476" v="9541" actId="2711"/>
          <ac:spMkLst>
            <pc:docMk/>
            <pc:sldMk cId="694926840" sldId="2147482580"/>
            <ac:spMk id="92" creationId="{5D9B328C-37D9-1BEE-B2AB-41C915510751}"/>
          </ac:spMkLst>
        </pc:spChg>
        <pc:spChg chg="mod">
          <ac:chgData name="Adriana Trujillo (She\/Her)" userId="5a41a586-66be-47fc-8d5c-e4e81f221ccb" providerId="ADAL" clId="{0D98AE76-ED3B-4BE1-B75D-AF9F6300D8DD}" dt="2026-07-13T16:51:29.476" v="9541" actId="2711"/>
          <ac:spMkLst>
            <pc:docMk/>
            <pc:sldMk cId="694926840" sldId="2147482580"/>
            <ac:spMk id="94" creationId="{D756D5F6-69FE-1E4E-D004-2DD579116775}"/>
          </ac:spMkLst>
        </pc:spChg>
        <pc:extLst>
          <p:ext xmlns:p="http://schemas.openxmlformats.org/presentationml/2006/main" uri="{D6D511B9-2390-475A-947B-AFAB55BFBCF1}">
            <pc226:cmChg xmlns:pc226="http://schemas.microsoft.com/office/powerpoint/2022/06/main/command" chg="mod">
              <pc226:chgData name="Adriana Trujillo (She\/Her)" userId="5a41a586-66be-47fc-8d5c-e4e81f221ccb" providerId="ADAL" clId="{0D98AE76-ED3B-4BE1-B75D-AF9F6300D8DD}" dt="2026-07-30T12:39:45.008" v="11297" actId="20577"/>
              <pc2:cmMkLst xmlns:pc2="http://schemas.microsoft.com/office/powerpoint/2019/9/main/command">
                <pc:docMk/>
                <pc:sldMk cId="694926840" sldId="2147482580"/>
                <pc2:cmMk id="{D2BEA138-71E9-7744-AB18-66ECF978150E}"/>
              </pc2:cmMkLst>
            </pc226:cmChg>
          </p:ext>
        </pc:extLst>
      </pc:sldChg>
      <pc:sldChg chg="addSp delSp modSp add mod ord modCm">
        <pc:chgData name="Adriana Trujillo (She\/Her)" userId="5a41a586-66be-47fc-8d5c-e4e81f221ccb" providerId="ADAL" clId="{0D98AE76-ED3B-4BE1-B75D-AF9F6300D8DD}" dt="2026-07-30T12:37:50.700" v="11155" actId="1076"/>
        <pc:sldMkLst>
          <pc:docMk/>
          <pc:sldMk cId="3043912914" sldId="2147482583"/>
        </pc:sldMkLst>
        <pc:spChg chg="add mod">
          <ac:chgData name="Adriana Trujillo (She\/Her)" userId="5a41a586-66be-47fc-8d5c-e4e81f221ccb" providerId="ADAL" clId="{0D98AE76-ED3B-4BE1-B75D-AF9F6300D8DD}" dt="2026-07-13T16:45:53.700" v="9394"/>
          <ac:spMkLst>
            <pc:docMk/>
            <pc:sldMk cId="3043912914" sldId="2147482583"/>
            <ac:spMk id="4" creationId="{2962BE5E-12EE-91C8-E079-A5BE5946F9B9}"/>
          </ac:spMkLst>
        </pc:spChg>
        <pc:spChg chg="add mod">
          <ac:chgData name="Adriana Trujillo (She\/Her)" userId="5a41a586-66be-47fc-8d5c-e4e81f221ccb" providerId="ADAL" clId="{0D98AE76-ED3B-4BE1-B75D-AF9F6300D8DD}" dt="2026-07-13T16:52:37.032" v="9547" actId="1076"/>
          <ac:spMkLst>
            <pc:docMk/>
            <pc:sldMk cId="3043912914" sldId="2147482583"/>
            <ac:spMk id="5" creationId="{08201506-B71A-94C9-D109-44AAEA45F065}"/>
          </ac:spMkLst>
        </pc:spChg>
        <pc:spChg chg="mod">
          <ac:chgData name="Adriana Trujillo (She\/Her)" userId="5a41a586-66be-47fc-8d5c-e4e81f221ccb" providerId="ADAL" clId="{0D98AE76-ED3B-4BE1-B75D-AF9F6300D8DD}" dt="2026-07-13T16:46:26.609" v="9398" actId="207"/>
          <ac:spMkLst>
            <pc:docMk/>
            <pc:sldMk cId="3043912914" sldId="2147482583"/>
            <ac:spMk id="8" creationId="{C5F35624-E3E2-4D51-8842-6234A7D4EC4A}"/>
          </ac:spMkLst>
        </pc:spChg>
        <pc:spChg chg="add mod">
          <ac:chgData name="Adriana Trujillo (She\/Her)" userId="5a41a586-66be-47fc-8d5c-e4e81f221ccb" providerId="ADAL" clId="{0D98AE76-ED3B-4BE1-B75D-AF9F6300D8DD}" dt="2026-07-13T16:46:08.455" v="9397" actId="1076"/>
          <ac:spMkLst>
            <pc:docMk/>
            <pc:sldMk cId="3043912914" sldId="2147482583"/>
            <ac:spMk id="9" creationId="{547C6BC5-9FCD-4565-5494-11538B2BA1EB}"/>
          </ac:spMkLst>
        </pc:spChg>
        <pc:spChg chg="mod">
          <ac:chgData name="Adriana Trujillo (She\/Her)" userId="5a41a586-66be-47fc-8d5c-e4e81f221ccb" providerId="ADAL" clId="{0D98AE76-ED3B-4BE1-B75D-AF9F6300D8DD}" dt="2026-07-13T16:46:08.455" v="9397" actId="1076"/>
          <ac:spMkLst>
            <pc:docMk/>
            <pc:sldMk cId="3043912914" sldId="2147482583"/>
            <ac:spMk id="10" creationId="{A087E9FD-376A-CE94-5D3B-D8DCDB581C28}"/>
          </ac:spMkLst>
        </pc:spChg>
        <pc:spChg chg="add mod">
          <ac:chgData name="Adriana Trujillo (She\/Her)" userId="5a41a586-66be-47fc-8d5c-e4e81f221ccb" providerId="ADAL" clId="{0D98AE76-ED3B-4BE1-B75D-AF9F6300D8DD}" dt="2026-07-13T16:46:08.455" v="9397" actId="1076"/>
          <ac:spMkLst>
            <pc:docMk/>
            <pc:sldMk cId="3043912914" sldId="2147482583"/>
            <ac:spMk id="11" creationId="{6A534D8F-3271-217C-2186-3522C10DDB85}"/>
          </ac:spMkLst>
        </pc:spChg>
        <pc:spChg chg="add mod">
          <ac:chgData name="Adriana Trujillo (She\/Her)" userId="5a41a586-66be-47fc-8d5c-e4e81f221ccb" providerId="ADAL" clId="{0D98AE76-ED3B-4BE1-B75D-AF9F6300D8DD}" dt="2026-07-13T16:46:37.145" v="9399" actId="207"/>
          <ac:spMkLst>
            <pc:docMk/>
            <pc:sldMk cId="3043912914" sldId="2147482583"/>
            <ac:spMk id="12" creationId="{27894F2C-52A9-7223-D796-4175D877B875}"/>
          </ac:spMkLst>
        </pc:spChg>
        <pc:spChg chg="mod">
          <ac:chgData name="Adriana Trujillo (She\/Her)" userId="5a41a586-66be-47fc-8d5c-e4e81f221ccb" providerId="ADAL" clId="{0D98AE76-ED3B-4BE1-B75D-AF9F6300D8DD}" dt="2026-07-13T16:46:37.145" v="9399" actId="207"/>
          <ac:spMkLst>
            <pc:docMk/>
            <pc:sldMk cId="3043912914" sldId="2147482583"/>
            <ac:spMk id="13" creationId="{A7392249-CE19-D186-94F8-B6B9827966A7}"/>
          </ac:spMkLst>
        </pc:spChg>
        <pc:spChg chg="mod">
          <ac:chgData name="Adriana Trujillo (She\/Her)" userId="5a41a586-66be-47fc-8d5c-e4e81f221ccb" providerId="ADAL" clId="{0D98AE76-ED3B-4BE1-B75D-AF9F6300D8DD}" dt="2026-07-13T16:46:37.145" v="9399" actId="207"/>
          <ac:spMkLst>
            <pc:docMk/>
            <pc:sldMk cId="3043912914" sldId="2147482583"/>
            <ac:spMk id="14" creationId="{342DD61D-A198-6AEC-0530-AA09E6974566}"/>
          </ac:spMkLst>
        </pc:spChg>
        <pc:spChg chg="add mod">
          <ac:chgData name="Adriana Trujillo (She\/Her)" userId="5a41a586-66be-47fc-8d5c-e4e81f221ccb" providerId="ADAL" clId="{0D98AE76-ED3B-4BE1-B75D-AF9F6300D8DD}" dt="2026-07-07T11:17:28.155" v="2890"/>
          <ac:spMkLst>
            <pc:docMk/>
            <pc:sldMk cId="3043912914" sldId="2147482583"/>
            <ac:spMk id="15" creationId="{EA99128F-B67C-5E3B-B1AB-5B0C09C51A7B}"/>
          </ac:spMkLst>
        </pc:spChg>
        <pc:spChg chg="mod">
          <ac:chgData name="Adriana Trujillo (She\/Her)" userId="5a41a586-66be-47fc-8d5c-e4e81f221ccb" providerId="ADAL" clId="{0D98AE76-ED3B-4BE1-B75D-AF9F6300D8DD}" dt="2026-07-30T12:37:41.442" v="11152" actId="20577"/>
          <ac:spMkLst>
            <pc:docMk/>
            <pc:sldMk cId="3043912914" sldId="2147482583"/>
            <ac:spMk id="16" creationId="{66E6FFA7-077F-C349-AF4E-5008932E2D0E}"/>
          </ac:spMkLst>
        </pc:spChg>
        <pc:spChg chg="mod">
          <ac:chgData name="Adriana Trujillo (She\/Her)" userId="5a41a586-66be-47fc-8d5c-e4e81f221ccb" providerId="ADAL" clId="{0D98AE76-ED3B-4BE1-B75D-AF9F6300D8DD}" dt="2026-07-13T16:46:08.455" v="9397" actId="1076"/>
          <ac:spMkLst>
            <pc:docMk/>
            <pc:sldMk cId="3043912914" sldId="2147482583"/>
            <ac:spMk id="17" creationId="{ECBCCA30-316D-EFF8-173F-0A157FF9BD70}"/>
          </ac:spMkLst>
        </pc:spChg>
        <pc:spChg chg="add mod">
          <ac:chgData name="Adriana Trujillo (She\/Her)" userId="5a41a586-66be-47fc-8d5c-e4e81f221ccb" providerId="ADAL" clId="{0D98AE76-ED3B-4BE1-B75D-AF9F6300D8DD}" dt="2026-07-13T16:46:08.455" v="9397" actId="1076"/>
          <ac:spMkLst>
            <pc:docMk/>
            <pc:sldMk cId="3043912914" sldId="2147482583"/>
            <ac:spMk id="18" creationId="{2F5DB97B-BA0B-BD12-1B61-FBD2759D1E59}"/>
          </ac:spMkLst>
        </pc:spChg>
        <pc:spChg chg="add mod">
          <ac:chgData name="Adriana Trujillo (She\/Her)" userId="5a41a586-66be-47fc-8d5c-e4e81f221ccb" providerId="ADAL" clId="{0D98AE76-ED3B-4BE1-B75D-AF9F6300D8DD}" dt="2026-07-07T11:20:19.158" v="2913" actId="207"/>
          <ac:spMkLst>
            <pc:docMk/>
            <pc:sldMk cId="3043912914" sldId="2147482583"/>
            <ac:spMk id="19" creationId="{B120970A-DEE4-17E3-F250-5EDC87D10941}"/>
          </ac:spMkLst>
        </pc:spChg>
        <pc:spChg chg="mod">
          <ac:chgData name="Adriana Trujillo (She\/Her)" userId="5a41a586-66be-47fc-8d5c-e4e81f221ccb" providerId="ADAL" clId="{0D98AE76-ED3B-4BE1-B75D-AF9F6300D8DD}" dt="2026-07-30T12:37:44.064" v="11154" actId="20577"/>
          <ac:spMkLst>
            <pc:docMk/>
            <pc:sldMk cId="3043912914" sldId="2147482583"/>
            <ac:spMk id="20" creationId="{49B65572-27FE-D984-FC4E-C0A5AAB176E2}"/>
          </ac:spMkLst>
        </pc:spChg>
        <pc:spChg chg="add mod">
          <ac:chgData name="Adriana Trujillo (She\/Her)" userId="5a41a586-66be-47fc-8d5c-e4e81f221ccb" providerId="ADAL" clId="{0D98AE76-ED3B-4BE1-B75D-AF9F6300D8DD}" dt="2026-07-13T10:08:32.025" v="2960" actId="20577"/>
          <ac:spMkLst>
            <pc:docMk/>
            <pc:sldMk cId="3043912914" sldId="2147482583"/>
            <ac:spMk id="21" creationId="{87F7EF5C-71D8-DDCA-941B-553CE7BEC1BA}"/>
          </ac:spMkLst>
        </pc:spChg>
        <pc:spChg chg="add mod">
          <ac:chgData name="Adriana Trujillo (She\/Her)" userId="5a41a586-66be-47fc-8d5c-e4e81f221ccb" providerId="ADAL" clId="{0D98AE76-ED3B-4BE1-B75D-AF9F6300D8DD}" dt="2026-07-13T16:46:08.455" v="9397" actId="1076"/>
          <ac:spMkLst>
            <pc:docMk/>
            <pc:sldMk cId="3043912914" sldId="2147482583"/>
            <ac:spMk id="22" creationId="{E2193DF2-DA16-3C99-CE6F-E17DA675B26B}"/>
          </ac:spMkLst>
        </pc:spChg>
        <pc:spChg chg="mod">
          <ac:chgData name="Adriana Trujillo (She\/Her)" userId="5a41a586-66be-47fc-8d5c-e4e81f221ccb" providerId="ADAL" clId="{0D98AE76-ED3B-4BE1-B75D-AF9F6300D8DD}" dt="2026-07-13T13:55:51.409" v="6952" actId="20577"/>
          <ac:spMkLst>
            <pc:docMk/>
            <pc:sldMk cId="3043912914" sldId="2147482583"/>
            <ac:spMk id="23" creationId="{256C5BFB-09B6-D406-C479-B0F4ADEAAA68}"/>
          </ac:spMkLst>
        </pc:spChg>
        <pc:picChg chg="mod">
          <ac:chgData name="Adriana Trujillo (She\/Her)" userId="5a41a586-66be-47fc-8d5c-e4e81f221ccb" providerId="ADAL" clId="{0D98AE76-ED3B-4BE1-B75D-AF9F6300D8DD}" dt="2026-07-13T16:48:57.141" v="9437" actId="207"/>
          <ac:picMkLst>
            <pc:docMk/>
            <pc:sldMk cId="3043912914" sldId="2147482583"/>
            <ac:picMk id="25" creationId="{8E3710D5-7A49-8D4B-02BB-B53C9EE70E3D}"/>
          </ac:picMkLst>
        </pc:picChg>
        <pc:picChg chg="mod">
          <ac:chgData name="Adriana Trujillo (She\/Her)" userId="5a41a586-66be-47fc-8d5c-e4e81f221ccb" providerId="ADAL" clId="{0D98AE76-ED3B-4BE1-B75D-AF9F6300D8DD}" dt="2026-07-13T16:48:57.362" v="9438" actId="207"/>
          <ac:picMkLst>
            <pc:docMk/>
            <pc:sldMk cId="3043912914" sldId="2147482583"/>
            <ac:picMk id="26" creationId="{74B966B5-C695-D359-936E-62E844C3D69F}"/>
          </ac:picMkLst>
        </pc:picChg>
        <pc:picChg chg="mod">
          <ac:chgData name="Adriana Trujillo (She\/Her)" userId="5a41a586-66be-47fc-8d5c-e4e81f221ccb" providerId="ADAL" clId="{0D98AE76-ED3B-4BE1-B75D-AF9F6300D8DD}" dt="2026-07-30T12:37:50.700" v="11155" actId="1076"/>
          <ac:picMkLst>
            <pc:docMk/>
            <pc:sldMk cId="3043912914" sldId="2147482583"/>
            <ac:picMk id="27" creationId="{1CEA0C11-3894-5CDD-34FA-1289F2269D3C}"/>
          </ac:picMkLst>
        </pc:picChg>
        <pc:picChg chg="mod">
          <ac:chgData name="Adriana Trujillo (She\/Her)" userId="5a41a586-66be-47fc-8d5c-e4e81f221ccb" providerId="ADAL" clId="{0D98AE76-ED3B-4BE1-B75D-AF9F6300D8DD}" dt="2026-07-30T12:37:50.700" v="11155" actId="1076"/>
          <ac:picMkLst>
            <pc:docMk/>
            <pc:sldMk cId="3043912914" sldId="2147482583"/>
            <ac:picMk id="28" creationId="{4ABF0152-B20F-AB80-ACBC-ACC774033A87}"/>
          </ac:picMkLst>
        </pc:picChg>
        <pc:picChg chg="mod">
          <ac:chgData name="Adriana Trujillo (She\/Her)" userId="5a41a586-66be-47fc-8d5c-e4e81f221ccb" providerId="ADAL" clId="{0D98AE76-ED3B-4BE1-B75D-AF9F6300D8DD}" dt="2026-07-30T12:37:50.700" v="11155" actId="1076"/>
          <ac:picMkLst>
            <pc:docMk/>
            <pc:sldMk cId="3043912914" sldId="2147482583"/>
            <ac:picMk id="29" creationId="{7F356CF0-A95B-AB0C-71C6-1A26E538B71F}"/>
          </ac:picMkLst>
        </pc:picChg>
        <pc:extLst>
          <p:ext xmlns:p="http://schemas.openxmlformats.org/presentationml/2006/main" uri="{D6D511B9-2390-475A-947B-AFAB55BFBCF1}">
            <pc226:cmChg xmlns:pc226="http://schemas.microsoft.com/office/powerpoint/2022/06/main/command" chg="mod">
              <pc226:chgData name="Adriana Trujillo (She\/Her)" userId="5a41a586-66be-47fc-8d5c-e4e81f221ccb" providerId="ADAL" clId="{0D98AE76-ED3B-4BE1-B75D-AF9F6300D8DD}" dt="2026-07-13T13:55:51.409" v="6952" actId="20577"/>
              <pc2:cmMkLst xmlns:pc2="http://schemas.microsoft.com/office/powerpoint/2019/9/main/command">
                <pc:docMk/>
                <pc:sldMk cId="3043912914" sldId="2147482583"/>
                <pc2:cmMk id="{5A3F3530-71BC-E04D-9C47-872BACD2A29D}"/>
              </pc2:cmMkLst>
            </pc226:cmChg>
            <pc226:cmChg xmlns:pc226="http://schemas.microsoft.com/office/powerpoint/2022/06/main/command" chg="mod">
              <pc226:chgData name="Adriana Trujillo (She\/Her)" userId="5a41a586-66be-47fc-8d5c-e4e81f221ccb" providerId="ADAL" clId="{0D98AE76-ED3B-4BE1-B75D-AF9F6300D8DD}" dt="2026-07-13T13:56:21.327" v="6974" actId="20577"/>
              <pc2:cmMkLst xmlns:pc2="http://schemas.microsoft.com/office/powerpoint/2019/9/main/command">
                <pc:docMk/>
                <pc:sldMk cId="3043912914" sldId="2147482583"/>
                <pc2:cmMk id="{13F11CF1-26DF-F04B-A4F8-89DCFF5C4073}"/>
              </pc2:cmMkLst>
            </pc226:cmChg>
          </p:ext>
        </pc:extLst>
      </pc:sldChg>
      <pc:sldChg chg="addSp delSp modSp mod">
        <pc:chgData name="Adriana Trujillo (She\/Her)" userId="5a41a586-66be-47fc-8d5c-e4e81f221ccb" providerId="ADAL" clId="{0D98AE76-ED3B-4BE1-B75D-AF9F6300D8DD}" dt="2026-07-30T15:15:26.520" v="11735" actId="20577"/>
        <pc:sldMkLst>
          <pc:docMk/>
          <pc:sldMk cId="3012478867" sldId="2147482585"/>
        </pc:sldMkLst>
        <pc:spChg chg="add mod">
          <ac:chgData name="Adriana Trujillo (She\/Her)" userId="5a41a586-66be-47fc-8d5c-e4e81f221ccb" providerId="ADAL" clId="{0D98AE76-ED3B-4BE1-B75D-AF9F6300D8DD}" dt="2026-07-30T15:15:26.520" v="11735" actId="20577"/>
          <ac:spMkLst>
            <pc:docMk/>
            <pc:sldMk cId="3012478867" sldId="2147482585"/>
            <ac:spMk id="6" creationId="{3C19D683-D5BE-83B6-45BD-6D50BA8C3DB6}"/>
          </ac:spMkLst>
        </pc:spChg>
        <pc:spChg chg="mod">
          <ac:chgData name="Adriana Trujillo (She\/Her)" userId="5a41a586-66be-47fc-8d5c-e4e81f221ccb" providerId="ADAL" clId="{0D98AE76-ED3B-4BE1-B75D-AF9F6300D8DD}" dt="2026-07-13T17:37:48.255" v="10078" actId="404"/>
          <ac:spMkLst>
            <pc:docMk/>
            <pc:sldMk cId="3012478867" sldId="2147482585"/>
            <ac:spMk id="9" creationId="{9AFEC44B-DC5A-5816-4EBF-FAA013F4E2EE}"/>
          </ac:spMkLst>
        </pc:spChg>
        <pc:spChg chg="mod">
          <ac:chgData name="Adriana Trujillo (She\/Her)" userId="5a41a586-66be-47fc-8d5c-e4e81f221ccb" providerId="ADAL" clId="{0D98AE76-ED3B-4BE1-B75D-AF9F6300D8DD}" dt="2026-07-13T17:32:33.963" v="10046" actId="404"/>
          <ac:spMkLst>
            <pc:docMk/>
            <pc:sldMk cId="3012478867" sldId="2147482585"/>
            <ac:spMk id="53" creationId="{F8CC5511-8C56-8EB5-E30B-F65309DD1F6A}"/>
          </ac:spMkLst>
        </pc:spChg>
        <pc:spChg chg="mod">
          <ac:chgData name="Adriana Trujillo (She\/Her)" userId="5a41a586-66be-47fc-8d5c-e4e81f221ccb" providerId="ADAL" clId="{0D98AE76-ED3B-4BE1-B75D-AF9F6300D8DD}" dt="2026-07-30T15:14:49.527" v="11691" actId="20577"/>
          <ac:spMkLst>
            <pc:docMk/>
            <pc:sldMk cId="3012478867" sldId="2147482585"/>
            <ac:spMk id="60" creationId="{49B1769F-9001-1776-5D72-F9670E9E021A}"/>
          </ac:spMkLst>
        </pc:spChg>
        <pc:picChg chg="mod">
          <ac:chgData name="Adriana Trujillo (She\/Her)" userId="5a41a586-66be-47fc-8d5c-e4e81f221ccb" providerId="ADAL" clId="{0D98AE76-ED3B-4BE1-B75D-AF9F6300D8DD}" dt="2026-07-13T17:32:53.790" v="10051" actId="14100"/>
          <ac:picMkLst>
            <pc:docMk/>
            <pc:sldMk cId="3012478867" sldId="2147482585"/>
            <ac:picMk id="11" creationId="{7DAB9B47-87CB-A297-55A2-BF0C4614FD99}"/>
          </ac:picMkLst>
        </pc:picChg>
      </pc:sldChg>
      <pc:sldChg chg="addSp delSp modSp mod">
        <pc:chgData name="Adriana Trujillo (She\/Her)" userId="5a41a586-66be-47fc-8d5c-e4e81f221ccb" providerId="ADAL" clId="{0D98AE76-ED3B-4BE1-B75D-AF9F6300D8DD}" dt="2026-07-30T13:00:52.945" v="11576" actId="20577"/>
        <pc:sldMkLst>
          <pc:docMk/>
          <pc:sldMk cId="3619089470" sldId="2147482587"/>
        </pc:sldMkLst>
        <pc:spChg chg="mod">
          <ac:chgData name="Adriana Trujillo (She\/Her)" userId="5a41a586-66be-47fc-8d5c-e4e81f221ccb" providerId="ADAL" clId="{0D98AE76-ED3B-4BE1-B75D-AF9F6300D8DD}" dt="2026-07-13T17:17:21.053" v="9826" actId="404"/>
          <ac:spMkLst>
            <pc:docMk/>
            <pc:sldMk cId="3619089470" sldId="2147482587"/>
            <ac:spMk id="2" creationId="{8A4FD0CF-DED7-F37A-310F-5435926AF2D4}"/>
          </ac:spMkLst>
        </pc:spChg>
        <pc:spChg chg="mod">
          <ac:chgData name="Adriana Trujillo (She\/Her)" userId="5a41a586-66be-47fc-8d5c-e4e81f221ccb" providerId="ADAL" clId="{0D98AE76-ED3B-4BE1-B75D-AF9F6300D8DD}" dt="2026-07-30T13:00:52.945" v="11576" actId="20577"/>
          <ac:spMkLst>
            <pc:docMk/>
            <pc:sldMk cId="3619089470" sldId="2147482587"/>
            <ac:spMk id="3" creationId="{3418A93E-AC80-81A6-5A22-6031C318977B}"/>
          </ac:spMkLst>
        </pc:spChg>
        <pc:spChg chg="add mod">
          <ac:chgData name="Adriana Trujillo (She\/Her)" userId="5a41a586-66be-47fc-8d5c-e4e81f221ccb" providerId="ADAL" clId="{0D98AE76-ED3B-4BE1-B75D-AF9F6300D8DD}" dt="2026-07-13T17:17:47.024" v="9831" actId="2711"/>
          <ac:spMkLst>
            <pc:docMk/>
            <pc:sldMk cId="3619089470" sldId="2147482587"/>
            <ac:spMk id="7" creationId="{BF4F4EEC-A781-80D7-D4D1-0110F5185AA7}"/>
          </ac:spMkLst>
        </pc:spChg>
      </pc:sldChg>
      <pc:sldChg chg="modSp mod">
        <pc:chgData name="Adriana Trujillo (She\/Her)" userId="5a41a586-66be-47fc-8d5c-e4e81f221ccb" providerId="ADAL" clId="{0D98AE76-ED3B-4BE1-B75D-AF9F6300D8DD}" dt="2026-07-30T12:46:14.190" v="11541" actId="313"/>
        <pc:sldMkLst>
          <pc:docMk/>
          <pc:sldMk cId="1481862077" sldId="2147482593"/>
        </pc:sldMkLst>
        <pc:spChg chg="mod">
          <ac:chgData name="Adriana Trujillo (She\/Her)" userId="5a41a586-66be-47fc-8d5c-e4e81f221ccb" providerId="ADAL" clId="{0D98AE76-ED3B-4BE1-B75D-AF9F6300D8DD}" dt="2026-07-30T12:46:14.190" v="11541" actId="313"/>
          <ac:spMkLst>
            <pc:docMk/>
            <pc:sldMk cId="1481862077" sldId="2147482593"/>
            <ac:spMk id="302" creationId="{00000000-0000-0000-0000-000000000000}"/>
          </ac:spMkLst>
        </pc:spChg>
      </pc:sldChg>
      <pc:sldChg chg="addSp delSp modSp mod">
        <pc:chgData name="Adriana Trujillo (She\/Her)" userId="5a41a586-66be-47fc-8d5c-e4e81f221ccb" providerId="ADAL" clId="{0D98AE76-ED3B-4BE1-B75D-AF9F6300D8DD}" dt="2026-07-30T13:00:00.842" v="11552" actId="20577"/>
        <pc:sldMkLst>
          <pc:docMk/>
          <pc:sldMk cId="3364021190" sldId="2147482600"/>
        </pc:sldMkLst>
        <pc:spChg chg="add del mod">
          <ac:chgData name="Adriana Trujillo (She\/Her)" userId="5a41a586-66be-47fc-8d5c-e4e81f221ccb" providerId="ADAL" clId="{0D98AE76-ED3B-4BE1-B75D-AF9F6300D8DD}" dt="2026-07-13T17:09:05.031" v="9750" actId="14100"/>
          <ac:spMkLst>
            <pc:docMk/>
            <pc:sldMk cId="3364021190" sldId="2147482600"/>
            <ac:spMk id="5" creationId="{CA08E8E8-CFA5-5524-87FE-0D816F60C5DC}"/>
          </ac:spMkLst>
        </pc:spChg>
        <pc:spChg chg="mod">
          <ac:chgData name="Adriana Trujillo (She\/Her)" userId="5a41a586-66be-47fc-8d5c-e4e81f221ccb" providerId="ADAL" clId="{0D98AE76-ED3B-4BE1-B75D-AF9F6300D8DD}" dt="2026-07-13T17:13:12.833" v="9788" actId="404"/>
          <ac:spMkLst>
            <pc:docMk/>
            <pc:sldMk cId="3364021190" sldId="2147482600"/>
            <ac:spMk id="27" creationId="{6EEA40E6-D7DF-F5FD-A8E3-47FA4A5CC383}"/>
          </ac:spMkLst>
        </pc:spChg>
        <pc:spChg chg="mod">
          <ac:chgData name="Adriana Trujillo (She\/Her)" userId="5a41a586-66be-47fc-8d5c-e4e81f221ccb" providerId="ADAL" clId="{0D98AE76-ED3B-4BE1-B75D-AF9F6300D8DD}" dt="2026-07-30T13:00:00.842" v="11552" actId="20577"/>
          <ac:spMkLst>
            <pc:docMk/>
            <pc:sldMk cId="3364021190" sldId="2147482600"/>
            <ac:spMk id="29" creationId="{87A33CE3-DAA7-BED5-A16F-74A4073D8E77}"/>
          </ac:spMkLst>
        </pc:spChg>
        <pc:spChg chg="mod">
          <ac:chgData name="Adriana Trujillo (She\/Her)" userId="5a41a586-66be-47fc-8d5c-e4e81f221ccb" providerId="ADAL" clId="{0D98AE76-ED3B-4BE1-B75D-AF9F6300D8DD}" dt="2026-07-13T17:11:40.376" v="9773" actId="208"/>
          <ac:spMkLst>
            <pc:docMk/>
            <pc:sldMk cId="3364021190" sldId="2147482600"/>
            <ac:spMk id="31" creationId="{68F8C52B-6EB9-779C-24B1-52DE4E61892D}"/>
          </ac:spMkLst>
        </pc:spChg>
        <pc:spChg chg="mod">
          <ac:chgData name="Adriana Trujillo (She\/Her)" userId="5a41a586-66be-47fc-8d5c-e4e81f221ccb" providerId="ADAL" clId="{0D98AE76-ED3B-4BE1-B75D-AF9F6300D8DD}" dt="2026-07-13T17:08:21.017" v="9744" actId="2711"/>
          <ac:spMkLst>
            <pc:docMk/>
            <pc:sldMk cId="3364021190" sldId="2147482600"/>
            <ac:spMk id="33" creationId="{559714A5-48B0-2205-06BA-AB3E49B4BED6}"/>
          </ac:spMkLst>
        </pc:spChg>
        <pc:spChg chg="mod">
          <ac:chgData name="Adriana Trujillo (She\/Her)" userId="5a41a586-66be-47fc-8d5c-e4e81f221ccb" providerId="ADAL" clId="{0D98AE76-ED3B-4BE1-B75D-AF9F6300D8DD}" dt="2026-07-13T17:08:21.017" v="9744" actId="2711"/>
          <ac:spMkLst>
            <pc:docMk/>
            <pc:sldMk cId="3364021190" sldId="2147482600"/>
            <ac:spMk id="35" creationId="{C395B9B2-598A-9977-3B44-06BF89A06EED}"/>
          </ac:spMkLst>
        </pc:spChg>
        <pc:spChg chg="mod">
          <ac:chgData name="Adriana Trujillo (She\/Her)" userId="5a41a586-66be-47fc-8d5c-e4e81f221ccb" providerId="ADAL" clId="{0D98AE76-ED3B-4BE1-B75D-AF9F6300D8DD}" dt="2026-07-13T17:11:55.387" v="9774" actId="208"/>
          <ac:spMkLst>
            <pc:docMk/>
            <pc:sldMk cId="3364021190" sldId="2147482600"/>
            <ac:spMk id="37" creationId="{67303B31-1209-8865-CE2B-631C29998511}"/>
          </ac:spMkLst>
        </pc:spChg>
        <pc:spChg chg="mod">
          <ac:chgData name="Adriana Trujillo (She\/Her)" userId="5a41a586-66be-47fc-8d5c-e4e81f221ccb" providerId="ADAL" clId="{0D98AE76-ED3B-4BE1-B75D-AF9F6300D8DD}" dt="2026-07-13T17:08:21.017" v="9744" actId="2711"/>
          <ac:spMkLst>
            <pc:docMk/>
            <pc:sldMk cId="3364021190" sldId="2147482600"/>
            <ac:spMk id="39" creationId="{BAD82BCB-7046-E2E7-DE97-0EB0D931FFF3}"/>
          </ac:spMkLst>
        </pc:spChg>
        <pc:spChg chg="mod">
          <ac:chgData name="Adriana Trujillo (She\/Her)" userId="5a41a586-66be-47fc-8d5c-e4e81f221ccb" providerId="ADAL" clId="{0D98AE76-ED3B-4BE1-B75D-AF9F6300D8DD}" dt="2026-07-13T17:08:21.017" v="9744" actId="2711"/>
          <ac:spMkLst>
            <pc:docMk/>
            <pc:sldMk cId="3364021190" sldId="2147482600"/>
            <ac:spMk id="41" creationId="{1A942B96-D4DA-A6DA-A968-2FC9936E70F5}"/>
          </ac:spMkLst>
        </pc:spChg>
        <pc:spChg chg="mod">
          <ac:chgData name="Adriana Trujillo (She\/Her)" userId="5a41a586-66be-47fc-8d5c-e4e81f221ccb" providerId="ADAL" clId="{0D98AE76-ED3B-4BE1-B75D-AF9F6300D8DD}" dt="2026-07-13T17:12:04.022" v="9775" actId="208"/>
          <ac:spMkLst>
            <pc:docMk/>
            <pc:sldMk cId="3364021190" sldId="2147482600"/>
            <ac:spMk id="43" creationId="{69A179D6-C493-DD79-BFB7-1F3A2B5BC3A9}"/>
          </ac:spMkLst>
        </pc:spChg>
        <pc:spChg chg="mod">
          <ac:chgData name="Adriana Trujillo (She\/Her)" userId="5a41a586-66be-47fc-8d5c-e4e81f221ccb" providerId="ADAL" clId="{0D98AE76-ED3B-4BE1-B75D-AF9F6300D8DD}" dt="2026-07-13T17:08:21.017" v="9744" actId="2711"/>
          <ac:spMkLst>
            <pc:docMk/>
            <pc:sldMk cId="3364021190" sldId="2147482600"/>
            <ac:spMk id="47" creationId="{4F3591AB-D69C-FD5F-4AC0-E5FF76037832}"/>
          </ac:spMkLst>
        </pc:spChg>
        <pc:spChg chg="mod">
          <ac:chgData name="Adriana Trujillo (She\/Her)" userId="5a41a586-66be-47fc-8d5c-e4e81f221ccb" providerId="ADAL" clId="{0D98AE76-ED3B-4BE1-B75D-AF9F6300D8DD}" dt="2026-07-13T17:08:21.017" v="9744" actId="2711"/>
          <ac:spMkLst>
            <pc:docMk/>
            <pc:sldMk cId="3364021190" sldId="2147482600"/>
            <ac:spMk id="83" creationId="{5A8A8E85-7F44-677F-AA2F-474FFBF95CBD}"/>
          </ac:spMkLst>
        </pc:spChg>
        <pc:spChg chg="mod">
          <ac:chgData name="Adriana Trujillo (She\/Her)" userId="5a41a586-66be-47fc-8d5c-e4e81f221ccb" providerId="ADAL" clId="{0D98AE76-ED3B-4BE1-B75D-AF9F6300D8DD}" dt="2026-07-30T12:44:52.683" v="11482" actId="20577"/>
          <ac:spMkLst>
            <pc:docMk/>
            <pc:sldMk cId="3364021190" sldId="2147482600"/>
            <ac:spMk id="85" creationId="{6E4B6A48-85E4-6418-9DB6-5DA787609AC9}"/>
          </ac:spMkLst>
        </pc:spChg>
        <pc:spChg chg="mod">
          <ac:chgData name="Adriana Trujillo (She\/Her)" userId="5a41a586-66be-47fc-8d5c-e4e81f221ccb" providerId="ADAL" clId="{0D98AE76-ED3B-4BE1-B75D-AF9F6300D8DD}" dt="2026-07-13T17:08:31.189" v="9745" actId="2711"/>
          <ac:spMkLst>
            <pc:docMk/>
            <pc:sldMk cId="3364021190" sldId="2147482600"/>
            <ac:spMk id="87" creationId="{5CFAEFC1-DD5D-EE8E-FD3A-62A27A5B47AB}"/>
          </ac:spMkLst>
        </pc:spChg>
        <pc:spChg chg="mod">
          <ac:chgData name="Adriana Trujillo (She\/Her)" userId="5a41a586-66be-47fc-8d5c-e4e81f221ccb" providerId="ADAL" clId="{0D98AE76-ED3B-4BE1-B75D-AF9F6300D8DD}" dt="2026-07-13T17:08:31.189" v="9745" actId="2711"/>
          <ac:spMkLst>
            <pc:docMk/>
            <pc:sldMk cId="3364021190" sldId="2147482600"/>
            <ac:spMk id="89" creationId="{6B2C8290-D70E-B1E5-1E4C-BE55E38AF22A}"/>
          </ac:spMkLst>
        </pc:spChg>
        <pc:spChg chg="mod">
          <ac:chgData name="Adriana Trujillo (She\/Her)" userId="5a41a586-66be-47fc-8d5c-e4e81f221ccb" providerId="ADAL" clId="{0D98AE76-ED3B-4BE1-B75D-AF9F6300D8DD}" dt="2026-07-13T17:12:41.286" v="9780" actId="207"/>
          <ac:spMkLst>
            <pc:docMk/>
            <pc:sldMk cId="3364021190" sldId="2147482600"/>
            <ac:spMk id="91" creationId="{2062D014-3585-7E70-B075-E46D2DA37080}"/>
          </ac:spMkLst>
        </pc:spChg>
        <pc:spChg chg="mod">
          <ac:chgData name="Adriana Trujillo (She\/Her)" userId="5a41a586-66be-47fc-8d5c-e4e81f221ccb" providerId="ADAL" clId="{0D98AE76-ED3B-4BE1-B75D-AF9F6300D8DD}" dt="2026-07-13T17:12:47.037" v="9782" actId="207"/>
          <ac:spMkLst>
            <pc:docMk/>
            <pc:sldMk cId="3364021190" sldId="2147482600"/>
            <ac:spMk id="93" creationId="{77D2FBE2-D4C9-4D00-6451-980D0C6E0A3C}"/>
          </ac:spMkLst>
        </pc:spChg>
        <pc:spChg chg="mod">
          <ac:chgData name="Adriana Trujillo (She\/Her)" userId="5a41a586-66be-47fc-8d5c-e4e81f221ccb" providerId="ADAL" clId="{0D98AE76-ED3B-4BE1-B75D-AF9F6300D8DD}" dt="2026-07-13T17:12:59.653" v="9787" actId="207"/>
          <ac:spMkLst>
            <pc:docMk/>
            <pc:sldMk cId="3364021190" sldId="2147482600"/>
            <ac:spMk id="95" creationId="{B576338E-94B5-B595-1447-282C0966BED2}"/>
          </ac:spMkLst>
        </pc:spChg>
      </pc:sldChg>
      <pc:sldChg chg="addSp delSp modSp mod">
        <pc:chgData name="Adriana Trujillo (She\/Her)" userId="5a41a586-66be-47fc-8d5c-e4e81f221ccb" providerId="ADAL" clId="{0D98AE76-ED3B-4BE1-B75D-AF9F6300D8DD}" dt="2026-07-13T17:17:00.885" v="9825" actId="2711"/>
        <pc:sldMkLst>
          <pc:docMk/>
          <pc:sldMk cId="189371272" sldId="2147482602"/>
        </pc:sldMkLst>
        <pc:spChg chg="add mod">
          <ac:chgData name="Adriana Trujillo (She\/Her)" userId="5a41a586-66be-47fc-8d5c-e4e81f221ccb" providerId="ADAL" clId="{0D98AE76-ED3B-4BE1-B75D-AF9F6300D8DD}" dt="2026-07-13T17:14:50.948" v="9800" actId="14861"/>
          <ac:spMkLst>
            <pc:docMk/>
            <pc:sldMk cId="189371272" sldId="2147482602"/>
            <ac:spMk id="5" creationId="{8BC893B1-CD0D-ABAB-AD06-0C3DFA67ABAD}"/>
          </ac:spMkLst>
        </pc:spChg>
        <pc:spChg chg="mod">
          <ac:chgData name="Adriana Trujillo (She\/Her)" userId="5a41a586-66be-47fc-8d5c-e4e81f221ccb" providerId="ADAL" clId="{0D98AE76-ED3B-4BE1-B75D-AF9F6300D8DD}" dt="2026-07-13T17:13:22.670" v="9789" actId="404"/>
          <ac:spMkLst>
            <pc:docMk/>
            <pc:sldMk cId="189371272" sldId="2147482602"/>
            <ac:spMk id="15" creationId="{AA4C365C-AF91-99AB-6122-F0D6D3726C80}"/>
          </ac:spMkLst>
        </pc:spChg>
        <pc:spChg chg="mod">
          <ac:chgData name="Adriana Trujillo (She\/Her)" userId="5a41a586-66be-47fc-8d5c-e4e81f221ccb" providerId="ADAL" clId="{0D98AE76-ED3B-4BE1-B75D-AF9F6300D8DD}" dt="2026-07-13T17:14:44.957" v="9799" actId="207"/>
          <ac:spMkLst>
            <pc:docMk/>
            <pc:sldMk cId="189371272" sldId="2147482602"/>
            <ac:spMk id="19" creationId="{841FBDC9-0FD1-7B4C-1EE5-CC0EEB869AF1}"/>
          </ac:spMkLst>
        </pc:spChg>
        <pc:spChg chg="mod">
          <ac:chgData name="Adriana Trujillo (She\/Her)" userId="5a41a586-66be-47fc-8d5c-e4e81f221ccb" providerId="ADAL" clId="{0D98AE76-ED3B-4BE1-B75D-AF9F6300D8DD}" dt="2026-07-13T17:13:37.414" v="9791" actId="2711"/>
          <ac:spMkLst>
            <pc:docMk/>
            <pc:sldMk cId="189371272" sldId="2147482602"/>
            <ac:spMk id="21" creationId="{A3E3637B-83D4-7C67-9F38-E52388447A89}"/>
          </ac:spMkLst>
        </pc:spChg>
        <pc:spChg chg="mod">
          <ac:chgData name="Adriana Trujillo (She\/Her)" userId="5a41a586-66be-47fc-8d5c-e4e81f221ccb" providerId="ADAL" clId="{0D98AE76-ED3B-4BE1-B75D-AF9F6300D8DD}" dt="2026-07-13T17:16:41.196" v="9820" actId="404"/>
          <ac:spMkLst>
            <pc:docMk/>
            <pc:sldMk cId="189371272" sldId="2147482602"/>
            <ac:spMk id="23" creationId="{2C024001-92EC-BCEF-ACA5-EE428545D75E}"/>
          </ac:spMkLst>
        </pc:spChg>
        <pc:spChg chg="mod">
          <ac:chgData name="Adriana Trujillo (She\/Her)" userId="5a41a586-66be-47fc-8d5c-e4e81f221ccb" providerId="ADAL" clId="{0D98AE76-ED3B-4BE1-B75D-AF9F6300D8DD}" dt="2026-07-13T17:13:32.213" v="9790" actId="2711"/>
          <ac:spMkLst>
            <pc:docMk/>
            <pc:sldMk cId="189371272" sldId="2147482602"/>
            <ac:spMk id="25" creationId="{EE7017B0-46EF-B998-1A10-144D77E57CED}"/>
          </ac:spMkLst>
        </pc:spChg>
        <pc:spChg chg="mod">
          <ac:chgData name="Adriana Trujillo (She\/Her)" userId="5a41a586-66be-47fc-8d5c-e4e81f221ccb" providerId="ADAL" clId="{0D98AE76-ED3B-4BE1-B75D-AF9F6300D8DD}" dt="2026-07-13T17:13:32.213" v="9790" actId="2711"/>
          <ac:spMkLst>
            <pc:docMk/>
            <pc:sldMk cId="189371272" sldId="2147482602"/>
            <ac:spMk id="29" creationId="{841C5865-C792-2DC4-06C7-EA84B79E4809}"/>
          </ac:spMkLst>
        </pc:spChg>
        <pc:spChg chg="mod">
          <ac:chgData name="Adriana Trujillo (She\/Her)" userId="5a41a586-66be-47fc-8d5c-e4e81f221ccb" providerId="ADAL" clId="{0D98AE76-ED3B-4BE1-B75D-AF9F6300D8DD}" dt="2026-07-13T17:13:32.213" v="9790" actId="2711"/>
          <ac:spMkLst>
            <pc:docMk/>
            <pc:sldMk cId="189371272" sldId="2147482602"/>
            <ac:spMk id="39" creationId="{208CEB30-2DFB-9B48-BF1B-A1F5B748537B}"/>
          </ac:spMkLst>
        </pc:spChg>
        <pc:spChg chg="mod">
          <ac:chgData name="Adriana Trujillo (She\/Her)" userId="5a41a586-66be-47fc-8d5c-e4e81f221ccb" providerId="ADAL" clId="{0D98AE76-ED3B-4BE1-B75D-AF9F6300D8DD}" dt="2026-07-13T17:13:32.213" v="9790" actId="2711"/>
          <ac:spMkLst>
            <pc:docMk/>
            <pc:sldMk cId="189371272" sldId="2147482602"/>
            <ac:spMk id="41" creationId="{1EE87E47-2B85-23EF-1848-F2F64E7F9A0E}"/>
          </ac:spMkLst>
        </pc:spChg>
        <pc:spChg chg="mod">
          <ac:chgData name="Adriana Trujillo (She\/Her)" userId="5a41a586-66be-47fc-8d5c-e4e81f221ccb" providerId="ADAL" clId="{0D98AE76-ED3B-4BE1-B75D-AF9F6300D8DD}" dt="2026-07-13T17:13:32.213" v="9790" actId="2711"/>
          <ac:spMkLst>
            <pc:docMk/>
            <pc:sldMk cId="189371272" sldId="2147482602"/>
            <ac:spMk id="45" creationId="{7A4C09A8-4A67-8F3A-61FC-6A5213567B92}"/>
          </ac:spMkLst>
        </pc:spChg>
        <pc:spChg chg="mod">
          <ac:chgData name="Adriana Trujillo (She\/Her)" userId="5a41a586-66be-47fc-8d5c-e4e81f221ccb" providerId="ADAL" clId="{0D98AE76-ED3B-4BE1-B75D-AF9F6300D8DD}" dt="2026-07-13T17:14:44.957" v="9799" actId="207"/>
          <ac:spMkLst>
            <pc:docMk/>
            <pc:sldMk cId="189371272" sldId="2147482602"/>
            <ac:spMk id="49" creationId="{B6AE9944-536A-7459-7D7A-25DDC3B46656}"/>
          </ac:spMkLst>
        </pc:spChg>
        <pc:spChg chg="mod">
          <ac:chgData name="Adriana Trujillo (She\/Her)" userId="5a41a586-66be-47fc-8d5c-e4e81f221ccb" providerId="ADAL" clId="{0D98AE76-ED3B-4BE1-B75D-AF9F6300D8DD}" dt="2026-07-13T17:13:32.213" v="9790" actId="2711"/>
          <ac:spMkLst>
            <pc:docMk/>
            <pc:sldMk cId="189371272" sldId="2147482602"/>
            <ac:spMk id="51" creationId="{574B7E32-DCF5-621F-8A3B-AE46F23DC98D}"/>
          </ac:spMkLst>
        </pc:spChg>
        <pc:spChg chg="mod">
          <ac:chgData name="Adriana Trujillo (She\/Her)" userId="5a41a586-66be-47fc-8d5c-e4e81f221ccb" providerId="ADAL" clId="{0D98AE76-ED3B-4BE1-B75D-AF9F6300D8DD}" dt="2026-07-13T17:13:47.320" v="9795" actId="2711"/>
          <ac:spMkLst>
            <pc:docMk/>
            <pc:sldMk cId="189371272" sldId="2147482602"/>
            <ac:spMk id="53" creationId="{C2C39F18-8C3A-3FA1-E5F6-C28FA409046F}"/>
          </ac:spMkLst>
        </pc:spChg>
        <pc:spChg chg="mod">
          <ac:chgData name="Adriana Trujillo (She\/Her)" userId="5a41a586-66be-47fc-8d5c-e4e81f221ccb" providerId="ADAL" clId="{0D98AE76-ED3B-4BE1-B75D-AF9F6300D8DD}" dt="2026-07-13T17:13:32.213" v="9790" actId="2711"/>
          <ac:spMkLst>
            <pc:docMk/>
            <pc:sldMk cId="189371272" sldId="2147482602"/>
            <ac:spMk id="59" creationId="{09F10138-4F25-BAC2-CC0B-2AE6AAEA2AB6}"/>
          </ac:spMkLst>
        </pc:spChg>
        <pc:spChg chg="mod">
          <ac:chgData name="Adriana Trujillo (She\/Her)" userId="5a41a586-66be-47fc-8d5c-e4e81f221ccb" providerId="ADAL" clId="{0D98AE76-ED3B-4BE1-B75D-AF9F6300D8DD}" dt="2026-07-13T17:13:32.213" v="9790" actId="2711"/>
          <ac:spMkLst>
            <pc:docMk/>
            <pc:sldMk cId="189371272" sldId="2147482602"/>
            <ac:spMk id="65" creationId="{4F288AB0-0B37-E724-A8A5-D84FE337DCDC}"/>
          </ac:spMkLst>
        </pc:spChg>
        <pc:spChg chg="mod">
          <ac:chgData name="Adriana Trujillo (She\/Her)" userId="5a41a586-66be-47fc-8d5c-e4e81f221ccb" providerId="ADAL" clId="{0D98AE76-ED3B-4BE1-B75D-AF9F6300D8DD}" dt="2026-07-13T17:14:44.957" v="9799" actId="207"/>
          <ac:spMkLst>
            <pc:docMk/>
            <pc:sldMk cId="189371272" sldId="2147482602"/>
            <ac:spMk id="87" creationId="{2779BC1B-64E1-E98F-9A56-46DC496C690D}"/>
          </ac:spMkLst>
        </pc:spChg>
        <pc:spChg chg="mod">
          <ac:chgData name="Adriana Trujillo (She\/Her)" userId="5a41a586-66be-47fc-8d5c-e4e81f221ccb" providerId="ADAL" clId="{0D98AE76-ED3B-4BE1-B75D-AF9F6300D8DD}" dt="2026-07-13T17:16:46.231" v="9821" actId="2711"/>
          <ac:spMkLst>
            <pc:docMk/>
            <pc:sldMk cId="189371272" sldId="2147482602"/>
            <ac:spMk id="91" creationId="{61A0FFC6-2DBA-C3FD-F2A9-71DE130F867F}"/>
          </ac:spMkLst>
        </pc:spChg>
        <pc:spChg chg="mod">
          <ac:chgData name="Adriana Trujillo (She\/Her)" userId="5a41a586-66be-47fc-8d5c-e4e81f221ccb" providerId="ADAL" clId="{0D98AE76-ED3B-4BE1-B75D-AF9F6300D8DD}" dt="2026-07-13T17:16:49.334" v="9822" actId="2711"/>
          <ac:spMkLst>
            <pc:docMk/>
            <pc:sldMk cId="189371272" sldId="2147482602"/>
            <ac:spMk id="95" creationId="{FCA9A32C-34A5-D1CE-0B74-37E3EDDA0C7B}"/>
          </ac:spMkLst>
        </pc:spChg>
        <pc:spChg chg="mod">
          <ac:chgData name="Adriana Trujillo (She\/Her)" userId="5a41a586-66be-47fc-8d5c-e4e81f221ccb" providerId="ADAL" clId="{0D98AE76-ED3B-4BE1-B75D-AF9F6300D8DD}" dt="2026-07-13T17:13:32.213" v="9790" actId="2711"/>
          <ac:spMkLst>
            <pc:docMk/>
            <pc:sldMk cId="189371272" sldId="2147482602"/>
            <ac:spMk id="97" creationId="{46C4200F-B446-4146-0269-66FBBED2DB4B}"/>
          </ac:spMkLst>
        </pc:spChg>
        <pc:spChg chg="mod">
          <ac:chgData name="Adriana Trujillo (She\/Her)" userId="5a41a586-66be-47fc-8d5c-e4e81f221ccb" providerId="ADAL" clId="{0D98AE76-ED3B-4BE1-B75D-AF9F6300D8DD}" dt="2026-07-13T17:16:52.427" v="9823" actId="2711"/>
          <ac:spMkLst>
            <pc:docMk/>
            <pc:sldMk cId="189371272" sldId="2147482602"/>
            <ac:spMk id="99" creationId="{4C85BEB8-5BF7-CEA2-21B5-AB3789EE8BCF}"/>
          </ac:spMkLst>
        </pc:spChg>
        <pc:spChg chg="mod">
          <ac:chgData name="Adriana Trujillo (She\/Her)" userId="5a41a586-66be-47fc-8d5c-e4e81f221ccb" providerId="ADAL" clId="{0D98AE76-ED3B-4BE1-B75D-AF9F6300D8DD}" dt="2026-07-13T17:16:57.055" v="9824" actId="2711"/>
          <ac:spMkLst>
            <pc:docMk/>
            <pc:sldMk cId="189371272" sldId="2147482602"/>
            <ac:spMk id="103" creationId="{DA10D9CF-CC66-1E95-E2A0-3590AEA0E851}"/>
          </ac:spMkLst>
        </pc:spChg>
        <pc:spChg chg="mod">
          <ac:chgData name="Adriana Trujillo (She\/Her)" userId="5a41a586-66be-47fc-8d5c-e4e81f221ccb" providerId="ADAL" clId="{0D98AE76-ED3B-4BE1-B75D-AF9F6300D8DD}" dt="2026-07-13T17:13:32.213" v="9790" actId="2711"/>
          <ac:spMkLst>
            <pc:docMk/>
            <pc:sldMk cId="189371272" sldId="2147482602"/>
            <ac:spMk id="105" creationId="{6890348F-700A-038D-86A8-F492B792BEB1}"/>
          </ac:spMkLst>
        </pc:spChg>
        <pc:spChg chg="mod">
          <ac:chgData name="Adriana Trujillo (She\/Her)" userId="5a41a586-66be-47fc-8d5c-e4e81f221ccb" providerId="ADAL" clId="{0D98AE76-ED3B-4BE1-B75D-AF9F6300D8DD}" dt="2026-07-13T17:17:00.885" v="9825" actId="2711"/>
          <ac:spMkLst>
            <pc:docMk/>
            <pc:sldMk cId="189371272" sldId="2147482602"/>
            <ac:spMk id="107" creationId="{55940306-EEEE-E3DF-13D7-F52333F32D76}"/>
          </ac:spMkLst>
        </pc:spChg>
      </pc:sldChg>
      <pc:sldChg chg="modSp mod">
        <pc:chgData name="Adriana Trujillo (She\/Her)" userId="5a41a586-66be-47fc-8d5c-e4e81f221ccb" providerId="ADAL" clId="{0D98AE76-ED3B-4BE1-B75D-AF9F6300D8DD}" dt="2026-07-13T17:23:51.536" v="9918" actId="403"/>
        <pc:sldMkLst>
          <pc:docMk/>
          <pc:sldMk cId="1241784125" sldId="2147483644"/>
        </pc:sldMkLst>
        <pc:spChg chg="mod">
          <ac:chgData name="Adriana Trujillo (She\/Her)" userId="5a41a586-66be-47fc-8d5c-e4e81f221ccb" providerId="ADAL" clId="{0D98AE76-ED3B-4BE1-B75D-AF9F6300D8DD}" dt="2026-07-13T17:21:02.151" v="9863" actId="404"/>
          <ac:spMkLst>
            <pc:docMk/>
            <pc:sldMk cId="1241784125" sldId="2147483644"/>
            <ac:spMk id="4" creationId="{1A52FB8D-1BA5-5624-013F-CAA2A5C8854B}"/>
          </ac:spMkLst>
        </pc:spChg>
        <pc:spChg chg="mod">
          <ac:chgData name="Adriana Trujillo (She\/Her)" userId="5a41a586-66be-47fc-8d5c-e4e81f221ccb" providerId="ADAL" clId="{0D98AE76-ED3B-4BE1-B75D-AF9F6300D8DD}" dt="2026-07-13T17:21:02.151" v="9863" actId="404"/>
          <ac:spMkLst>
            <pc:docMk/>
            <pc:sldMk cId="1241784125" sldId="2147483644"/>
            <ac:spMk id="5" creationId="{B3305EAE-52DC-C739-F282-13FC3E7820CC}"/>
          </ac:spMkLst>
        </pc:spChg>
        <pc:spChg chg="mod">
          <ac:chgData name="Adriana Trujillo (She\/Her)" userId="5a41a586-66be-47fc-8d5c-e4e81f221ccb" providerId="ADAL" clId="{0D98AE76-ED3B-4BE1-B75D-AF9F6300D8DD}" dt="2026-07-13T17:22:26.751" v="9892" actId="404"/>
          <ac:spMkLst>
            <pc:docMk/>
            <pc:sldMk cId="1241784125" sldId="2147483644"/>
            <ac:spMk id="6" creationId="{40DA55EF-F108-06CA-5B96-4ADE30ED50EB}"/>
          </ac:spMkLst>
        </pc:spChg>
        <pc:spChg chg="mod">
          <ac:chgData name="Adriana Trujillo (She\/Her)" userId="5a41a586-66be-47fc-8d5c-e4e81f221ccb" providerId="ADAL" clId="{0D98AE76-ED3B-4BE1-B75D-AF9F6300D8DD}" dt="2026-07-13T17:21:02.151" v="9863" actId="404"/>
          <ac:spMkLst>
            <pc:docMk/>
            <pc:sldMk cId="1241784125" sldId="2147483644"/>
            <ac:spMk id="7" creationId="{D59EA026-6D96-4763-EE21-A99B1E8C20F9}"/>
          </ac:spMkLst>
        </pc:spChg>
        <pc:spChg chg="mod">
          <ac:chgData name="Adriana Trujillo (She\/Her)" userId="5a41a586-66be-47fc-8d5c-e4e81f221ccb" providerId="ADAL" clId="{0D98AE76-ED3B-4BE1-B75D-AF9F6300D8DD}" dt="2026-07-13T17:21:02.151" v="9863" actId="404"/>
          <ac:spMkLst>
            <pc:docMk/>
            <pc:sldMk cId="1241784125" sldId="2147483644"/>
            <ac:spMk id="10" creationId="{D9982FEB-0A5F-6688-8905-D408CD7A917B}"/>
          </ac:spMkLst>
        </pc:spChg>
        <pc:spChg chg="mod">
          <ac:chgData name="Adriana Trujillo (She\/Her)" userId="5a41a586-66be-47fc-8d5c-e4e81f221ccb" providerId="ADAL" clId="{0D98AE76-ED3B-4BE1-B75D-AF9F6300D8DD}" dt="2026-07-13T17:20:44.315" v="9861" actId="404"/>
          <ac:spMkLst>
            <pc:docMk/>
            <pc:sldMk cId="1241784125" sldId="2147483644"/>
            <ac:spMk id="21" creationId="{34F9267C-114B-0721-79C9-58DC8B3E90C2}"/>
          </ac:spMkLst>
        </pc:spChg>
        <pc:spChg chg="mod">
          <ac:chgData name="Adriana Trujillo (She\/Her)" userId="5a41a586-66be-47fc-8d5c-e4e81f221ccb" providerId="ADAL" clId="{0D98AE76-ED3B-4BE1-B75D-AF9F6300D8DD}" dt="2026-07-13T17:23:04.250" v="9903" actId="1076"/>
          <ac:spMkLst>
            <pc:docMk/>
            <pc:sldMk cId="1241784125" sldId="2147483644"/>
            <ac:spMk id="23" creationId="{FEC940BD-DF12-5BCA-F820-0601806D8A41}"/>
          </ac:spMkLst>
        </pc:spChg>
        <pc:spChg chg="mod">
          <ac:chgData name="Adriana Trujillo (She\/Her)" userId="5a41a586-66be-47fc-8d5c-e4e81f221ccb" providerId="ADAL" clId="{0D98AE76-ED3B-4BE1-B75D-AF9F6300D8DD}" dt="2026-07-13T17:22:26.751" v="9892" actId="404"/>
          <ac:spMkLst>
            <pc:docMk/>
            <pc:sldMk cId="1241784125" sldId="2147483644"/>
            <ac:spMk id="24" creationId="{05FE5FED-50AC-733F-5CFD-38C6DBA08513}"/>
          </ac:spMkLst>
        </pc:spChg>
        <pc:spChg chg="mod">
          <ac:chgData name="Adriana Trujillo (She\/Her)" userId="5a41a586-66be-47fc-8d5c-e4e81f221ccb" providerId="ADAL" clId="{0D98AE76-ED3B-4BE1-B75D-AF9F6300D8DD}" dt="2026-07-13T17:22:26.751" v="9892" actId="404"/>
          <ac:spMkLst>
            <pc:docMk/>
            <pc:sldMk cId="1241784125" sldId="2147483644"/>
            <ac:spMk id="27" creationId="{CCFD4694-3A51-E85F-892C-78F857E9AB8D}"/>
          </ac:spMkLst>
        </pc:spChg>
        <pc:spChg chg="mod">
          <ac:chgData name="Adriana Trujillo (She\/Her)" userId="5a41a586-66be-47fc-8d5c-e4e81f221ccb" providerId="ADAL" clId="{0D98AE76-ED3B-4BE1-B75D-AF9F6300D8DD}" dt="2026-07-13T17:21:02.151" v="9863" actId="404"/>
          <ac:spMkLst>
            <pc:docMk/>
            <pc:sldMk cId="1241784125" sldId="2147483644"/>
            <ac:spMk id="29" creationId="{C3EB61F9-4BB8-FD7A-4A50-D2409072F10E}"/>
          </ac:spMkLst>
        </pc:spChg>
        <pc:spChg chg="mod">
          <ac:chgData name="Adriana Trujillo (She\/Her)" userId="5a41a586-66be-47fc-8d5c-e4e81f221ccb" providerId="ADAL" clId="{0D98AE76-ED3B-4BE1-B75D-AF9F6300D8DD}" dt="2026-07-13T17:23:41.807" v="9915" actId="404"/>
          <ac:spMkLst>
            <pc:docMk/>
            <pc:sldMk cId="1241784125" sldId="2147483644"/>
            <ac:spMk id="31" creationId="{970A1AF1-93DF-C046-885F-3B3139B744F6}"/>
          </ac:spMkLst>
        </pc:spChg>
        <pc:spChg chg="mod">
          <ac:chgData name="Adriana Trujillo (She\/Her)" userId="5a41a586-66be-47fc-8d5c-e4e81f221ccb" providerId="ADAL" clId="{0D98AE76-ED3B-4BE1-B75D-AF9F6300D8DD}" dt="2026-07-13T17:22:11.229" v="9890" actId="2711"/>
          <ac:spMkLst>
            <pc:docMk/>
            <pc:sldMk cId="1241784125" sldId="2147483644"/>
            <ac:spMk id="32" creationId="{FB43B6BE-66C6-B0F2-D8FD-C1C74149C0AB}"/>
          </ac:spMkLst>
        </pc:spChg>
        <pc:spChg chg="mod">
          <ac:chgData name="Adriana Trujillo (She\/Her)" userId="5a41a586-66be-47fc-8d5c-e4e81f221ccb" providerId="ADAL" clId="{0D98AE76-ED3B-4BE1-B75D-AF9F6300D8DD}" dt="2026-07-13T17:23:38.979" v="9912" actId="1076"/>
          <ac:spMkLst>
            <pc:docMk/>
            <pc:sldMk cId="1241784125" sldId="2147483644"/>
            <ac:spMk id="34" creationId="{1CD95A31-81C2-057B-BA5D-EC6C0C9954EB}"/>
          </ac:spMkLst>
        </pc:spChg>
        <pc:spChg chg="mod">
          <ac:chgData name="Adriana Trujillo (She\/Her)" userId="5a41a586-66be-47fc-8d5c-e4e81f221ccb" providerId="ADAL" clId="{0D98AE76-ED3B-4BE1-B75D-AF9F6300D8DD}" dt="2026-07-13T17:23:51.536" v="9918" actId="403"/>
          <ac:spMkLst>
            <pc:docMk/>
            <pc:sldMk cId="1241784125" sldId="2147483644"/>
            <ac:spMk id="35" creationId="{07B33A29-D459-9792-2E31-03D15E8C27AE}"/>
          </ac:spMkLst>
        </pc:spChg>
        <pc:spChg chg="mod">
          <ac:chgData name="Adriana Trujillo (She\/Her)" userId="5a41a586-66be-47fc-8d5c-e4e81f221ccb" providerId="ADAL" clId="{0D98AE76-ED3B-4BE1-B75D-AF9F6300D8DD}" dt="2026-07-13T17:21:02.151" v="9863" actId="404"/>
          <ac:spMkLst>
            <pc:docMk/>
            <pc:sldMk cId="1241784125" sldId="2147483644"/>
            <ac:spMk id="38" creationId="{A549E585-6875-DA8B-F026-85CB89384849}"/>
          </ac:spMkLst>
        </pc:spChg>
        <pc:spChg chg="mod">
          <ac:chgData name="Adriana Trujillo (She\/Her)" userId="5a41a586-66be-47fc-8d5c-e4e81f221ccb" providerId="ADAL" clId="{0D98AE76-ED3B-4BE1-B75D-AF9F6300D8DD}" dt="2026-07-13T17:21:02.151" v="9863" actId="404"/>
          <ac:spMkLst>
            <pc:docMk/>
            <pc:sldMk cId="1241784125" sldId="2147483644"/>
            <ac:spMk id="39" creationId="{DD1E6363-3E0F-AFF0-15A5-ED9CABEB670E}"/>
          </ac:spMkLst>
        </pc:spChg>
      </pc:sldChg>
      <pc:sldChg chg="addSp delSp modSp add mod">
        <pc:chgData name="Adriana Trujillo (She\/Her)" userId="5a41a586-66be-47fc-8d5c-e4e81f221ccb" providerId="ADAL" clId="{0D98AE76-ED3B-4BE1-B75D-AF9F6300D8DD}" dt="2026-07-13T17:25:57.499" v="9955" actId="208"/>
        <pc:sldMkLst>
          <pc:docMk/>
          <pc:sldMk cId="3293176588" sldId="2147483647"/>
        </pc:sldMkLst>
        <pc:spChg chg="mod">
          <ac:chgData name="Adriana Trujillo (She\/Her)" userId="5a41a586-66be-47fc-8d5c-e4e81f221ccb" providerId="ADAL" clId="{0D98AE76-ED3B-4BE1-B75D-AF9F6300D8DD}" dt="2026-07-13T17:11:12.263" v="9771" actId="208"/>
          <ac:spMkLst>
            <pc:docMk/>
            <pc:sldMk cId="3293176588" sldId="2147483647"/>
            <ac:spMk id="50" creationId="{42645D82-8FB0-CDEB-4A5F-9A10443B6116}"/>
          </ac:spMkLst>
        </pc:spChg>
        <pc:spChg chg="add mod">
          <ac:chgData name="Adriana Trujillo (She\/Her)" userId="5a41a586-66be-47fc-8d5c-e4e81f221ccb" providerId="ADAL" clId="{0D98AE76-ED3B-4BE1-B75D-AF9F6300D8DD}" dt="2026-07-13T16:52:48.037" v="9550" actId="1076"/>
          <ac:spMkLst>
            <pc:docMk/>
            <pc:sldMk cId="3293176588" sldId="2147483647"/>
            <ac:spMk id="51" creationId="{5804F6C0-B56A-EA28-900B-E4FE04F8C5B2}"/>
          </ac:spMkLst>
        </pc:spChg>
        <pc:spChg chg="add mod">
          <ac:chgData name="Adriana Trujillo (She\/Her)" userId="5a41a586-66be-47fc-8d5c-e4e81f221ccb" providerId="ADAL" clId="{0D98AE76-ED3B-4BE1-B75D-AF9F6300D8DD}" dt="2026-07-13T16:47:04.075" v="9403" actId="1076"/>
          <ac:spMkLst>
            <pc:docMk/>
            <pc:sldMk cId="3293176588" sldId="2147483647"/>
            <ac:spMk id="52" creationId="{64F3CAEF-3AA5-34BA-5DD9-46C4B7E259EC}"/>
          </ac:spMkLst>
        </pc:spChg>
        <pc:spChg chg="add mod">
          <ac:chgData name="Adriana Trujillo (She\/Her)" userId="5a41a586-66be-47fc-8d5c-e4e81f221ccb" providerId="ADAL" clId="{0D98AE76-ED3B-4BE1-B75D-AF9F6300D8DD}" dt="2026-07-13T17:25:39.100" v="9953" actId="207"/>
          <ac:spMkLst>
            <pc:docMk/>
            <pc:sldMk cId="3293176588" sldId="2147483647"/>
            <ac:spMk id="53" creationId="{8EF594A5-A048-6BAE-5D98-407505D3D4BD}"/>
          </ac:spMkLst>
        </pc:spChg>
        <pc:spChg chg="add mod">
          <ac:chgData name="Adriana Trujillo (She\/Her)" userId="5a41a586-66be-47fc-8d5c-e4e81f221ccb" providerId="ADAL" clId="{0D98AE76-ED3B-4BE1-B75D-AF9F6300D8DD}" dt="2026-07-13T17:25:39.100" v="9953" actId="207"/>
          <ac:spMkLst>
            <pc:docMk/>
            <pc:sldMk cId="3293176588" sldId="2147483647"/>
            <ac:spMk id="54" creationId="{B971AB13-A9B9-AD4F-DB27-AE554EA64FA8}"/>
          </ac:spMkLst>
        </pc:spChg>
        <pc:spChg chg="add mod">
          <ac:chgData name="Adriana Trujillo (She\/Her)" userId="5a41a586-66be-47fc-8d5c-e4e81f221ccb" providerId="ADAL" clId="{0D98AE76-ED3B-4BE1-B75D-AF9F6300D8DD}" dt="2026-07-13T17:25:39.100" v="9953" actId="207"/>
          <ac:spMkLst>
            <pc:docMk/>
            <pc:sldMk cId="3293176588" sldId="2147483647"/>
            <ac:spMk id="55" creationId="{878E53A8-5B55-97AD-D780-73C1963E56AB}"/>
          </ac:spMkLst>
        </pc:spChg>
        <pc:spChg chg="add mod">
          <ac:chgData name="Adriana Trujillo (She\/Her)" userId="5a41a586-66be-47fc-8d5c-e4e81f221ccb" providerId="ADAL" clId="{0D98AE76-ED3B-4BE1-B75D-AF9F6300D8DD}" dt="2026-07-13T17:25:39.100" v="9953" actId="207"/>
          <ac:spMkLst>
            <pc:docMk/>
            <pc:sldMk cId="3293176588" sldId="2147483647"/>
            <ac:spMk id="56" creationId="{75BBEA04-CE09-A35A-8698-0A10058B44ED}"/>
          </ac:spMkLst>
        </pc:spChg>
        <pc:spChg chg="mod">
          <ac:chgData name="Adriana Trujillo (She\/Her)" userId="5a41a586-66be-47fc-8d5c-e4e81f221ccb" providerId="ADAL" clId="{0D98AE76-ED3B-4BE1-B75D-AF9F6300D8DD}" dt="2026-07-13T17:11:17.616" v="9772" actId="208"/>
          <ac:spMkLst>
            <pc:docMk/>
            <pc:sldMk cId="3293176588" sldId="2147483647"/>
            <ac:spMk id="57" creationId="{5B120364-78BA-2260-4A2D-99C9DA16900C}"/>
          </ac:spMkLst>
        </pc:spChg>
        <pc:spChg chg="mod">
          <ac:chgData name="Adriana Trujillo (She\/Her)" userId="5a41a586-66be-47fc-8d5c-e4e81f221ccb" providerId="ADAL" clId="{0D98AE76-ED3B-4BE1-B75D-AF9F6300D8DD}" dt="2026-07-13T13:27:43.791" v="4907" actId="1076"/>
          <ac:spMkLst>
            <pc:docMk/>
            <pc:sldMk cId="3293176588" sldId="2147483647"/>
            <ac:spMk id="58" creationId="{5026461F-124E-6207-B0A3-75DF4829DA6E}"/>
          </ac:spMkLst>
        </pc:spChg>
        <pc:spChg chg="mod">
          <ac:chgData name="Adriana Trujillo (She\/Her)" userId="5a41a586-66be-47fc-8d5c-e4e81f221ccb" providerId="ADAL" clId="{0D98AE76-ED3B-4BE1-B75D-AF9F6300D8DD}" dt="2026-07-13T17:25:39.100" v="9953" actId="207"/>
          <ac:spMkLst>
            <pc:docMk/>
            <pc:sldMk cId="3293176588" sldId="2147483647"/>
            <ac:spMk id="59" creationId="{EA3A44E9-CB6F-96E1-BB14-F506DB27F341}"/>
          </ac:spMkLst>
        </pc:spChg>
        <pc:spChg chg="add mod">
          <ac:chgData name="Adriana Trujillo (She\/Her)" userId="5a41a586-66be-47fc-8d5c-e4e81f221ccb" providerId="ADAL" clId="{0D98AE76-ED3B-4BE1-B75D-AF9F6300D8DD}" dt="2026-07-13T17:25:39.100" v="9953" actId="207"/>
          <ac:spMkLst>
            <pc:docMk/>
            <pc:sldMk cId="3293176588" sldId="2147483647"/>
            <ac:spMk id="60" creationId="{D4BA872A-20D2-D6C3-47AD-4D7EC4C63D36}"/>
          </ac:spMkLst>
        </pc:spChg>
        <pc:spChg chg="mod">
          <ac:chgData name="Adriana Trujillo (She\/Her)" userId="5a41a586-66be-47fc-8d5c-e4e81f221ccb" providerId="ADAL" clId="{0D98AE76-ED3B-4BE1-B75D-AF9F6300D8DD}" dt="2026-07-13T17:25:39.100" v="9953" actId="207"/>
          <ac:spMkLst>
            <pc:docMk/>
            <pc:sldMk cId="3293176588" sldId="2147483647"/>
            <ac:spMk id="61" creationId="{2B34A1ED-9DF8-4DFB-55DD-9F42860CCE75}"/>
          </ac:spMkLst>
        </pc:spChg>
        <pc:spChg chg="add mod">
          <ac:chgData name="Adriana Trujillo (She\/Her)" userId="5a41a586-66be-47fc-8d5c-e4e81f221ccb" providerId="ADAL" clId="{0D98AE76-ED3B-4BE1-B75D-AF9F6300D8DD}" dt="2026-07-13T17:25:39.100" v="9953" actId="207"/>
          <ac:spMkLst>
            <pc:docMk/>
            <pc:sldMk cId="3293176588" sldId="2147483647"/>
            <ac:spMk id="62" creationId="{8AD0F38C-461B-C717-8903-1B069D3E9EFE}"/>
          </ac:spMkLst>
        </pc:spChg>
        <pc:spChg chg="add mod">
          <ac:chgData name="Adriana Trujillo (She\/Her)" userId="5a41a586-66be-47fc-8d5c-e4e81f221ccb" providerId="ADAL" clId="{0D98AE76-ED3B-4BE1-B75D-AF9F6300D8DD}" dt="2026-07-13T17:25:57.499" v="9955" actId="208"/>
          <ac:spMkLst>
            <pc:docMk/>
            <pc:sldMk cId="3293176588" sldId="2147483647"/>
            <ac:spMk id="63" creationId="{C8C3D1C7-C8B6-AB4A-7409-CD38201ADDC7}"/>
          </ac:spMkLst>
        </pc:spChg>
        <pc:spChg chg="mod">
          <ac:chgData name="Adriana Trujillo (She\/Her)" userId="5a41a586-66be-47fc-8d5c-e4e81f221ccb" providerId="ADAL" clId="{0D98AE76-ED3B-4BE1-B75D-AF9F6300D8DD}" dt="2026-07-13T17:25:53.684" v="9954" actId="2085"/>
          <ac:spMkLst>
            <pc:docMk/>
            <pc:sldMk cId="3293176588" sldId="2147483647"/>
            <ac:spMk id="64" creationId="{883FAF4D-5F8F-0F0D-15FD-A9E2F1201F2B}"/>
          </ac:spMkLst>
        </pc:spChg>
        <pc:spChg chg="add mod">
          <ac:chgData name="Adriana Trujillo (She\/Her)" userId="5a41a586-66be-47fc-8d5c-e4e81f221ccb" providerId="ADAL" clId="{0D98AE76-ED3B-4BE1-B75D-AF9F6300D8DD}" dt="2026-07-13T17:25:39.100" v="9953" actId="207"/>
          <ac:spMkLst>
            <pc:docMk/>
            <pc:sldMk cId="3293176588" sldId="2147483647"/>
            <ac:spMk id="77" creationId="{FD48B06F-84FD-F77D-9F5C-C852F8D8E966}"/>
          </ac:spMkLst>
        </pc:spChg>
        <pc:spChg chg="add mod">
          <ac:chgData name="Adriana Trujillo (She\/Her)" userId="5a41a586-66be-47fc-8d5c-e4e81f221ccb" providerId="ADAL" clId="{0D98AE76-ED3B-4BE1-B75D-AF9F6300D8DD}" dt="2026-07-13T17:25:39.100" v="9953" actId="207"/>
          <ac:spMkLst>
            <pc:docMk/>
            <pc:sldMk cId="3293176588" sldId="2147483647"/>
            <ac:spMk id="79" creationId="{F94B1098-24ED-58BD-3353-5EBCAFC750CD}"/>
          </ac:spMkLst>
        </pc:spChg>
        <pc:spChg chg="add mod">
          <ac:chgData name="Adriana Trujillo (She\/Her)" userId="5a41a586-66be-47fc-8d5c-e4e81f221ccb" providerId="ADAL" clId="{0D98AE76-ED3B-4BE1-B75D-AF9F6300D8DD}" dt="2026-07-13T16:47:14.973" v="9407" actId="1076"/>
          <ac:spMkLst>
            <pc:docMk/>
            <pc:sldMk cId="3293176588" sldId="2147483647"/>
            <ac:spMk id="85" creationId="{DDF1DA16-9C76-E4E7-794E-A8BFA1CACFBE}"/>
          </ac:spMkLst>
        </pc:spChg>
        <pc:spChg chg="add mod">
          <ac:chgData name="Adriana Trujillo (She\/Her)" userId="5a41a586-66be-47fc-8d5c-e4e81f221ccb" providerId="ADAL" clId="{0D98AE76-ED3B-4BE1-B75D-AF9F6300D8DD}" dt="2026-07-13T16:46:58.226" v="9401"/>
          <ac:spMkLst>
            <pc:docMk/>
            <pc:sldMk cId="3293176588" sldId="2147483647"/>
            <ac:spMk id="87" creationId="{7D054E0B-6F0A-9B76-1C45-9DF3A319BA88}"/>
          </ac:spMkLst>
        </pc:spChg>
        <pc:picChg chg="mod">
          <ac:chgData name="Adriana Trujillo (She\/Her)" userId="5a41a586-66be-47fc-8d5c-e4e81f221ccb" providerId="ADAL" clId="{0D98AE76-ED3B-4BE1-B75D-AF9F6300D8DD}" dt="2026-07-13T13:39:14.627" v="6107" actId="1076"/>
          <ac:picMkLst>
            <pc:docMk/>
            <pc:sldMk cId="3293176588" sldId="2147483647"/>
            <ac:picMk id="65" creationId="{EA81DA6F-3E69-CF25-B359-21C2B8B2F839}"/>
          </ac:picMkLst>
        </pc:picChg>
        <pc:picChg chg="mod">
          <ac:chgData name="Adriana Trujillo (She\/Her)" userId="5a41a586-66be-47fc-8d5c-e4e81f221ccb" providerId="ADAL" clId="{0D98AE76-ED3B-4BE1-B75D-AF9F6300D8DD}" dt="2026-07-13T13:39:14.627" v="6107" actId="1076"/>
          <ac:picMkLst>
            <pc:docMk/>
            <pc:sldMk cId="3293176588" sldId="2147483647"/>
            <ac:picMk id="66" creationId="{E2FE40D7-B2D4-6D74-BC37-1F97A3E2EAA7}"/>
          </ac:picMkLst>
        </pc:picChg>
        <pc:picChg chg="mod">
          <ac:chgData name="Adriana Trujillo (She\/Her)" userId="5a41a586-66be-47fc-8d5c-e4e81f221ccb" providerId="ADAL" clId="{0D98AE76-ED3B-4BE1-B75D-AF9F6300D8DD}" dt="2026-07-13T13:39:14.627" v="6107" actId="1076"/>
          <ac:picMkLst>
            <pc:docMk/>
            <pc:sldMk cId="3293176588" sldId="2147483647"/>
            <ac:picMk id="67" creationId="{1CF3ADDD-8E03-B395-B1CA-7644FC860CA3}"/>
          </ac:picMkLst>
        </pc:picChg>
      </pc:sldChg>
    </pc:docChg>
  </pc:docChgLst>
  <pc:docChgLst>
    <pc:chgData name="Henry Jammes" userId="5f22554b-fd15-4676-8c82-dc6122af2a80" providerId="ADAL" clId="{9DA381FA-76C8-4BA6-A513-918232F8E345}"/>
    <pc:docChg chg="undo custSel modSld">
      <pc:chgData name="Henry Jammes" userId="5f22554b-fd15-4676-8c82-dc6122af2a80" providerId="ADAL" clId="{9DA381FA-76C8-4BA6-A513-918232F8E345}" dt="2026-07-10T13:02:39.151" v="331" actId="20577"/>
      <pc:docMkLst>
        <pc:docMk/>
      </pc:docMkLst>
      <pc:sldChg chg="addSp delSp modSp mod modShow modCm">
        <pc:chgData name="Henry Jammes" userId="5f22554b-fd15-4676-8c82-dc6122af2a80" providerId="ADAL" clId="{9DA381FA-76C8-4BA6-A513-918232F8E345}" dt="2026-07-10T13:02:39.151" v="331" actId="20577"/>
        <pc:sldMkLst>
          <pc:docMk/>
          <pc:sldMk cId="1062822550" sldId="2147482579"/>
        </pc:sldMkLst>
        <pc:spChg chg="add mod">
          <ac:chgData name="Henry Jammes" userId="5f22554b-fd15-4676-8c82-dc6122af2a80" providerId="ADAL" clId="{9DA381FA-76C8-4BA6-A513-918232F8E345}" dt="2026-07-10T13:01:44.804" v="323"/>
          <ac:spMkLst>
            <pc:docMk/>
            <pc:sldMk cId="1062822550" sldId="2147482579"/>
            <ac:spMk id="264" creationId="{069D622E-F73E-689F-4AAA-D163A4FDE06D}"/>
          </ac:spMkLst>
        </pc:spChg>
        <pc:spChg chg="mod">
          <ac:chgData name="Henry Jammes" userId="5f22554b-fd15-4676-8c82-dc6122af2a80" providerId="ADAL" clId="{9DA381FA-76C8-4BA6-A513-918232F8E345}" dt="2026-07-10T13:01:53.504" v="324" actId="20577"/>
          <ac:spMkLst>
            <pc:docMk/>
            <pc:sldMk cId="1062822550" sldId="2147482579"/>
            <ac:spMk id="271" creationId="{8C9A626C-36B6-13DB-91C3-0AA2B0214FE3}"/>
          </ac:spMkLst>
        </pc:spChg>
        <pc:spChg chg="add mod">
          <ac:chgData name="Henry Jammes" userId="5f22554b-fd15-4676-8c82-dc6122af2a80" providerId="ADAL" clId="{9DA381FA-76C8-4BA6-A513-918232F8E345}" dt="2026-07-10T13:01:44.804" v="323"/>
          <ac:spMkLst>
            <pc:docMk/>
            <pc:sldMk cId="1062822550" sldId="2147482579"/>
            <ac:spMk id="284" creationId="{A484B512-4F75-E917-C743-1887FDD171F7}"/>
          </ac:spMkLst>
        </pc:spChg>
        <pc:spChg chg="mod">
          <ac:chgData name="Henry Jammes" userId="5f22554b-fd15-4676-8c82-dc6122af2a80" providerId="ADAL" clId="{9DA381FA-76C8-4BA6-A513-918232F8E345}" dt="2026-07-10T13:01:56.286" v="326" actId="20577"/>
          <ac:spMkLst>
            <pc:docMk/>
            <pc:sldMk cId="1062822550" sldId="2147482579"/>
            <ac:spMk id="292" creationId="{9E5AAEE6-6D14-D9B8-D2BA-91024CD3E85E}"/>
          </ac:spMkLst>
        </pc:spChg>
        <pc:spChg chg="add mod">
          <ac:chgData name="Henry Jammes" userId="5f22554b-fd15-4676-8c82-dc6122af2a80" providerId="ADAL" clId="{9DA381FA-76C8-4BA6-A513-918232F8E345}" dt="2026-07-10T13:01:44.804" v="323"/>
          <ac:spMkLst>
            <pc:docMk/>
            <pc:sldMk cId="1062822550" sldId="2147482579"/>
            <ac:spMk id="294" creationId="{76F53C84-B74F-4672-77C5-4AC9715169F0}"/>
          </ac:spMkLst>
        </pc:spChg>
        <pc:spChg chg="add mod">
          <ac:chgData name="Henry Jammes" userId="5f22554b-fd15-4676-8c82-dc6122af2a80" providerId="ADAL" clId="{9DA381FA-76C8-4BA6-A513-918232F8E345}" dt="2026-07-10T13:01:44.804" v="323"/>
          <ac:spMkLst>
            <pc:docMk/>
            <pc:sldMk cId="1062822550" sldId="2147482579"/>
            <ac:spMk id="297" creationId="{9987EE32-5C3A-1B69-EDA8-35C307BD23C2}"/>
          </ac:spMkLst>
        </pc:spChg>
        <pc:spChg chg="add mod">
          <ac:chgData name="Henry Jammes" userId="5f22554b-fd15-4676-8c82-dc6122af2a80" providerId="ADAL" clId="{9DA381FA-76C8-4BA6-A513-918232F8E345}" dt="2026-07-10T13:01:44.804" v="323"/>
          <ac:spMkLst>
            <pc:docMk/>
            <pc:sldMk cId="1062822550" sldId="2147482579"/>
            <ac:spMk id="299" creationId="{8B73F791-F487-22CD-9FC9-A43054AFB207}"/>
          </ac:spMkLst>
        </pc:spChg>
        <pc:spChg chg="add mod">
          <ac:chgData name="Henry Jammes" userId="5f22554b-fd15-4676-8c82-dc6122af2a80" providerId="ADAL" clId="{9DA381FA-76C8-4BA6-A513-918232F8E345}" dt="2026-07-10T13:01:44.804" v="323"/>
          <ac:spMkLst>
            <pc:docMk/>
            <pc:sldMk cId="1062822550" sldId="2147482579"/>
            <ac:spMk id="300" creationId="{72F079A0-AAF0-FF2E-240D-AC3040560882}"/>
          </ac:spMkLst>
        </pc:spChg>
        <pc:spChg chg="add mod">
          <ac:chgData name="Henry Jammes" userId="5f22554b-fd15-4676-8c82-dc6122af2a80" providerId="ADAL" clId="{9DA381FA-76C8-4BA6-A513-918232F8E345}" dt="2026-07-10T13:01:44.804" v="323"/>
          <ac:spMkLst>
            <pc:docMk/>
            <pc:sldMk cId="1062822550" sldId="2147482579"/>
            <ac:spMk id="301" creationId="{901F2E76-BB23-679A-08F1-F413ABC70E55}"/>
          </ac:spMkLst>
        </pc:spChg>
        <pc:spChg chg="add mod">
          <ac:chgData name="Henry Jammes" userId="5f22554b-fd15-4676-8c82-dc6122af2a80" providerId="ADAL" clId="{9DA381FA-76C8-4BA6-A513-918232F8E345}" dt="2026-07-10T13:01:44.804" v="323"/>
          <ac:spMkLst>
            <pc:docMk/>
            <pc:sldMk cId="1062822550" sldId="2147482579"/>
            <ac:spMk id="305" creationId="{791DFB93-B573-9B71-9657-37EFBCE975B4}"/>
          </ac:spMkLst>
        </pc:spChg>
        <pc:spChg chg="add mod">
          <ac:chgData name="Henry Jammes" userId="5f22554b-fd15-4676-8c82-dc6122af2a80" providerId="ADAL" clId="{9DA381FA-76C8-4BA6-A513-918232F8E345}" dt="2026-07-10T13:02:39.151" v="331" actId="20577"/>
          <ac:spMkLst>
            <pc:docMk/>
            <pc:sldMk cId="1062822550" sldId="2147482579"/>
            <ac:spMk id="306" creationId="{FFF676EF-60BD-29F6-BDED-0A7774C93A34}"/>
          </ac:spMkLst>
        </pc:spChg>
        <pc:spChg chg="mod">
          <ac:chgData name="Henry Jammes" userId="5f22554b-fd15-4676-8c82-dc6122af2a80" providerId="ADAL" clId="{9DA381FA-76C8-4BA6-A513-918232F8E345}" dt="2026-07-10T13:01:59.663" v="327" actId="20577"/>
          <ac:spMkLst>
            <pc:docMk/>
            <pc:sldMk cId="1062822550" sldId="2147482579"/>
            <ac:spMk id="313" creationId="{A641FC5F-7DEE-7469-6CD2-D404EEA8D730}"/>
          </ac:spMkLst>
        </pc:spChg>
        <pc:spChg chg="add mod">
          <ac:chgData name="Henry Jammes" userId="5f22554b-fd15-4676-8c82-dc6122af2a80" providerId="ADAL" clId="{9DA381FA-76C8-4BA6-A513-918232F8E345}" dt="2026-07-10T13:01:44.804" v="323"/>
          <ac:spMkLst>
            <pc:docMk/>
            <pc:sldMk cId="1062822550" sldId="2147482579"/>
            <ac:spMk id="317" creationId="{51BB5E0F-5984-DD2D-ECDE-CC98D273E1F1}"/>
          </ac:spMkLst>
        </pc:spChg>
        <pc:spChg chg="mod">
          <ac:chgData name="Henry Jammes" userId="5f22554b-fd15-4676-8c82-dc6122af2a80" providerId="ADAL" clId="{9DA381FA-76C8-4BA6-A513-918232F8E345}" dt="2026-07-10T13:02:37.597" v="329" actId="20577"/>
          <ac:spMkLst>
            <pc:docMk/>
            <pc:sldMk cId="1062822550" sldId="2147482579"/>
            <ac:spMk id="320" creationId="{ACB9A775-FC78-A8C0-A88B-470B97C6401A}"/>
          </ac:spMkLst>
        </pc:spChg>
        <pc:extLst>
          <p:ext xmlns:p="http://schemas.openxmlformats.org/presentationml/2006/main" uri="{D6D511B9-2390-475A-947B-AFAB55BFBCF1}">
            <pc226:cmChg xmlns:pc226="http://schemas.microsoft.com/office/powerpoint/2022/06/main/command" chg="mod">
              <pc226:chgData name="Henry Jammes" userId="5f22554b-fd15-4676-8c82-dc6122af2a80" providerId="ADAL" clId="{9DA381FA-76C8-4BA6-A513-918232F8E345}" dt="2026-07-10T12:33:23.320" v="312"/>
              <pc2:cmMkLst xmlns:pc2="http://schemas.microsoft.com/office/powerpoint/2019/9/main/command">
                <pc:docMk/>
                <pc:sldMk cId="1062822550" sldId="2147482579"/>
                <pc2:cmMk id="{95BD5303-2EBD-0848-B44B-0B6A2CED2882}"/>
              </pc2:cmMkLst>
            </pc226:cmChg>
          </p:ext>
        </pc:extLst>
      </pc:sldChg>
      <pc:sldChg chg="delSp modSp mod">
        <pc:chgData name="Henry Jammes" userId="5f22554b-fd15-4676-8c82-dc6122af2a80" providerId="ADAL" clId="{9DA381FA-76C8-4BA6-A513-918232F8E345}" dt="2026-07-10T12:31:47.779" v="311" actId="20577"/>
        <pc:sldMkLst>
          <pc:docMk/>
          <pc:sldMk cId="694926840" sldId="2147482580"/>
        </pc:sldMkLst>
        <pc:spChg chg="topLvl">
          <ac:chgData name="Henry Jammes" userId="5f22554b-fd15-4676-8c82-dc6122af2a80" providerId="ADAL" clId="{9DA381FA-76C8-4BA6-A513-918232F8E345}" dt="2026-07-10T12:27:50.896" v="217" actId="165"/>
          <ac:spMkLst>
            <pc:docMk/>
            <pc:sldMk cId="694926840" sldId="2147482580"/>
            <ac:spMk id="10" creationId="{4CF8B8AE-C1DB-4E4E-1DE2-819C8B7E6D10}"/>
          </ac:spMkLst>
        </pc:spChg>
        <pc:spChg chg="mod topLvl">
          <ac:chgData name="Henry Jammes" userId="5f22554b-fd15-4676-8c82-dc6122af2a80" providerId="ADAL" clId="{9DA381FA-76C8-4BA6-A513-918232F8E345}" dt="2026-07-10T12:27:50.896" v="217" actId="165"/>
          <ac:spMkLst>
            <pc:docMk/>
            <pc:sldMk cId="694926840" sldId="2147482580"/>
            <ac:spMk id="17" creationId="{2963BA89-486C-2541-67BB-D83C2508302A}"/>
          </ac:spMkLst>
        </pc:spChg>
        <pc:spChg chg="mod">
          <ac:chgData name="Henry Jammes" userId="5f22554b-fd15-4676-8c82-dc6122af2a80" providerId="ADAL" clId="{9DA381FA-76C8-4BA6-A513-918232F8E345}" dt="2026-07-10T12:26:56.271" v="197" actId="14100"/>
          <ac:spMkLst>
            <pc:docMk/>
            <pc:sldMk cId="694926840" sldId="2147482580"/>
            <ac:spMk id="21" creationId="{E37AD669-48E6-EB1D-3F0D-90F9C2461E97}"/>
          </ac:spMkLst>
        </pc:spChg>
        <pc:spChg chg="mod">
          <ac:chgData name="Henry Jammes" userId="5f22554b-fd15-4676-8c82-dc6122af2a80" providerId="ADAL" clId="{9DA381FA-76C8-4BA6-A513-918232F8E345}" dt="2026-07-10T12:27:54.225" v="225" actId="1036"/>
          <ac:spMkLst>
            <pc:docMk/>
            <pc:sldMk cId="694926840" sldId="2147482580"/>
            <ac:spMk id="23" creationId="{5283031F-1F0B-623C-D1A4-79068915086B}"/>
          </ac:spMkLst>
        </pc:spChg>
        <pc:spChg chg="mod">
          <ac:chgData name="Henry Jammes" userId="5f22554b-fd15-4676-8c82-dc6122af2a80" providerId="ADAL" clId="{9DA381FA-76C8-4BA6-A513-918232F8E345}" dt="2026-07-10T12:27:57.978" v="230" actId="1036"/>
          <ac:spMkLst>
            <pc:docMk/>
            <pc:sldMk cId="694926840" sldId="2147482580"/>
            <ac:spMk id="27" creationId="{CD22F7CB-7D0B-6E49-256C-7ED5F778AE41}"/>
          </ac:spMkLst>
        </pc:spChg>
        <pc:spChg chg="topLvl">
          <ac:chgData name="Henry Jammes" userId="5f22554b-fd15-4676-8c82-dc6122af2a80" providerId="ADAL" clId="{9DA381FA-76C8-4BA6-A513-918232F8E345}" dt="2026-07-10T12:27:50.896" v="217" actId="165"/>
          <ac:spMkLst>
            <pc:docMk/>
            <pc:sldMk cId="694926840" sldId="2147482580"/>
            <ac:spMk id="34" creationId="{99744B84-4319-9846-EE73-98E3FADC0398}"/>
          </ac:spMkLst>
        </pc:spChg>
        <pc:spChg chg="mod">
          <ac:chgData name="Henry Jammes" userId="5f22554b-fd15-4676-8c82-dc6122af2a80" providerId="ADAL" clId="{9DA381FA-76C8-4BA6-A513-918232F8E345}" dt="2026-07-10T12:26:41.862" v="191" actId="14100"/>
          <ac:spMkLst>
            <pc:docMk/>
            <pc:sldMk cId="694926840" sldId="2147482580"/>
            <ac:spMk id="41" creationId="{AA1ECC78-85FA-E0E6-5A5D-5146212DEAA7}"/>
          </ac:spMkLst>
        </pc:spChg>
        <pc:spChg chg="mod">
          <ac:chgData name="Henry Jammes" userId="5f22554b-fd15-4676-8c82-dc6122af2a80" providerId="ADAL" clId="{9DA381FA-76C8-4BA6-A513-918232F8E345}" dt="2026-07-10T12:30:56.588" v="302" actId="20577"/>
          <ac:spMkLst>
            <pc:docMk/>
            <pc:sldMk cId="694926840" sldId="2147482580"/>
            <ac:spMk id="44" creationId="{2440C30E-269C-6E46-B8BE-AFBD71A6494A}"/>
          </ac:spMkLst>
        </pc:spChg>
        <pc:spChg chg="mod topLvl">
          <ac:chgData name="Henry Jammes" userId="5f22554b-fd15-4676-8c82-dc6122af2a80" providerId="ADAL" clId="{9DA381FA-76C8-4BA6-A513-918232F8E345}" dt="2026-07-10T12:27:54.225" v="225" actId="1036"/>
          <ac:spMkLst>
            <pc:docMk/>
            <pc:sldMk cId="694926840" sldId="2147482580"/>
            <ac:spMk id="50" creationId="{12F3F886-7703-5643-EFC9-FF3F019A0900}"/>
          </ac:spMkLst>
        </pc:spChg>
        <pc:spChg chg="mod">
          <ac:chgData name="Henry Jammes" userId="5f22554b-fd15-4676-8c82-dc6122af2a80" providerId="ADAL" clId="{9DA381FA-76C8-4BA6-A513-918232F8E345}" dt="2026-07-10T12:27:57.978" v="230" actId="1036"/>
          <ac:spMkLst>
            <pc:docMk/>
            <pc:sldMk cId="694926840" sldId="2147482580"/>
            <ac:spMk id="54" creationId="{EC502AF3-F85B-79F0-6D08-FE810D0FD558}"/>
          </ac:spMkLst>
        </pc:spChg>
        <pc:spChg chg="mod">
          <ac:chgData name="Henry Jammes" userId="5f22554b-fd15-4676-8c82-dc6122af2a80" providerId="ADAL" clId="{9DA381FA-76C8-4BA6-A513-918232F8E345}" dt="2026-07-10T12:26:43.971" v="192" actId="14100"/>
          <ac:spMkLst>
            <pc:docMk/>
            <pc:sldMk cId="694926840" sldId="2147482580"/>
            <ac:spMk id="64" creationId="{BDD7E1AD-3CA1-8BA5-8BAF-ED9EA45FC4BF}"/>
          </ac:spMkLst>
        </pc:spChg>
        <pc:spChg chg="mod">
          <ac:chgData name="Henry Jammes" userId="5f22554b-fd15-4676-8c82-dc6122af2a80" providerId="ADAL" clId="{9DA381FA-76C8-4BA6-A513-918232F8E345}" dt="2026-07-10T12:30:29.837" v="268" actId="20577"/>
          <ac:spMkLst>
            <pc:docMk/>
            <pc:sldMk cId="694926840" sldId="2147482580"/>
            <ac:spMk id="66" creationId="{BEFDEB14-F57F-53ED-6CE5-DA7B1675729A}"/>
          </ac:spMkLst>
        </pc:spChg>
        <pc:spChg chg="mod topLvl">
          <ac:chgData name="Henry Jammes" userId="5f22554b-fd15-4676-8c82-dc6122af2a80" providerId="ADAL" clId="{9DA381FA-76C8-4BA6-A513-918232F8E345}" dt="2026-07-10T12:28:04.593" v="236" actId="1037"/>
          <ac:spMkLst>
            <pc:docMk/>
            <pc:sldMk cId="694926840" sldId="2147482580"/>
            <ac:spMk id="68" creationId="{FCB39A92-57F8-EFF9-5868-9576EFE4D836}"/>
          </ac:spMkLst>
        </pc:spChg>
        <pc:spChg chg="mod">
          <ac:chgData name="Henry Jammes" userId="5f22554b-fd15-4676-8c82-dc6122af2a80" providerId="ADAL" clId="{9DA381FA-76C8-4BA6-A513-918232F8E345}" dt="2026-07-10T12:27:57.978" v="230" actId="1036"/>
          <ac:spMkLst>
            <pc:docMk/>
            <pc:sldMk cId="694926840" sldId="2147482580"/>
            <ac:spMk id="70" creationId="{6F61A14C-F7B8-5628-DCD9-3727C29B7204}"/>
          </ac:spMkLst>
        </pc:spChg>
        <pc:spChg chg="mod">
          <ac:chgData name="Henry Jammes" userId="5f22554b-fd15-4676-8c82-dc6122af2a80" providerId="ADAL" clId="{9DA381FA-76C8-4BA6-A513-918232F8E345}" dt="2026-07-10T12:26:46.085" v="193" actId="14100"/>
          <ac:spMkLst>
            <pc:docMk/>
            <pc:sldMk cId="694926840" sldId="2147482580"/>
            <ac:spMk id="76" creationId="{43CC7EB9-A5D4-402D-ADD3-4A41EB999FA1}"/>
          </ac:spMkLst>
        </pc:spChg>
        <pc:spChg chg="mod">
          <ac:chgData name="Henry Jammes" userId="5f22554b-fd15-4676-8c82-dc6122af2a80" providerId="ADAL" clId="{9DA381FA-76C8-4BA6-A513-918232F8E345}" dt="2026-07-10T12:30:40.903" v="280" actId="20577"/>
          <ac:spMkLst>
            <pc:docMk/>
            <pc:sldMk cId="694926840" sldId="2147482580"/>
            <ac:spMk id="78" creationId="{9EAAE646-79AA-FA84-C392-102B68FE9120}"/>
          </ac:spMkLst>
        </pc:spChg>
        <pc:spChg chg="mod topLvl">
          <ac:chgData name="Henry Jammes" userId="5f22554b-fd15-4676-8c82-dc6122af2a80" providerId="ADAL" clId="{9DA381FA-76C8-4BA6-A513-918232F8E345}" dt="2026-07-10T12:27:54.225" v="225" actId="1036"/>
          <ac:spMkLst>
            <pc:docMk/>
            <pc:sldMk cId="694926840" sldId="2147482580"/>
            <ac:spMk id="80" creationId="{61211F42-3F80-1706-BE4C-BFB404C5068D}"/>
          </ac:spMkLst>
        </pc:spChg>
        <pc:spChg chg="mod topLvl">
          <ac:chgData name="Henry Jammes" userId="5f22554b-fd15-4676-8c82-dc6122af2a80" providerId="ADAL" clId="{9DA381FA-76C8-4BA6-A513-918232F8E345}" dt="2026-07-10T12:27:57.978" v="230" actId="1036"/>
          <ac:spMkLst>
            <pc:docMk/>
            <pc:sldMk cId="694926840" sldId="2147482580"/>
            <ac:spMk id="82" creationId="{161AD455-F3A0-89C2-15AF-B5BC66CC80EE}"/>
          </ac:spMkLst>
        </pc:spChg>
        <pc:spChg chg="topLvl">
          <ac:chgData name="Henry Jammes" userId="5f22554b-fd15-4676-8c82-dc6122af2a80" providerId="ADAL" clId="{9DA381FA-76C8-4BA6-A513-918232F8E345}" dt="2026-07-10T12:27:50.896" v="217" actId="165"/>
          <ac:spMkLst>
            <pc:docMk/>
            <pc:sldMk cId="694926840" sldId="2147482580"/>
            <ac:spMk id="84" creationId="{739C4291-6FBF-70C6-4594-674AAB9C5828}"/>
          </ac:spMkLst>
        </pc:spChg>
        <pc:spChg chg="topLvl">
          <ac:chgData name="Henry Jammes" userId="5f22554b-fd15-4676-8c82-dc6122af2a80" providerId="ADAL" clId="{9DA381FA-76C8-4BA6-A513-918232F8E345}" dt="2026-07-10T12:27:50.896" v="217" actId="165"/>
          <ac:spMkLst>
            <pc:docMk/>
            <pc:sldMk cId="694926840" sldId="2147482580"/>
            <ac:spMk id="86" creationId="{41406DD0-7D93-0F61-DD48-FF43FF804082}"/>
          </ac:spMkLst>
        </pc:spChg>
        <pc:spChg chg="mod">
          <ac:chgData name="Henry Jammes" userId="5f22554b-fd15-4676-8c82-dc6122af2a80" providerId="ADAL" clId="{9DA381FA-76C8-4BA6-A513-918232F8E345}" dt="2026-07-10T12:26:52.611" v="196" actId="14100"/>
          <ac:spMkLst>
            <pc:docMk/>
            <pc:sldMk cId="694926840" sldId="2147482580"/>
            <ac:spMk id="88" creationId="{283794E7-D409-B5B4-0141-F14792484FC4}"/>
          </ac:spMkLst>
        </pc:spChg>
        <pc:spChg chg="mod">
          <ac:chgData name="Henry Jammes" userId="5f22554b-fd15-4676-8c82-dc6122af2a80" providerId="ADAL" clId="{9DA381FA-76C8-4BA6-A513-918232F8E345}" dt="2026-07-10T12:27:02.710" v="200" actId="14100"/>
          <ac:spMkLst>
            <pc:docMk/>
            <pc:sldMk cId="694926840" sldId="2147482580"/>
            <ac:spMk id="90" creationId="{453D69D8-F420-D3ED-20BB-D951DE661D77}"/>
          </ac:spMkLst>
        </pc:spChg>
        <pc:spChg chg="mod">
          <ac:chgData name="Henry Jammes" userId="5f22554b-fd15-4676-8c82-dc6122af2a80" providerId="ADAL" clId="{9DA381FA-76C8-4BA6-A513-918232F8E345}" dt="2026-07-10T12:27:54.225" v="225" actId="1036"/>
          <ac:spMkLst>
            <pc:docMk/>
            <pc:sldMk cId="694926840" sldId="2147482580"/>
            <ac:spMk id="92" creationId="{5D9B328C-37D9-1BEE-B2AB-41C915510751}"/>
          </ac:spMkLst>
        </pc:spChg>
        <pc:spChg chg="mod topLvl">
          <ac:chgData name="Henry Jammes" userId="5f22554b-fd15-4676-8c82-dc6122af2a80" providerId="ADAL" clId="{9DA381FA-76C8-4BA6-A513-918232F8E345}" dt="2026-07-10T12:27:57.978" v="230" actId="1036"/>
          <ac:spMkLst>
            <pc:docMk/>
            <pc:sldMk cId="694926840" sldId="2147482580"/>
            <ac:spMk id="94" creationId="{D756D5F6-69FE-1E4E-D004-2DD579116775}"/>
          </ac:spMkLst>
        </pc:spChg>
      </pc:sldChg>
    </pc:docChg>
  </pc:docChgLst>
  <pc:docChgLst>
    <pc:chgData name="Adriana Trujillo (She\/Her)" userId="S::adrianat@microsoft.com::5a41a586-66be-47fc-8d5c-e4e81f221ccb" providerId="AD" clId="Web-{96D32C79-BCBD-F13E-6B88-F7AFD11B335E}"/>
    <pc:docChg chg="modSld">
      <pc:chgData name="Adriana Trujillo (She\/Her)" userId="S::adrianat@microsoft.com::5a41a586-66be-47fc-8d5c-e4e81f221ccb" providerId="AD" clId="Web-{96D32C79-BCBD-F13E-6B88-F7AFD11B335E}" dt="2026-07-30T07:32:49.389" v="6" actId="20577"/>
      <pc:docMkLst>
        <pc:docMk/>
      </pc:docMkLst>
      <pc:sldChg chg="modSp">
        <pc:chgData name="Adriana Trujillo (She\/Her)" userId="S::adrianat@microsoft.com::5a41a586-66be-47fc-8d5c-e4e81f221ccb" providerId="AD" clId="Web-{96D32C79-BCBD-F13E-6B88-F7AFD11B335E}" dt="2026-07-30T07:32:49.389" v="6" actId="20577"/>
        <pc:sldMkLst>
          <pc:docMk/>
          <pc:sldMk cId="137275120" sldId="2147482533"/>
        </pc:sldMkLst>
        <pc:spChg chg="mod">
          <ac:chgData name="Adriana Trujillo (She\/Her)" userId="S::adrianat@microsoft.com::5a41a586-66be-47fc-8d5c-e4e81f221ccb" providerId="AD" clId="Web-{96D32C79-BCBD-F13E-6B88-F7AFD11B335E}" dt="2026-07-30T07:32:49.389" v="6" actId="20577"/>
          <ac:spMkLst>
            <pc:docMk/>
            <pc:sldMk cId="137275120" sldId="2147482533"/>
            <ac:spMk id="47" creationId="{0B86C676-5095-A984-AA69-4C6939AAF148}"/>
          </ac:spMkLst>
        </pc:spChg>
      </pc:sldChg>
    </pc:docChg>
  </pc:docChgLst>
  <pc:docChgLst>
    <pc:chgData name="Adriana Trujillo (She\/Her)" userId="S::adrianat@microsoft.com::5a41a586-66be-47fc-8d5c-e4e81f221ccb" providerId="AD" clId="Web-{FBF51ADD-6F71-10CC-AC7A-075C5ABC4BEA}"/>
    <pc:docChg chg="sldOrd">
      <pc:chgData name="Adriana Trujillo (She\/Her)" userId="S::adrianat@microsoft.com::5a41a586-66be-47fc-8d5c-e4e81f221ccb" providerId="AD" clId="Web-{FBF51ADD-6F71-10CC-AC7A-075C5ABC4BEA}" dt="2026-07-08T13:26:03.149" v="0"/>
      <pc:docMkLst>
        <pc:docMk/>
      </pc:docMkLst>
      <pc:sldChg chg="ord">
        <pc:chgData name="Adriana Trujillo (She\/Her)" userId="S::adrianat@microsoft.com::5a41a586-66be-47fc-8d5c-e4e81f221ccb" providerId="AD" clId="Web-{FBF51ADD-6F71-10CC-AC7A-075C5ABC4BEA}" dt="2026-07-08T13:26:03.149" v="0"/>
        <pc:sldMkLst>
          <pc:docMk/>
          <pc:sldMk cId="1062822550" sldId="2147482579"/>
        </pc:sldMkLst>
      </pc:sldChg>
    </pc:docChg>
  </pc:docChgLst>
  <pc:docChgLst>
    <pc:chgData name="Adriana Trujillo (She\/Her)" userId="S::adrianat@microsoft.com::5a41a586-66be-47fc-8d5c-e4e81f221ccb" providerId="AD" clId="Web-{BCC658D1-8113-C71B-4F93-E64B51DA96D7}"/>
    <pc:docChg chg="sldOrd addSection modSection">
      <pc:chgData name="Adriana Trujillo (She\/Her)" userId="S::adrianat@microsoft.com::5a41a586-66be-47fc-8d5c-e4e81f221ccb" providerId="AD" clId="Web-{BCC658D1-8113-C71B-4F93-E64B51DA96D7}" dt="2026-07-28T18:26:32.489" v="21"/>
      <pc:docMkLst>
        <pc:docMk/>
      </pc:docMkLst>
      <pc:sldChg chg="ord">
        <pc:chgData name="Adriana Trujillo (She\/Her)" userId="S::adrianat@microsoft.com::5a41a586-66be-47fc-8d5c-e4e81f221ccb" providerId="AD" clId="Web-{BCC658D1-8113-C71B-4F93-E64B51DA96D7}" dt="2026-07-28T18:26:21.254" v="12"/>
        <pc:sldMkLst>
          <pc:docMk/>
          <pc:sldMk cId="3736214452" sldId="274"/>
        </pc:sldMkLst>
      </pc:sldChg>
      <pc:sldChg chg="ord">
        <pc:chgData name="Adriana Trujillo (She\/Her)" userId="S::adrianat@microsoft.com::5a41a586-66be-47fc-8d5c-e4e81f221ccb" providerId="AD" clId="Web-{BCC658D1-8113-C71B-4F93-E64B51DA96D7}" dt="2026-07-28T18:26:21.254" v="18"/>
        <pc:sldMkLst>
          <pc:docMk/>
          <pc:sldMk cId="3478909097" sldId="278"/>
        </pc:sldMkLst>
      </pc:sldChg>
      <pc:sldChg chg="ord">
        <pc:chgData name="Adriana Trujillo (She\/Her)" userId="S::adrianat@microsoft.com::5a41a586-66be-47fc-8d5c-e4e81f221ccb" providerId="AD" clId="Web-{BCC658D1-8113-C71B-4F93-E64B51DA96D7}" dt="2026-07-28T18:26:21.254" v="11"/>
        <pc:sldMkLst>
          <pc:docMk/>
          <pc:sldMk cId="1755785993" sldId="279"/>
        </pc:sldMkLst>
      </pc:sldChg>
      <pc:sldChg chg="ord">
        <pc:chgData name="Adriana Trujillo (She\/Her)" userId="S::adrianat@microsoft.com::5a41a586-66be-47fc-8d5c-e4e81f221ccb" providerId="AD" clId="Web-{BCC658D1-8113-C71B-4F93-E64B51DA96D7}" dt="2026-07-28T18:26:21.254" v="19"/>
        <pc:sldMkLst>
          <pc:docMk/>
          <pc:sldMk cId="2874444208" sldId="282"/>
        </pc:sldMkLst>
      </pc:sldChg>
      <pc:sldChg chg="ord">
        <pc:chgData name="Adriana Trujillo (She\/Her)" userId="S::adrianat@microsoft.com::5a41a586-66be-47fc-8d5c-e4e81f221ccb" providerId="AD" clId="Web-{BCC658D1-8113-C71B-4F93-E64B51DA96D7}" dt="2026-07-28T18:26:21.254" v="14"/>
        <pc:sldMkLst>
          <pc:docMk/>
          <pc:sldMk cId="4292768568" sldId="284"/>
        </pc:sldMkLst>
      </pc:sldChg>
      <pc:sldChg chg="ord">
        <pc:chgData name="Adriana Trujillo (She\/Her)" userId="S::adrianat@microsoft.com::5a41a586-66be-47fc-8d5c-e4e81f221ccb" providerId="AD" clId="Web-{BCC658D1-8113-C71B-4F93-E64B51DA96D7}" dt="2026-07-28T18:26:32.489" v="21"/>
        <pc:sldMkLst>
          <pc:docMk/>
          <pc:sldMk cId="4039376711" sldId="285"/>
        </pc:sldMkLst>
      </pc:sldChg>
      <pc:sldChg chg="ord">
        <pc:chgData name="Adriana Trujillo (She\/Her)" userId="S::adrianat@microsoft.com::5a41a586-66be-47fc-8d5c-e4e81f221ccb" providerId="AD" clId="Web-{BCC658D1-8113-C71B-4F93-E64B51DA96D7}" dt="2026-07-28T18:26:21.254" v="15"/>
        <pc:sldMkLst>
          <pc:docMk/>
          <pc:sldMk cId="446223930" sldId="286"/>
        </pc:sldMkLst>
      </pc:sldChg>
      <pc:sldChg chg="ord">
        <pc:chgData name="Adriana Trujillo (She\/Her)" userId="S::adrianat@microsoft.com::5a41a586-66be-47fc-8d5c-e4e81f221ccb" providerId="AD" clId="Web-{BCC658D1-8113-C71B-4F93-E64B51DA96D7}" dt="2026-07-28T18:26:21.238" v="8"/>
        <pc:sldMkLst>
          <pc:docMk/>
          <pc:sldMk cId="4289882102" sldId="293"/>
        </pc:sldMkLst>
      </pc:sldChg>
      <pc:sldChg chg="ord">
        <pc:chgData name="Adriana Trujillo (She\/Her)" userId="S::adrianat@microsoft.com::5a41a586-66be-47fc-8d5c-e4e81f221ccb" providerId="AD" clId="Web-{BCC658D1-8113-C71B-4F93-E64B51DA96D7}" dt="2026-07-28T18:26:21.238" v="7"/>
        <pc:sldMkLst>
          <pc:docMk/>
          <pc:sldMk cId="3379172517" sldId="295"/>
        </pc:sldMkLst>
      </pc:sldChg>
      <pc:sldChg chg="ord">
        <pc:chgData name="Adriana Trujillo (She\/Her)" userId="S::adrianat@microsoft.com::5a41a586-66be-47fc-8d5c-e4e81f221ccb" providerId="AD" clId="Web-{BCC658D1-8113-C71B-4F93-E64B51DA96D7}" dt="2026-07-28T18:26:21.254" v="17"/>
        <pc:sldMkLst>
          <pc:docMk/>
          <pc:sldMk cId="1593266638" sldId="2147482524"/>
        </pc:sldMkLst>
      </pc:sldChg>
      <pc:sldChg chg="ord">
        <pc:chgData name="Adriana Trujillo (She\/Her)" userId="S::adrianat@microsoft.com::5a41a586-66be-47fc-8d5c-e4e81f221ccb" providerId="AD" clId="Web-{BCC658D1-8113-C71B-4F93-E64B51DA96D7}" dt="2026-07-28T18:26:21.254" v="16"/>
        <pc:sldMkLst>
          <pc:docMk/>
          <pc:sldMk cId="507071410" sldId="2147482525"/>
        </pc:sldMkLst>
      </pc:sldChg>
      <pc:sldChg chg="ord">
        <pc:chgData name="Adriana Trujillo (She\/Her)" userId="S::adrianat@microsoft.com::5a41a586-66be-47fc-8d5c-e4e81f221ccb" providerId="AD" clId="Web-{BCC658D1-8113-C71B-4F93-E64B51DA96D7}" dt="2026-07-28T18:26:21.254" v="13"/>
        <pc:sldMkLst>
          <pc:docMk/>
          <pc:sldMk cId="3420244908" sldId="2147482526"/>
        </pc:sldMkLst>
      </pc:sldChg>
      <pc:sldChg chg="ord">
        <pc:chgData name="Adriana Trujillo (She\/Her)" userId="S::adrianat@microsoft.com::5a41a586-66be-47fc-8d5c-e4e81f221ccb" providerId="AD" clId="Web-{BCC658D1-8113-C71B-4F93-E64B51DA96D7}" dt="2026-07-28T18:26:21.238" v="6"/>
        <pc:sldMkLst>
          <pc:docMk/>
          <pc:sldMk cId="3086620095" sldId="2147482541"/>
        </pc:sldMkLst>
      </pc:sldChg>
      <pc:sldChg chg="ord">
        <pc:chgData name="Adriana Trujillo (She\/Her)" userId="S::adrianat@microsoft.com::5a41a586-66be-47fc-8d5c-e4e81f221ccb" providerId="AD" clId="Web-{BCC658D1-8113-C71B-4F93-E64B51DA96D7}" dt="2026-07-28T18:26:21.238" v="5"/>
        <pc:sldMkLst>
          <pc:docMk/>
          <pc:sldMk cId="312272053" sldId="2147482542"/>
        </pc:sldMkLst>
      </pc:sldChg>
      <pc:sldChg chg="ord">
        <pc:chgData name="Adriana Trujillo (She\/Her)" userId="S::adrianat@microsoft.com::5a41a586-66be-47fc-8d5c-e4e81f221ccb" providerId="AD" clId="Web-{BCC658D1-8113-C71B-4F93-E64B51DA96D7}" dt="2026-07-28T18:26:21.238" v="4"/>
        <pc:sldMkLst>
          <pc:docMk/>
          <pc:sldMk cId="2063037626" sldId="2147482543"/>
        </pc:sldMkLst>
      </pc:sldChg>
      <pc:sldChg chg="ord">
        <pc:chgData name="Adriana Trujillo (She\/Her)" userId="S::adrianat@microsoft.com::5a41a586-66be-47fc-8d5c-e4e81f221ccb" providerId="AD" clId="Web-{BCC658D1-8113-C71B-4F93-E64B51DA96D7}" dt="2026-07-28T18:26:21.238" v="3"/>
        <pc:sldMkLst>
          <pc:docMk/>
          <pc:sldMk cId="3693216649" sldId="2147482544"/>
        </pc:sldMkLst>
      </pc:sldChg>
      <pc:sldChg chg="ord">
        <pc:chgData name="Adriana Trujillo (She\/Her)" userId="S::adrianat@microsoft.com::5a41a586-66be-47fc-8d5c-e4e81f221ccb" providerId="AD" clId="Web-{BCC658D1-8113-C71B-4F93-E64B51DA96D7}" dt="2026-07-28T18:26:21.238" v="2"/>
        <pc:sldMkLst>
          <pc:docMk/>
          <pc:sldMk cId="2202581416" sldId="2147482545"/>
        </pc:sldMkLst>
      </pc:sldChg>
      <pc:sldChg chg="ord">
        <pc:chgData name="Adriana Trujillo (She\/Her)" userId="S::adrianat@microsoft.com::5a41a586-66be-47fc-8d5c-e4e81f221ccb" providerId="AD" clId="Web-{BCC658D1-8113-C71B-4F93-E64B51DA96D7}" dt="2026-07-28T18:26:21.254" v="10"/>
        <pc:sldMkLst>
          <pc:docMk/>
          <pc:sldMk cId="2518380389" sldId="2147482548"/>
        </pc:sldMkLst>
      </pc:sldChg>
      <pc:sldChg chg="ord">
        <pc:chgData name="Adriana Trujillo (She\/Her)" userId="S::adrianat@microsoft.com::5a41a586-66be-47fc-8d5c-e4e81f221ccb" providerId="AD" clId="Web-{BCC658D1-8113-C71B-4F93-E64B51DA96D7}" dt="2026-07-28T18:26:21.238" v="9"/>
        <pc:sldMkLst>
          <pc:docMk/>
          <pc:sldMk cId="1735924394" sldId="2147482550"/>
        </pc:sldMkLst>
      </pc:sldChg>
      <pc:sldChg chg="ord">
        <pc:chgData name="Adriana Trujillo (She\/Her)" userId="S::adrianat@microsoft.com::5a41a586-66be-47fc-8d5c-e4e81f221ccb" providerId="AD" clId="Web-{BCC658D1-8113-C71B-4F93-E64B51DA96D7}" dt="2026-07-28T18:26:21.238" v="1"/>
        <pc:sldMkLst>
          <pc:docMk/>
          <pc:sldMk cId="1481862077" sldId="2147482593"/>
        </pc:sldMkLst>
      </pc:sldChg>
    </pc:docChg>
  </pc:docChgLst>
  <pc:docChgLst>
    <pc:chgData name="Adriana Trujillo (She\/Her)" userId="S::adrianat@microsoft.com::5a41a586-66be-47fc-8d5c-e4e81f221ccb" providerId="AD" clId="Web-{3714BD98-279E-A7B8-4B67-C9C496331563}"/>
    <pc:docChg chg="modSld">
      <pc:chgData name="Adriana Trujillo (She\/Her)" userId="S::adrianat@microsoft.com::5a41a586-66be-47fc-8d5c-e4e81f221ccb" providerId="AD" clId="Web-{3714BD98-279E-A7B8-4B67-C9C496331563}" dt="2026-07-08T15:54:36.531" v="1" actId="14100"/>
      <pc:docMkLst>
        <pc:docMk/>
      </pc:docMkLst>
    </pc:docChg>
  </pc:docChgLst>
  <pc:docChgLst>
    <pc:chgData name="Giorgio Ughini" userId="7c1b455d-2060-41e4-9123-51e25d41b6bd" providerId="ADAL" clId="{122F220C-5BEA-4FA8-9C22-B1EB16AA3D90}"/>
    <pc:docChg chg="undo redo custSel addSld delSld modSld sldOrd modMainMaster modSection">
      <pc:chgData name="Giorgio Ughini" userId="7c1b455d-2060-41e4-9123-51e25d41b6bd" providerId="ADAL" clId="{122F220C-5BEA-4FA8-9C22-B1EB16AA3D90}" dt="2026-07-15T13:14:41.124" v="4325" actId="47"/>
      <pc:docMkLst>
        <pc:docMk/>
      </pc:docMkLst>
      <pc:sldChg chg="add ord">
        <pc:chgData name="Giorgio Ughini" userId="7c1b455d-2060-41e4-9123-51e25d41b6bd" providerId="ADAL" clId="{122F220C-5BEA-4FA8-9C22-B1EB16AA3D90}" dt="2026-07-15T13:14:12.776" v="4321"/>
        <pc:sldMkLst>
          <pc:docMk/>
          <pc:sldMk cId="1916426402" sldId="256"/>
        </pc:sldMkLst>
      </pc:sldChg>
      <pc:sldChg chg="add">
        <pc:chgData name="Giorgio Ughini" userId="7c1b455d-2060-41e4-9123-51e25d41b6bd" providerId="ADAL" clId="{122F220C-5BEA-4FA8-9C22-B1EB16AA3D90}" dt="2026-07-15T13:14:21.272" v="4322"/>
        <pc:sldMkLst>
          <pc:docMk/>
          <pc:sldMk cId="1677119252" sldId="257"/>
        </pc:sldMkLst>
      </pc:sldChg>
      <pc:sldChg chg="add">
        <pc:chgData name="Giorgio Ughini" userId="7c1b455d-2060-41e4-9123-51e25d41b6bd" providerId="ADAL" clId="{122F220C-5BEA-4FA8-9C22-B1EB16AA3D90}" dt="2026-07-15T13:14:39.380" v="4324"/>
        <pc:sldMkLst>
          <pc:docMk/>
          <pc:sldMk cId="3745177412" sldId="258"/>
        </pc:sldMkLst>
      </pc:sldChg>
      <pc:sldChg chg="add ord">
        <pc:chgData name="Giorgio Ughini" userId="7c1b455d-2060-41e4-9123-51e25d41b6bd" providerId="ADAL" clId="{122F220C-5BEA-4FA8-9C22-B1EB16AA3D90}" dt="2026-07-15T13:14:10.646" v="4319"/>
        <pc:sldMkLst>
          <pc:docMk/>
          <pc:sldMk cId="3335002730" sldId="262"/>
        </pc:sldMkLst>
      </pc:sldChg>
      <pc:sldChg chg="addSp delSp modSp add del mod">
        <pc:chgData name="Giorgio Ughini" userId="7c1b455d-2060-41e4-9123-51e25d41b6bd" providerId="ADAL" clId="{122F220C-5BEA-4FA8-9C22-B1EB16AA3D90}" dt="2026-07-08T10:54:14.403" v="722" actId="20577"/>
        <pc:sldMkLst>
          <pc:docMk/>
          <pc:sldMk cId="2178197202" sldId="263"/>
        </pc:sldMkLst>
        <pc:spChg chg="mod">
          <ac:chgData name="Giorgio Ughini" userId="7c1b455d-2060-41e4-9123-51e25d41b6bd" providerId="ADAL" clId="{122F220C-5BEA-4FA8-9C22-B1EB16AA3D90}" dt="2026-07-08T10:54:05.450" v="701" actId="20577"/>
          <ac:spMkLst>
            <pc:docMk/>
            <pc:sldMk cId="2178197202" sldId="263"/>
            <ac:spMk id="19" creationId="{D9955C44-BEA4-59A6-1924-34FBD15233CC}"/>
          </ac:spMkLst>
        </pc:spChg>
        <pc:spChg chg="mod">
          <ac:chgData name="Giorgio Ughini" userId="7c1b455d-2060-41e4-9123-51e25d41b6bd" providerId="ADAL" clId="{122F220C-5BEA-4FA8-9C22-B1EB16AA3D90}" dt="2026-07-08T10:54:14.403" v="722" actId="20577"/>
          <ac:spMkLst>
            <pc:docMk/>
            <pc:sldMk cId="2178197202" sldId="263"/>
            <ac:spMk id="20" creationId="{00000000-0000-0000-0000-000000000000}"/>
          </ac:spMkLst>
        </pc:spChg>
        <pc:spChg chg="mod">
          <ac:chgData name="Giorgio Ughini" userId="7c1b455d-2060-41e4-9123-51e25d41b6bd" providerId="ADAL" clId="{122F220C-5BEA-4FA8-9C22-B1EB16AA3D90}" dt="2026-07-08T10:24:54.889" v="334" actId="403"/>
          <ac:spMkLst>
            <pc:docMk/>
            <pc:sldMk cId="2178197202" sldId="263"/>
            <ac:spMk id="24" creationId="{00000000-0000-0000-0000-000000000000}"/>
          </ac:spMkLst>
        </pc:spChg>
        <pc:spChg chg="mod">
          <ac:chgData name="Giorgio Ughini" userId="7c1b455d-2060-41e4-9123-51e25d41b6bd" providerId="ADAL" clId="{122F220C-5BEA-4FA8-9C22-B1EB16AA3D90}" dt="2026-07-08T10:24:54.889" v="334" actId="403"/>
          <ac:spMkLst>
            <pc:docMk/>
            <pc:sldMk cId="2178197202" sldId="263"/>
            <ac:spMk id="25" creationId="{00000000-0000-0000-0000-000000000000}"/>
          </ac:spMkLst>
        </pc:spChg>
        <pc:spChg chg="mod">
          <ac:chgData name="Giorgio Ughini" userId="7c1b455d-2060-41e4-9123-51e25d41b6bd" providerId="ADAL" clId="{122F220C-5BEA-4FA8-9C22-B1EB16AA3D90}" dt="2026-07-08T10:24:54.889" v="334" actId="403"/>
          <ac:spMkLst>
            <pc:docMk/>
            <pc:sldMk cId="2178197202" sldId="263"/>
            <ac:spMk id="26" creationId="{00000000-0000-0000-0000-000000000000}"/>
          </ac:spMkLst>
        </pc:spChg>
        <pc:spChg chg="mod">
          <ac:chgData name="Giorgio Ughini" userId="7c1b455d-2060-41e4-9123-51e25d41b6bd" providerId="ADAL" clId="{122F220C-5BEA-4FA8-9C22-B1EB16AA3D90}" dt="2026-07-08T10:24:54.889" v="334" actId="403"/>
          <ac:spMkLst>
            <pc:docMk/>
            <pc:sldMk cId="2178197202" sldId="263"/>
            <ac:spMk id="27" creationId="{00000000-0000-0000-0000-000000000000}"/>
          </ac:spMkLst>
        </pc:spChg>
        <pc:spChg chg="mod">
          <ac:chgData name="Giorgio Ughini" userId="7c1b455d-2060-41e4-9123-51e25d41b6bd" providerId="ADAL" clId="{122F220C-5BEA-4FA8-9C22-B1EB16AA3D90}" dt="2026-07-08T10:24:54.889" v="334" actId="403"/>
          <ac:spMkLst>
            <pc:docMk/>
            <pc:sldMk cId="2178197202" sldId="263"/>
            <ac:spMk id="28" creationId="{00000000-0000-0000-0000-000000000000}"/>
          </ac:spMkLst>
        </pc:spChg>
        <pc:spChg chg="mod">
          <ac:chgData name="Giorgio Ughini" userId="7c1b455d-2060-41e4-9123-51e25d41b6bd" providerId="ADAL" clId="{122F220C-5BEA-4FA8-9C22-B1EB16AA3D90}" dt="2026-07-08T10:24:54.889" v="334" actId="403"/>
          <ac:spMkLst>
            <pc:docMk/>
            <pc:sldMk cId="2178197202" sldId="263"/>
            <ac:spMk id="29" creationId="{00000000-0000-0000-0000-000000000000}"/>
          </ac:spMkLst>
        </pc:spChg>
        <pc:spChg chg="mod">
          <ac:chgData name="Giorgio Ughini" userId="7c1b455d-2060-41e4-9123-51e25d41b6bd" providerId="ADAL" clId="{122F220C-5BEA-4FA8-9C22-B1EB16AA3D90}" dt="2026-07-08T10:24:54.889" v="334" actId="403"/>
          <ac:spMkLst>
            <pc:docMk/>
            <pc:sldMk cId="2178197202" sldId="263"/>
            <ac:spMk id="30" creationId="{00000000-0000-0000-0000-000000000000}"/>
          </ac:spMkLst>
        </pc:spChg>
        <pc:spChg chg="mod">
          <ac:chgData name="Giorgio Ughini" userId="7c1b455d-2060-41e4-9123-51e25d41b6bd" providerId="ADAL" clId="{122F220C-5BEA-4FA8-9C22-B1EB16AA3D90}" dt="2026-07-08T10:24:54.889" v="334" actId="403"/>
          <ac:spMkLst>
            <pc:docMk/>
            <pc:sldMk cId="2178197202" sldId="263"/>
            <ac:spMk id="31" creationId="{00000000-0000-0000-0000-000000000000}"/>
          </ac:spMkLst>
        </pc:spChg>
        <pc:spChg chg="mod">
          <ac:chgData name="Giorgio Ughini" userId="7c1b455d-2060-41e4-9123-51e25d41b6bd" providerId="ADAL" clId="{122F220C-5BEA-4FA8-9C22-B1EB16AA3D90}" dt="2026-07-08T10:24:50.686" v="333" actId="403"/>
          <ac:spMkLst>
            <pc:docMk/>
            <pc:sldMk cId="2178197202" sldId="263"/>
            <ac:spMk id="32" creationId="{00000000-0000-0000-0000-000000000000}"/>
          </ac:spMkLst>
        </pc:spChg>
        <pc:spChg chg="mod">
          <ac:chgData name="Giorgio Ughini" userId="7c1b455d-2060-41e4-9123-51e25d41b6bd" providerId="ADAL" clId="{122F220C-5BEA-4FA8-9C22-B1EB16AA3D90}" dt="2026-07-08T10:26:03.049" v="412" actId="115"/>
          <ac:spMkLst>
            <pc:docMk/>
            <pc:sldMk cId="2178197202" sldId="263"/>
            <ac:spMk id="33" creationId="{00000000-0000-0000-0000-000000000000}"/>
          </ac:spMkLst>
        </pc:spChg>
        <pc:spChg chg="mod">
          <ac:chgData name="Giorgio Ughini" userId="7c1b455d-2060-41e4-9123-51e25d41b6bd" providerId="ADAL" clId="{122F220C-5BEA-4FA8-9C22-B1EB16AA3D90}" dt="2026-07-08T10:25:45.631" v="396" actId="1038"/>
          <ac:spMkLst>
            <pc:docMk/>
            <pc:sldMk cId="2178197202" sldId="263"/>
            <ac:spMk id="34" creationId="{00000000-0000-0000-0000-000000000000}"/>
          </ac:spMkLst>
        </pc:spChg>
        <pc:spChg chg="mod">
          <ac:chgData name="Giorgio Ughini" userId="7c1b455d-2060-41e4-9123-51e25d41b6bd" providerId="ADAL" clId="{122F220C-5BEA-4FA8-9C22-B1EB16AA3D90}" dt="2026-07-08T10:25:45.631" v="396" actId="1038"/>
          <ac:spMkLst>
            <pc:docMk/>
            <pc:sldMk cId="2178197202" sldId="263"/>
            <ac:spMk id="35" creationId="{00000000-0000-0000-0000-000000000000}"/>
          </ac:spMkLst>
        </pc:spChg>
        <pc:spChg chg="mod">
          <ac:chgData name="Giorgio Ughini" userId="7c1b455d-2060-41e4-9123-51e25d41b6bd" providerId="ADAL" clId="{122F220C-5BEA-4FA8-9C22-B1EB16AA3D90}" dt="2026-07-08T10:25:45.631" v="396" actId="1038"/>
          <ac:spMkLst>
            <pc:docMk/>
            <pc:sldMk cId="2178197202" sldId="263"/>
            <ac:spMk id="36" creationId="{00000000-0000-0000-0000-000000000000}"/>
          </ac:spMkLst>
        </pc:spChg>
        <pc:spChg chg="mod">
          <ac:chgData name="Giorgio Ughini" userId="7c1b455d-2060-41e4-9123-51e25d41b6bd" providerId="ADAL" clId="{122F220C-5BEA-4FA8-9C22-B1EB16AA3D90}" dt="2026-07-08T10:25:45.631" v="396" actId="1038"/>
          <ac:spMkLst>
            <pc:docMk/>
            <pc:sldMk cId="2178197202" sldId="263"/>
            <ac:spMk id="37" creationId="{00000000-0000-0000-0000-000000000000}"/>
          </ac:spMkLst>
        </pc:spChg>
        <pc:spChg chg="mod">
          <ac:chgData name="Giorgio Ughini" userId="7c1b455d-2060-41e4-9123-51e25d41b6bd" providerId="ADAL" clId="{122F220C-5BEA-4FA8-9C22-B1EB16AA3D90}" dt="2026-07-08T10:25:45.631" v="396" actId="1038"/>
          <ac:spMkLst>
            <pc:docMk/>
            <pc:sldMk cId="2178197202" sldId="263"/>
            <ac:spMk id="38" creationId="{00000000-0000-0000-0000-000000000000}"/>
          </ac:spMkLst>
        </pc:spChg>
        <pc:spChg chg="mod">
          <ac:chgData name="Giorgio Ughini" userId="7c1b455d-2060-41e4-9123-51e25d41b6bd" providerId="ADAL" clId="{122F220C-5BEA-4FA8-9C22-B1EB16AA3D90}" dt="2026-07-08T10:25:45.631" v="396" actId="1038"/>
          <ac:spMkLst>
            <pc:docMk/>
            <pc:sldMk cId="2178197202" sldId="263"/>
            <ac:spMk id="39" creationId="{00000000-0000-0000-0000-000000000000}"/>
          </ac:spMkLst>
        </pc:spChg>
        <pc:spChg chg="mod">
          <ac:chgData name="Giorgio Ughini" userId="7c1b455d-2060-41e4-9123-51e25d41b6bd" providerId="ADAL" clId="{122F220C-5BEA-4FA8-9C22-B1EB16AA3D90}" dt="2026-07-08T10:25:45.631" v="396" actId="1038"/>
          <ac:spMkLst>
            <pc:docMk/>
            <pc:sldMk cId="2178197202" sldId="263"/>
            <ac:spMk id="40" creationId="{00000000-0000-0000-0000-000000000000}"/>
          </ac:spMkLst>
        </pc:spChg>
        <pc:spChg chg="mod">
          <ac:chgData name="Giorgio Ughini" userId="7c1b455d-2060-41e4-9123-51e25d41b6bd" providerId="ADAL" clId="{122F220C-5BEA-4FA8-9C22-B1EB16AA3D90}" dt="2026-07-08T10:25:45.631" v="396" actId="1038"/>
          <ac:spMkLst>
            <pc:docMk/>
            <pc:sldMk cId="2178197202" sldId="263"/>
            <ac:spMk id="41" creationId="{00000000-0000-0000-0000-000000000000}"/>
          </ac:spMkLst>
        </pc:spChg>
        <pc:spChg chg="mod">
          <ac:chgData name="Giorgio Ughini" userId="7c1b455d-2060-41e4-9123-51e25d41b6bd" providerId="ADAL" clId="{122F220C-5BEA-4FA8-9C22-B1EB16AA3D90}" dt="2026-07-08T10:26:16.405" v="413" actId="14100"/>
          <ac:spMkLst>
            <pc:docMk/>
            <pc:sldMk cId="2178197202" sldId="263"/>
            <ac:spMk id="42" creationId="{00000000-0000-0000-0000-000000000000}"/>
          </ac:spMkLst>
        </pc:spChg>
        <pc:spChg chg="mod">
          <ac:chgData name="Giorgio Ughini" userId="7c1b455d-2060-41e4-9123-51e25d41b6bd" providerId="ADAL" clId="{122F220C-5BEA-4FA8-9C22-B1EB16AA3D90}" dt="2026-07-08T10:17:48.102" v="296" actId="14100"/>
          <ac:spMkLst>
            <pc:docMk/>
            <pc:sldMk cId="2178197202" sldId="263"/>
            <ac:spMk id="43" creationId="{00000000-0000-0000-0000-000000000000}"/>
          </ac:spMkLst>
        </pc:spChg>
        <pc:spChg chg="mod">
          <ac:chgData name="Giorgio Ughini" userId="7c1b455d-2060-41e4-9123-51e25d41b6bd" providerId="ADAL" clId="{122F220C-5BEA-4FA8-9C22-B1EB16AA3D90}" dt="2026-07-08T10:26:29.078" v="418" actId="14100"/>
          <ac:spMkLst>
            <pc:docMk/>
            <pc:sldMk cId="2178197202" sldId="263"/>
            <ac:spMk id="50" creationId="{00000000-0000-0000-0000-000000000000}"/>
          </ac:spMkLst>
        </pc:spChg>
      </pc:sldChg>
      <pc:sldChg chg="addSp delSp modSp add del mod ord">
        <pc:chgData name="Giorgio Ughini" userId="7c1b455d-2060-41e4-9123-51e25d41b6bd" providerId="ADAL" clId="{122F220C-5BEA-4FA8-9C22-B1EB16AA3D90}" dt="2026-07-13T09:53:51.770" v="2554" actId="33524"/>
        <pc:sldMkLst>
          <pc:docMk/>
          <pc:sldMk cId="1459418654" sldId="264"/>
        </pc:sldMkLst>
        <pc:spChg chg="mod">
          <ac:chgData name="Giorgio Ughini" userId="7c1b455d-2060-41e4-9123-51e25d41b6bd" providerId="ADAL" clId="{122F220C-5BEA-4FA8-9C22-B1EB16AA3D90}" dt="2026-07-08T09:19:18.992" v="135" actId="20577"/>
          <ac:spMkLst>
            <pc:docMk/>
            <pc:sldMk cId="1459418654" sldId="264"/>
            <ac:spMk id="19" creationId="{AD178DE9-92AF-67FC-150E-869E59104FD3}"/>
          </ac:spMkLst>
        </pc:spChg>
        <pc:spChg chg="mod">
          <ac:chgData name="Giorgio Ughini" userId="7c1b455d-2060-41e4-9123-51e25d41b6bd" providerId="ADAL" clId="{122F220C-5BEA-4FA8-9C22-B1EB16AA3D90}" dt="2026-07-08T11:03:22.234" v="852"/>
          <ac:spMkLst>
            <pc:docMk/>
            <pc:sldMk cId="1459418654" sldId="264"/>
            <ac:spMk id="22" creationId="{00000000-0000-0000-0000-000000000000}"/>
          </ac:spMkLst>
        </pc:spChg>
        <pc:spChg chg="mod">
          <ac:chgData name="Giorgio Ughini" userId="7c1b455d-2060-41e4-9123-51e25d41b6bd" providerId="ADAL" clId="{122F220C-5BEA-4FA8-9C22-B1EB16AA3D90}" dt="2026-07-08T11:03:22.234" v="852"/>
          <ac:spMkLst>
            <pc:docMk/>
            <pc:sldMk cId="1459418654" sldId="264"/>
            <ac:spMk id="24" creationId="{00000000-0000-0000-0000-000000000000}"/>
          </ac:spMkLst>
        </pc:spChg>
        <pc:spChg chg="mod">
          <ac:chgData name="Giorgio Ughini" userId="7c1b455d-2060-41e4-9123-51e25d41b6bd" providerId="ADAL" clId="{122F220C-5BEA-4FA8-9C22-B1EB16AA3D90}" dt="2026-07-08T11:02:33.154" v="850" actId="20577"/>
          <ac:spMkLst>
            <pc:docMk/>
            <pc:sldMk cId="1459418654" sldId="264"/>
            <ac:spMk id="25" creationId="{00000000-0000-0000-0000-000000000000}"/>
          </ac:spMkLst>
        </pc:spChg>
        <pc:spChg chg="mod">
          <ac:chgData name="Giorgio Ughini" userId="7c1b455d-2060-41e4-9123-51e25d41b6bd" providerId="ADAL" clId="{122F220C-5BEA-4FA8-9C22-B1EB16AA3D90}" dt="2026-07-08T11:03:22.234" v="852"/>
          <ac:spMkLst>
            <pc:docMk/>
            <pc:sldMk cId="1459418654" sldId="264"/>
            <ac:spMk id="26" creationId="{00000000-0000-0000-0000-000000000000}"/>
          </ac:spMkLst>
        </pc:spChg>
        <pc:spChg chg="mod">
          <ac:chgData name="Giorgio Ughini" userId="7c1b455d-2060-41e4-9123-51e25d41b6bd" providerId="ADAL" clId="{122F220C-5BEA-4FA8-9C22-B1EB16AA3D90}" dt="2026-07-08T11:03:22.234" v="852"/>
          <ac:spMkLst>
            <pc:docMk/>
            <pc:sldMk cId="1459418654" sldId="264"/>
            <ac:spMk id="27" creationId="{00000000-0000-0000-0000-000000000000}"/>
          </ac:spMkLst>
        </pc:spChg>
        <pc:spChg chg="mod">
          <ac:chgData name="Giorgio Ughini" userId="7c1b455d-2060-41e4-9123-51e25d41b6bd" providerId="ADAL" clId="{122F220C-5BEA-4FA8-9C22-B1EB16AA3D90}" dt="2026-07-08T11:05:00.044" v="888" actId="20577"/>
          <ac:spMkLst>
            <pc:docMk/>
            <pc:sldMk cId="1459418654" sldId="264"/>
            <ac:spMk id="29" creationId="{00000000-0000-0000-0000-000000000000}"/>
          </ac:spMkLst>
        </pc:spChg>
        <pc:spChg chg="mod">
          <ac:chgData name="Giorgio Ughini" userId="7c1b455d-2060-41e4-9123-51e25d41b6bd" providerId="ADAL" clId="{122F220C-5BEA-4FA8-9C22-B1EB16AA3D90}" dt="2026-07-08T10:15:23.350" v="295" actId="14100"/>
          <ac:spMkLst>
            <pc:docMk/>
            <pc:sldMk cId="1459418654" sldId="264"/>
            <ac:spMk id="30" creationId="{00000000-0000-0000-0000-000000000000}"/>
          </ac:spMkLst>
        </pc:spChg>
        <pc:spChg chg="mod">
          <ac:chgData name="Giorgio Ughini" userId="7c1b455d-2060-41e4-9123-51e25d41b6bd" providerId="ADAL" clId="{122F220C-5BEA-4FA8-9C22-B1EB16AA3D90}" dt="2026-07-08T11:03:22.234" v="852"/>
          <ac:spMkLst>
            <pc:docMk/>
            <pc:sldMk cId="1459418654" sldId="264"/>
            <ac:spMk id="32" creationId="{00000000-0000-0000-0000-000000000000}"/>
          </ac:spMkLst>
        </pc:spChg>
        <pc:spChg chg="mod">
          <ac:chgData name="Giorgio Ughini" userId="7c1b455d-2060-41e4-9123-51e25d41b6bd" providerId="ADAL" clId="{122F220C-5BEA-4FA8-9C22-B1EB16AA3D90}" dt="2026-07-13T09:53:51.770" v="2554" actId="33524"/>
          <ac:spMkLst>
            <pc:docMk/>
            <pc:sldMk cId="1459418654" sldId="264"/>
            <ac:spMk id="33" creationId="{00000000-0000-0000-0000-000000000000}"/>
          </ac:spMkLst>
        </pc:spChg>
        <pc:spChg chg="mod">
          <ac:chgData name="Giorgio Ughini" userId="7c1b455d-2060-41e4-9123-51e25d41b6bd" providerId="ADAL" clId="{122F220C-5BEA-4FA8-9C22-B1EB16AA3D90}" dt="2026-07-08T10:18:41.318" v="307" actId="1036"/>
          <ac:spMkLst>
            <pc:docMk/>
            <pc:sldMk cId="1459418654" sldId="264"/>
            <ac:spMk id="35" creationId="{00000000-0000-0000-0000-000000000000}"/>
          </ac:spMkLst>
        </pc:spChg>
        <pc:spChg chg="mod">
          <ac:chgData name="Giorgio Ughini" userId="7c1b455d-2060-41e4-9123-51e25d41b6bd" providerId="ADAL" clId="{122F220C-5BEA-4FA8-9C22-B1EB16AA3D90}" dt="2026-07-08T10:18:35.744" v="304" actId="1036"/>
          <ac:spMkLst>
            <pc:docMk/>
            <pc:sldMk cId="1459418654" sldId="264"/>
            <ac:spMk id="36" creationId="{00000000-0000-0000-0000-000000000000}"/>
          </ac:spMkLst>
        </pc:spChg>
        <pc:spChg chg="mod">
          <ac:chgData name="Giorgio Ughini" userId="7c1b455d-2060-41e4-9123-51e25d41b6bd" providerId="ADAL" clId="{122F220C-5BEA-4FA8-9C22-B1EB16AA3D90}" dt="2026-07-08T10:18:35.744" v="304" actId="1036"/>
          <ac:spMkLst>
            <pc:docMk/>
            <pc:sldMk cId="1459418654" sldId="264"/>
            <ac:spMk id="37" creationId="{00000000-0000-0000-0000-000000000000}"/>
          </ac:spMkLst>
        </pc:spChg>
        <pc:spChg chg="mod">
          <ac:chgData name="Giorgio Ughini" userId="7c1b455d-2060-41e4-9123-51e25d41b6bd" providerId="ADAL" clId="{122F220C-5BEA-4FA8-9C22-B1EB16AA3D90}" dt="2026-07-08T11:03:22.234" v="852"/>
          <ac:spMkLst>
            <pc:docMk/>
            <pc:sldMk cId="1459418654" sldId="264"/>
            <ac:spMk id="38" creationId="{00000000-0000-0000-0000-000000000000}"/>
          </ac:spMkLst>
        </pc:spChg>
        <pc:spChg chg="mod">
          <ac:chgData name="Giorgio Ughini" userId="7c1b455d-2060-41e4-9123-51e25d41b6bd" providerId="ADAL" clId="{122F220C-5BEA-4FA8-9C22-B1EB16AA3D90}" dt="2026-07-08T10:18:35.744" v="304" actId="1036"/>
          <ac:spMkLst>
            <pc:docMk/>
            <pc:sldMk cId="1459418654" sldId="264"/>
            <ac:spMk id="39" creationId="{00000000-0000-0000-0000-000000000000}"/>
          </ac:spMkLst>
        </pc:spChg>
        <pc:spChg chg="mod">
          <ac:chgData name="Giorgio Ughini" userId="7c1b455d-2060-41e4-9123-51e25d41b6bd" providerId="ADAL" clId="{122F220C-5BEA-4FA8-9C22-B1EB16AA3D90}" dt="2026-07-08T11:03:22.234" v="852"/>
          <ac:spMkLst>
            <pc:docMk/>
            <pc:sldMk cId="1459418654" sldId="264"/>
            <ac:spMk id="40" creationId="{00000000-0000-0000-0000-000000000000}"/>
          </ac:spMkLst>
        </pc:spChg>
        <pc:spChg chg="mod">
          <ac:chgData name="Giorgio Ughini" userId="7c1b455d-2060-41e4-9123-51e25d41b6bd" providerId="ADAL" clId="{122F220C-5BEA-4FA8-9C22-B1EB16AA3D90}" dt="2026-07-08T10:18:35.744" v="304" actId="1036"/>
          <ac:spMkLst>
            <pc:docMk/>
            <pc:sldMk cId="1459418654" sldId="264"/>
            <ac:spMk id="41" creationId="{00000000-0000-0000-0000-000000000000}"/>
          </ac:spMkLst>
        </pc:spChg>
        <pc:spChg chg="mod">
          <ac:chgData name="Giorgio Ughini" userId="7c1b455d-2060-41e4-9123-51e25d41b6bd" providerId="ADAL" clId="{122F220C-5BEA-4FA8-9C22-B1EB16AA3D90}" dt="2026-07-08T11:03:22.234" v="852"/>
          <ac:spMkLst>
            <pc:docMk/>
            <pc:sldMk cId="1459418654" sldId="264"/>
            <ac:spMk id="42" creationId="{00000000-0000-0000-0000-000000000000}"/>
          </ac:spMkLst>
        </pc:spChg>
        <pc:spChg chg="mod">
          <ac:chgData name="Giorgio Ughini" userId="7c1b455d-2060-41e4-9123-51e25d41b6bd" providerId="ADAL" clId="{122F220C-5BEA-4FA8-9C22-B1EB16AA3D90}" dt="2026-07-08T11:03:22.234" v="852"/>
          <ac:spMkLst>
            <pc:docMk/>
            <pc:sldMk cId="1459418654" sldId="264"/>
            <ac:spMk id="43" creationId="{00000000-0000-0000-0000-000000000000}"/>
          </ac:spMkLst>
        </pc:spChg>
        <pc:grpChg chg="add mod">
          <ac:chgData name="Giorgio Ughini" userId="7c1b455d-2060-41e4-9123-51e25d41b6bd" providerId="ADAL" clId="{122F220C-5BEA-4FA8-9C22-B1EB16AA3D90}" dt="2026-07-08T10:21:47.261" v="311" actId="12788"/>
          <ac:grpSpMkLst>
            <pc:docMk/>
            <pc:sldMk cId="1459418654" sldId="264"/>
            <ac:grpSpMk id="2" creationId="{0E4CB1BF-B4A1-5BCC-3580-110264E5E1F6}"/>
          </ac:grpSpMkLst>
        </pc:grpChg>
        <pc:grpChg chg="add mod">
          <ac:chgData name="Giorgio Ughini" userId="7c1b455d-2060-41e4-9123-51e25d41b6bd" providerId="ADAL" clId="{122F220C-5BEA-4FA8-9C22-B1EB16AA3D90}" dt="2026-07-08T10:21:47.261" v="311" actId="12788"/>
          <ac:grpSpMkLst>
            <pc:docMk/>
            <pc:sldMk cId="1459418654" sldId="264"/>
            <ac:grpSpMk id="4" creationId="{5E01A1FD-B9C0-C59D-1C60-F3467824F984}"/>
          </ac:grpSpMkLst>
        </pc:grpChg>
        <pc:grpChg chg="add mod">
          <ac:chgData name="Giorgio Ughini" userId="7c1b455d-2060-41e4-9123-51e25d41b6bd" providerId="ADAL" clId="{122F220C-5BEA-4FA8-9C22-B1EB16AA3D90}" dt="2026-07-08T10:21:54.565" v="313" actId="12788"/>
          <ac:grpSpMkLst>
            <pc:docMk/>
            <pc:sldMk cId="1459418654" sldId="264"/>
            <ac:grpSpMk id="5" creationId="{4F163BE1-39A8-EA5F-797B-181490778D53}"/>
          </ac:grpSpMkLst>
        </pc:grpChg>
      </pc:sldChg>
      <pc:sldChg chg="modSp mod modShow">
        <pc:chgData name="Giorgio Ughini" userId="7c1b455d-2060-41e4-9123-51e25d41b6bd" providerId="ADAL" clId="{122F220C-5BEA-4FA8-9C22-B1EB16AA3D90}" dt="2026-07-13T09:53:27.349" v="2553" actId="729"/>
        <pc:sldMkLst>
          <pc:docMk/>
          <pc:sldMk cId="2946066252" sldId="265"/>
        </pc:sldMkLst>
        <pc:spChg chg="mod">
          <ac:chgData name="Giorgio Ughini" userId="7c1b455d-2060-41e4-9123-51e25d41b6bd" providerId="ADAL" clId="{122F220C-5BEA-4FA8-9C22-B1EB16AA3D90}" dt="2026-07-13T09:52:30.147" v="2552" actId="1076"/>
          <ac:spMkLst>
            <pc:docMk/>
            <pc:sldMk cId="2946066252" sldId="265"/>
            <ac:spMk id="7" creationId="{57E5B1B0-CBAE-CBBB-C789-7A9F3BF810FF}"/>
          </ac:spMkLst>
        </pc:spChg>
      </pc:sldChg>
      <pc:sldChg chg="modSp mod">
        <pc:chgData name="Giorgio Ughini" userId="7c1b455d-2060-41e4-9123-51e25d41b6bd" providerId="ADAL" clId="{122F220C-5BEA-4FA8-9C22-B1EB16AA3D90}" dt="2026-07-13T11:23:55.377" v="4199" actId="1036"/>
        <pc:sldMkLst>
          <pc:docMk/>
          <pc:sldMk cId="425662150" sldId="266"/>
        </pc:sldMkLst>
        <pc:spChg chg="mod">
          <ac:chgData name="Giorgio Ughini" userId="7c1b455d-2060-41e4-9123-51e25d41b6bd" providerId="ADAL" clId="{122F220C-5BEA-4FA8-9C22-B1EB16AA3D90}" dt="2026-07-13T11:23:52.173" v="4191" actId="1035"/>
          <ac:spMkLst>
            <pc:docMk/>
            <pc:sldMk cId="425662150" sldId="266"/>
            <ac:spMk id="3" creationId="{00000000-0000-0000-0000-000000000000}"/>
          </ac:spMkLst>
        </pc:spChg>
        <pc:spChg chg="mod">
          <ac:chgData name="Giorgio Ughini" userId="7c1b455d-2060-41e4-9123-51e25d41b6bd" providerId="ADAL" clId="{122F220C-5BEA-4FA8-9C22-B1EB16AA3D90}" dt="2026-07-13T11:23:55.377" v="4199" actId="1036"/>
          <ac:spMkLst>
            <pc:docMk/>
            <pc:sldMk cId="425662150" sldId="266"/>
            <ac:spMk id="10" creationId="{00000000-0000-0000-0000-000000000000}"/>
          </ac:spMkLst>
        </pc:spChg>
        <pc:spChg chg="mod">
          <ac:chgData name="Giorgio Ughini" userId="7c1b455d-2060-41e4-9123-51e25d41b6bd" providerId="ADAL" clId="{122F220C-5BEA-4FA8-9C22-B1EB16AA3D90}" dt="2026-07-13T11:23:55.377" v="4199" actId="1036"/>
          <ac:spMkLst>
            <pc:docMk/>
            <pc:sldMk cId="425662150" sldId="266"/>
            <ac:spMk id="11" creationId="{00000000-0000-0000-0000-000000000000}"/>
          </ac:spMkLst>
        </pc:spChg>
        <pc:spChg chg="mod">
          <ac:chgData name="Giorgio Ughini" userId="7c1b455d-2060-41e4-9123-51e25d41b6bd" providerId="ADAL" clId="{122F220C-5BEA-4FA8-9C22-B1EB16AA3D90}" dt="2026-07-13T11:23:55.377" v="4199" actId="1036"/>
          <ac:spMkLst>
            <pc:docMk/>
            <pc:sldMk cId="425662150" sldId="266"/>
            <ac:spMk id="12" creationId="{00000000-0000-0000-0000-000000000000}"/>
          </ac:spMkLst>
        </pc:spChg>
        <pc:spChg chg="mod">
          <ac:chgData name="Giorgio Ughini" userId="7c1b455d-2060-41e4-9123-51e25d41b6bd" providerId="ADAL" clId="{122F220C-5BEA-4FA8-9C22-B1EB16AA3D90}" dt="2026-07-13T11:23:55.377" v="4199" actId="1036"/>
          <ac:spMkLst>
            <pc:docMk/>
            <pc:sldMk cId="425662150" sldId="266"/>
            <ac:spMk id="13" creationId="{00000000-0000-0000-0000-000000000000}"/>
          </ac:spMkLst>
        </pc:spChg>
        <pc:spChg chg="mod">
          <ac:chgData name="Giorgio Ughini" userId="7c1b455d-2060-41e4-9123-51e25d41b6bd" providerId="ADAL" clId="{122F220C-5BEA-4FA8-9C22-B1EB16AA3D90}" dt="2026-07-13T11:23:55.377" v="4199" actId="1036"/>
          <ac:spMkLst>
            <pc:docMk/>
            <pc:sldMk cId="425662150" sldId="266"/>
            <ac:spMk id="50" creationId="{00000000-0000-0000-0000-000000000000}"/>
          </ac:spMkLst>
        </pc:spChg>
        <pc:spChg chg="mod">
          <ac:chgData name="Giorgio Ughini" userId="7c1b455d-2060-41e4-9123-51e25d41b6bd" providerId="ADAL" clId="{122F220C-5BEA-4FA8-9C22-B1EB16AA3D90}" dt="2026-07-13T11:23:55.377" v="4199" actId="1036"/>
          <ac:spMkLst>
            <pc:docMk/>
            <pc:sldMk cId="425662150" sldId="266"/>
            <ac:spMk id="52" creationId="{00000000-0000-0000-0000-000000000000}"/>
          </ac:spMkLst>
        </pc:spChg>
        <pc:spChg chg="mod">
          <ac:chgData name="Giorgio Ughini" userId="7c1b455d-2060-41e4-9123-51e25d41b6bd" providerId="ADAL" clId="{122F220C-5BEA-4FA8-9C22-B1EB16AA3D90}" dt="2026-07-13T11:23:55.377" v="4199" actId="1036"/>
          <ac:spMkLst>
            <pc:docMk/>
            <pc:sldMk cId="425662150" sldId="266"/>
            <ac:spMk id="53" creationId="{00000000-0000-0000-0000-000000000000}"/>
          </ac:spMkLst>
        </pc:spChg>
        <pc:spChg chg="mod">
          <ac:chgData name="Giorgio Ughini" userId="7c1b455d-2060-41e4-9123-51e25d41b6bd" providerId="ADAL" clId="{122F220C-5BEA-4FA8-9C22-B1EB16AA3D90}" dt="2026-07-13T11:23:55.377" v="4199" actId="1036"/>
          <ac:spMkLst>
            <pc:docMk/>
            <pc:sldMk cId="425662150" sldId="266"/>
            <ac:spMk id="90" creationId="{00000000-0000-0000-0000-000000000000}"/>
          </ac:spMkLst>
        </pc:spChg>
        <pc:spChg chg="mod">
          <ac:chgData name="Giorgio Ughini" userId="7c1b455d-2060-41e4-9123-51e25d41b6bd" providerId="ADAL" clId="{122F220C-5BEA-4FA8-9C22-B1EB16AA3D90}" dt="2026-07-13T11:23:55.377" v="4199" actId="1036"/>
          <ac:spMkLst>
            <pc:docMk/>
            <pc:sldMk cId="425662150" sldId="266"/>
            <ac:spMk id="92" creationId="{00000000-0000-0000-0000-000000000000}"/>
          </ac:spMkLst>
        </pc:spChg>
      </pc:sldChg>
      <pc:sldChg chg="add">
        <pc:chgData name="Giorgio Ughini" userId="7c1b455d-2060-41e4-9123-51e25d41b6bd" providerId="ADAL" clId="{122F220C-5BEA-4FA8-9C22-B1EB16AA3D90}" dt="2026-07-15T13:13:34.772" v="4310"/>
        <pc:sldMkLst>
          <pc:docMk/>
          <pc:sldMk cId="3179410018" sldId="272"/>
        </pc:sldMkLst>
      </pc:sldChg>
      <pc:sldChg chg="add">
        <pc:chgData name="Giorgio Ughini" userId="7c1b455d-2060-41e4-9123-51e25d41b6bd" providerId="ADAL" clId="{122F220C-5BEA-4FA8-9C22-B1EB16AA3D90}" dt="2026-07-15T13:13:45.650" v="4312"/>
        <pc:sldMkLst>
          <pc:docMk/>
          <pc:sldMk cId="1539213000" sldId="273"/>
        </pc:sldMkLst>
      </pc:sldChg>
      <pc:sldChg chg="add">
        <pc:chgData name="Giorgio Ughini" userId="7c1b455d-2060-41e4-9123-51e25d41b6bd" providerId="ADAL" clId="{122F220C-5BEA-4FA8-9C22-B1EB16AA3D90}" dt="2026-07-15T13:13:24.432" v="4308"/>
        <pc:sldMkLst>
          <pc:docMk/>
          <pc:sldMk cId="398288225" sldId="277"/>
        </pc:sldMkLst>
      </pc:sldChg>
      <pc:sldChg chg="add">
        <pc:chgData name="Giorgio Ughini" userId="7c1b455d-2060-41e4-9123-51e25d41b6bd" providerId="ADAL" clId="{122F220C-5BEA-4FA8-9C22-B1EB16AA3D90}" dt="2026-07-08T08:35:03.757" v="95"/>
        <pc:sldMkLst>
          <pc:docMk/>
          <pc:sldMk cId="3478909097" sldId="278"/>
        </pc:sldMkLst>
      </pc:sldChg>
      <pc:sldChg chg="modSp mod">
        <pc:chgData name="Giorgio Ughini" userId="7c1b455d-2060-41e4-9123-51e25d41b6bd" providerId="ADAL" clId="{122F220C-5BEA-4FA8-9C22-B1EB16AA3D90}" dt="2026-07-13T15:32:36.901" v="4305" actId="20577"/>
        <pc:sldMkLst>
          <pc:docMk/>
          <pc:sldMk cId="471527113" sldId="281"/>
        </pc:sldMkLst>
        <pc:spChg chg="mod">
          <ac:chgData name="Giorgio Ughini" userId="7c1b455d-2060-41e4-9123-51e25d41b6bd" providerId="ADAL" clId="{122F220C-5BEA-4FA8-9C22-B1EB16AA3D90}" dt="2026-07-13T15:32:20.327" v="4304" actId="20577"/>
          <ac:spMkLst>
            <pc:docMk/>
            <pc:sldMk cId="471527113" sldId="281"/>
            <ac:spMk id="53" creationId="{EF6606C6-2384-268B-731E-3AED3F557238}"/>
          </ac:spMkLst>
        </pc:spChg>
        <pc:spChg chg="mod">
          <ac:chgData name="Giorgio Ughini" userId="7c1b455d-2060-41e4-9123-51e25d41b6bd" providerId="ADAL" clId="{122F220C-5BEA-4FA8-9C22-B1EB16AA3D90}" dt="2026-07-13T15:32:36.901" v="4305" actId="20577"/>
          <ac:spMkLst>
            <pc:docMk/>
            <pc:sldMk cId="471527113" sldId="281"/>
            <ac:spMk id="109" creationId="{3091D04F-17A0-1906-989A-7330191738A8}"/>
          </ac:spMkLst>
        </pc:spChg>
      </pc:sldChg>
      <pc:sldChg chg="modSp mod">
        <pc:chgData name="Giorgio Ughini" userId="7c1b455d-2060-41e4-9123-51e25d41b6bd" providerId="ADAL" clId="{122F220C-5BEA-4FA8-9C22-B1EB16AA3D90}" dt="2026-07-13T10:20:35.866" v="2597" actId="14100"/>
        <pc:sldMkLst>
          <pc:docMk/>
          <pc:sldMk cId="0" sldId="283"/>
        </pc:sldMkLst>
        <pc:spChg chg="mod">
          <ac:chgData name="Giorgio Ughini" userId="7c1b455d-2060-41e4-9123-51e25d41b6bd" providerId="ADAL" clId="{122F220C-5BEA-4FA8-9C22-B1EB16AA3D90}" dt="2026-07-13T10:20:35.866" v="2597" actId="14100"/>
          <ac:spMkLst>
            <pc:docMk/>
            <pc:sldMk cId="0" sldId="283"/>
            <ac:spMk id="7" creationId="{00000000-0000-0000-0000-000000000000}"/>
          </ac:spMkLst>
        </pc:spChg>
        <pc:spChg chg="mod">
          <ac:chgData name="Giorgio Ughini" userId="7c1b455d-2060-41e4-9123-51e25d41b6bd" providerId="ADAL" clId="{122F220C-5BEA-4FA8-9C22-B1EB16AA3D90}" dt="2026-07-13T10:20:31.187" v="2595" actId="14100"/>
          <ac:spMkLst>
            <pc:docMk/>
            <pc:sldMk cId="0" sldId="283"/>
            <ac:spMk id="8" creationId="{00000000-0000-0000-0000-000000000000}"/>
          </ac:spMkLst>
        </pc:spChg>
      </pc:sldChg>
      <pc:sldChg chg="modSp mod">
        <pc:chgData name="Giorgio Ughini" userId="7c1b455d-2060-41e4-9123-51e25d41b6bd" providerId="ADAL" clId="{122F220C-5BEA-4FA8-9C22-B1EB16AA3D90}" dt="2026-07-08T10:54:55.182" v="787" actId="20577"/>
        <pc:sldMkLst>
          <pc:docMk/>
          <pc:sldMk cId="4039376711" sldId="285"/>
        </pc:sldMkLst>
        <pc:spChg chg="mod">
          <ac:chgData name="Giorgio Ughini" userId="7c1b455d-2060-41e4-9123-51e25d41b6bd" providerId="ADAL" clId="{122F220C-5BEA-4FA8-9C22-B1EB16AA3D90}" dt="2026-07-08T08:32:44.507" v="77" actId="2711"/>
          <ac:spMkLst>
            <pc:docMk/>
            <pc:sldMk cId="4039376711" sldId="285"/>
            <ac:spMk id="53" creationId="{6603EF31-074F-C230-29CF-90E5D5A14320}"/>
          </ac:spMkLst>
        </pc:spChg>
        <pc:spChg chg="mod">
          <ac:chgData name="Giorgio Ughini" userId="7c1b455d-2060-41e4-9123-51e25d41b6bd" providerId="ADAL" clId="{122F220C-5BEA-4FA8-9C22-B1EB16AA3D90}" dt="2026-07-08T10:54:55.182" v="787" actId="20577"/>
          <ac:spMkLst>
            <pc:docMk/>
            <pc:sldMk cId="4039376711" sldId="285"/>
            <ac:spMk id="69" creationId="{55C158B1-CF43-2341-608B-25A056131149}"/>
          </ac:spMkLst>
        </pc:spChg>
      </pc:sldChg>
      <pc:sldChg chg="modSp mod">
        <pc:chgData name="Giorgio Ughini" userId="7c1b455d-2060-41e4-9123-51e25d41b6bd" providerId="ADAL" clId="{122F220C-5BEA-4FA8-9C22-B1EB16AA3D90}" dt="2026-07-08T10:54:33.534" v="746" actId="20577"/>
        <pc:sldMkLst>
          <pc:docMk/>
          <pc:sldMk cId="3674467208" sldId="289"/>
        </pc:sldMkLst>
        <pc:spChg chg="mod">
          <ac:chgData name="Giorgio Ughini" userId="7c1b455d-2060-41e4-9123-51e25d41b6bd" providerId="ADAL" clId="{122F220C-5BEA-4FA8-9C22-B1EB16AA3D90}" dt="2026-07-08T10:54:30.120" v="734" actId="20577"/>
          <ac:spMkLst>
            <pc:docMk/>
            <pc:sldMk cId="3674467208" sldId="289"/>
            <ac:spMk id="36" creationId="{0BE71C7C-0557-360B-D290-C6817F2A51B5}"/>
          </ac:spMkLst>
        </pc:spChg>
        <pc:spChg chg="mod">
          <ac:chgData name="Giorgio Ughini" userId="7c1b455d-2060-41e4-9123-51e25d41b6bd" providerId="ADAL" clId="{122F220C-5BEA-4FA8-9C22-B1EB16AA3D90}" dt="2026-07-08T08:32:27.389" v="75" actId="2711"/>
          <ac:spMkLst>
            <pc:docMk/>
            <pc:sldMk cId="3674467208" sldId="289"/>
            <ac:spMk id="53" creationId="{CB66A7DF-EF32-4CD2-2490-E1D0603C39B6}"/>
          </ac:spMkLst>
        </pc:spChg>
        <pc:spChg chg="mod">
          <ac:chgData name="Giorgio Ughini" userId="7c1b455d-2060-41e4-9123-51e25d41b6bd" providerId="ADAL" clId="{122F220C-5BEA-4FA8-9C22-B1EB16AA3D90}" dt="2026-07-08T10:54:33.534" v="746" actId="20577"/>
          <ac:spMkLst>
            <pc:docMk/>
            <pc:sldMk cId="3674467208" sldId="289"/>
            <ac:spMk id="54" creationId="{95568AB4-16A8-D12A-86D4-6F59474C56EE}"/>
          </ac:spMkLst>
        </pc:spChg>
      </pc:sldChg>
      <pc:sldChg chg="modSp mod">
        <pc:chgData name="Giorgio Ughini" userId="7c1b455d-2060-41e4-9123-51e25d41b6bd" providerId="ADAL" clId="{122F220C-5BEA-4FA8-9C22-B1EB16AA3D90}" dt="2026-07-08T10:52:08.613" v="550" actId="20577"/>
        <pc:sldMkLst>
          <pc:docMk/>
          <pc:sldMk cId="2499144063" sldId="292"/>
        </pc:sldMkLst>
        <pc:spChg chg="mod">
          <ac:chgData name="Giorgio Ughini" userId="7c1b455d-2060-41e4-9123-51e25d41b6bd" providerId="ADAL" clId="{122F220C-5BEA-4FA8-9C22-B1EB16AA3D90}" dt="2026-07-08T10:52:08.613" v="550" actId="20577"/>
          <ac:spMkLst>
            <pc:docMk/>
            <pc:sldMk cId="2499144063" sldId="292"/>
            <ac:spMk id="7" creationId="{24604717-84CC-A156-A5B0-245E0D2DA0A5}"/>
          </ac:spMkLst>
        </pc:spChg>
      </pc:sldChg>
      <pc:sldChg chg="modSp mod modCm">
        <pc:chgData name="Giorgio Ughini" userId="7c1b455d-2060-41e4-9123-51e25d41b6bd" providerId="ADAL" clId="{122F220C-5BEA-4FA8-9C22-B1EB16AA3D90}" dt="2026-07-13T10:20:53.062" v="2598" actId="207"/>
        <pc:sldMkLst>
          <pc:docMk/>
          <pc:sldMk cId="0" sldId="2147482528"/>
        </pc:sldMkLst>
        <pc:graphicFrameChg chg="modGraphic">
          <ac:chgData name="Giorgio Ughini" userId="7c1b455d-2060-41e4-9123-51e25d41b6bd" providerId="ADAL" clId="{122F220C-5BEA-4FA8-9C22-B1EB16AA3D90}" dt="2026-07-13T10:20:53.062" v="2598" actId="207"/>
          <ac:graphicFrameMkLst>
            <pc:docMk/>
            <pc:sldMk cId="0" sldId="2147482528"/>
            <ac:graphicFrameMk id="60" creationId="{00000000-0000-0000-0000-000000000000}"/>
          </ac:graphicFrameMkLst>
        </pc:graphicFrameChg>
        <pc:extLst>
          <p:ext xmlns:p="http://schemas.openxmlformats.org/presentationml/2006/main" uri="{D6D511B9-2390-475A-947B-AFAB55BFBCF1}">
            <pc226:cmChg xmlns:pc226="http://schemas.microsoft.com/office/powerpoint/2022/06/main/command" chg="mod">
              <pc226:chgData name="Giorgio Ughini" userId="7c1b455d-2060-41e4-9123-51e25d41b6bd" providerId="ADAL" clId="{122F220C-5BEA-4FA8-9C22-B1EB16AA3D90}" dt="2026-07-08T10:51:47.943" v="541" actId="20577"/>
              <pc2:cmMkLst xmlns:pc2="http://schemas.microsoft.com/office/powerpoint/2019/9/main/command">
                <pc:docMk/>
                <pc:sldMk cId="0" sldId="2147482528"/>
                <pc2:cmMk id="{863E782D-F625-554D-A917-3810DE6F729E}"/>
              </pc2:cmMkLst>
            </pc226:cmChg>
          </p:ext>
        </pc:extLst>
      </pc:sldChg>
      <pc:sldChg chg="ord">
        <pc:chgData name="Giorgio Ughini" userId="7c1b455d-2060-41e4-9123-51e25d41b6bd" providerId="ADAL" clId="{122F220C-5BEA-4FA8-9C22-B1EB16AA3D90}" dt="2026-07-08T11:07:46.565" v="890"/>
        <pc:sldMkLst>
          <pc:docMk/>
          <pc:sldMk cId="1810550326" sldId="2147482532"/>
        </pc:sldMkLst>
      </pc:sldChg>
      <pc:sldChg chg="ord modNotesTx">
        <pc:chgData name="Giorgio Ughini" userId="7c1b455d-2060-41e4-9123-51e25d41b6bd" providerId="ADAL" clId="{122F220C-5BEA-4FA8-9C22-B1EB16AA3D90}" dt="2026-07-13T09:39:55.893" v="2380" actId="20577"/>
        <pc:sldMkLst>
          <pc:docMk/>
          <pc:sldMk cId="137275120" sldId="2147482533"/>
        </pc:sldMkLst>
      </pc:sldChg>
      <pc:sldChg chg="ord">
        <pc:chgData name="Giorgio Ughini" userId="7c1b455d-2060-41e4-9123-51e25d41b6bd" providerId="ADAL" clId="{122F220C-5BEA-4FA8-9C22-B1EB16AA3D90}" dt="2026-07-08T11:07:46.565" v="890"/>
        <pc:sldMkLst>
          <pc:docMk/>
          <pc:sldMk cId="682626933" sldId="2147482535"/>
        </pc:sldMkLst>
      </pc:sldChg>
      <pc:sldChg chg="modSp mod ord modCm">
        <pc:chgData name="Giorgio Ughini" userId="7c1b455d-2060-41e4-9123-51e25d41b6bd" providerId="ADAL" clId="{122F220C-5BEA-4FA8-9C22-B1EB16AA3D90}" dt="2026-07-08T11:07:46.565" v="890"/>
        <pc:sldMkLst>
          <pc:docMk/>
          <pc:sldMk cId="603251691" sldId="2147482539"/>
        </pc:sldMkLst>
        <pc:graphicFrameChg chg="modGraphic">
          <ac:chgData name="Giorgio Ughini" userId="7c1b455d-2060-41e4-9123-51e25d41b6bd" providerId="ADAL" clId="{122F220C-5BEA-4FA8-9C22-B1EB16AA3D90}" dt="2026-07-08T10:54:45.400" v="770" actId="6549"/>
          <ac:graphicFrameMkLst>
            <pc:docMk/>
            <pc:sldMk cId="603251691" sldId="2147482539"/>
            <ac:graphicFrameMk id="60" creationId="{00000000-0000-0000-0000-000000000000}"/>
          </ac:graphicFrameMkLst>
        </pc:graphicFrameChg>
        <pc:extLst>
          <p:ext xmlns:p="http://schemas.openxmlformats.org/presentationml/2006/main" uri="{D6D511B9-2390-475A-947B-AFAB55BFBCF1}">
            <pc226:cmChg xmlns:pc226="http://schemas.microsoft.com/office/powerpoint/2022/06/main/command" chg="mod">
              <pc226:chgData name="Giorgio Ughini" userId="7c1b455d-2060-41e4-9123-51e25d41b6bd" providerId="ADAL" clId="{122F220C-5BEA-4FA8-9C22-B1EB16AA3D90}" dt="2026-07-08T10:54:45.400" v="770" actId="6549"/>
              <pc2:cmMkLst xmlns:pc2="http://schemas.microsoft.com/office/powerpoint/2019/9/main/command">
                <pc:docMk/>
                <pc:sldMk cId="603251691" sldId="2147482539"/>
                <pc2:cmMk id="{C04BC422-71A3-44BA-BE8A-EFE4DECF41A4}"/>
              </pc2:cmMkLst>
            </pc226:cmChg>
          </p:ext>
        </pc:extLst>
      </pc:sldChg>
      <pc:sldChg chg="mod modShow">
        <pc:chgData name="Giorgio Ughini" userId="7c1b455d-2060-41e4-9123-51e25d41b6bd" providerId="ADAL" clId="{122F220C-5BEA-4FA8-9C22-B1EB16AA3D90}" dt="2026-07-13T09:20:04.806" v="2256" actId="729"/>
        <pc:sldMkLst>
          <pc:docMk/>
          <pc:sldMk cId="2980999943" sldId="2147482552"/>
        </pc:sldMkLst>
      </pc:sldChg>
      <pc:sldChg chg="mod modShow">
        <pc:chgData name="Giorgio Ughini" userId="7c1b455d-2060-41e4-9123-51e25d41b6bd" providerId="ADAL" clId="{122F220C-5BEA-4FA8-9C22-B1EB16AA3D90}" dt="2026-07-13T09:20:04.806" v="2256" actId="729"/>
        <pc:sldMkLst>
          <pc:docMk/>
          <pc:sldMk cId="3249051265" sldId="2147482556"/>
        </pc:sldMkLst>
      </pc:sldChg>
      <pc:sldChg chg="modSp mod modCm">
        <pc:chgData name="Giorgio Ughini" userId="7c1b455d-2060-41e4-9123-51e25d41b6bd" providerId="ADAL" clId="{122F220C-5BEA-4FA8-9C22-B1EB16AA3D90}" dt="2026-07-13T10:32:04.585" v="3047" actId="20577"/>
        <pc:sldMkLst>
          <pc:docMk/>
          <pc:sldMk cId="0" sldId="2147482575"/>
        </pc:sldMkLst>
        <pc:graphicFrameChg chg="mod modGraphic">
          <ac:chgData name="Giorgio Ughini" userId="7c1b455d-2060-41e4-9123-51e25d41b6bd" providerId="ADAL" clId="{122F220C-5BEA-4FA8-9C22-B1EB16AA3D90}" dt="2026-07-13T10:32:04.585" v="3047" actId="20577"/>
          <ac:graphicFrameMkLst>
            <pc:docMk/>
            <pc:sldMk cId="0" sldId="2147482575"/>
            <ac:graphicFrameMk id="60" creationId="{00000000-0000-0000-0000-000000000000}"/>
          </ac:graphicFrameMkLst>
        </pc:graphicFrameChg>
        <pc:extLst>
          <p:ext xmlns:p="http://schemas.openxmlformats.org/presentationml/2006/main" uri="{D6D511B9-2390-475A-947B-AFAB55BFBCF1}">
            <pc226:cmChg xmlns:pc226="http://schemas.microsoft.com/office/powerpoint/2022/06/main/command" chg="mod">
              <pc226:chgData name="Giorgio Ughini" userId="7c1b455d-2060-41e4-9123-51e25d41b6bd" providerId="ADAL" clId="{122F220C-5BEA-4FA8-9C22-B1EB16AA3D90}" dt="2026-07-13T10:32:04.585" v="3047" actId="20577"/>
              <pc2:cmMkLst xmlns:pc2="http://schemas.microsoft.com/office/powerpoint/2019/9/main/command">
                <pc:docMk/>
                <pc:sldMk cId="0" sldId="2147482575"/>
                <pc2:cmMk id="{B9B8A739-CF96-419D-BCFB-DAFDC586CBCD}"/>
              </pc2:cmMkLst>
            </pc226:cmChg>
          </p:ext>
        </pc:extLst>
      </pc:sldChg>
      <pc:sldChg chg="delSp modSp mod modCm">
        <pc:chgData name="Giorgio Ughini" userId="7c1b455d-2060-41e4-9123-51e25d41b6bd" providerId="ADAL" clId="{122F220C-5BEA-4FA8-9C22-B1EB16AA3D90}" dt="2026-07-13T10:49:08.057" v="3878" actId="115"/>
        <pc:sldMkLst>
          <pc:docMk/>
          <pc:sldMk cId="3502803591" sldId="2147482577"/>
        </pc:sldMkLst>
        <pc:spChg chg="mod">
          <ac:chgData name="Giorgio Ughini" userId="7c1b455d-2060-41e4-9123-51e25d41b6bd" providerId="ADAL" clId="{122F220C-5BEA-4FA8-9C22-B1EB16AA3D90}" dt="2026-07-13T10:47:16.622" v="3826" actId="242"/>
          <ac:spMkLst>
            <pc:docMk/>
            <pc:sldMk cId="3502803591" sldId="2147482577"/>
            <ac:spMk id="5" creationId="{72AAEF93-6CB7-0303-454B-3BE148852697}"/>
          </ac:spMkLst>
        </pc:spChg>
        <pc:spChg chg="mod">
          <ac:chgData name="Giorgio Ughini" userId="7c1b455d-2060-41e4-9123-51e25d41b6bd" providerId="ADAL" clId="{122F220C-5BEA-4FA8-9C22-B1EB16AA3D90}" dt="2026-07-13T10:47:19.863" v="3827" actId="242"/>
          <ac:spMkLst>
            <pc:docMk/>
            <pc:sldMk cId="3502803591" sldId="2147482577"/>
            <ac:spMk id="16" creationId="{BBEAC595-69C5-9833-BC66-594E1A90EC67}"/>
          </ac:spMkLst>
        </pc:spChg>
        <pc:spChg chg="mod">
          <ac:chgData name="Giorgio Ughini" userId="7c1b455d-2060-41e4-9123-51e25d41b6bd" providerId="ADAL" clId="{122F220C-5BEA-4FA8-9C22-B1EB16AA3D90}" dt="2026-07-13T10:47:12.561" v="3825" actId="242"/>
          <ac:spMkLst>
            <pc:docMk/>
            <pc:sldMk cId="3502803591" sldId="2147482577"/>
            <ac:spMk id="20" creationId="{71F10A9B-F660-0B95-97E6-75459964E3B2}"/>
          </ac:spMkLst>
        </pc:spChg>
        <pc:spChg chg="mod">
          <ac:chgData name="Giorgio Ughini" userId="7c1b455d-2060-41e4-9123-51e25d41b6bd" providerId="ADAL" clId="{122F220C-5BEA-4FA8-9C22-B1EB16AA3D90}" dt="2026-07-13T10:48:28.965" v="3873" actId="20577"/>
          <ac:spMkLst>
            <pc:docMk/>
            <pc:sldMk cId="3502803591" sldId="2147482577"/>
            <ac:spMk id="46" creationId="{344761FA-8152-8DDA-788A-4A0C2611F41C}"/>
          </ac:spMkLst>
        </pc:spChg>
        <pc:spChg chg="mod">
          <ac:chgData name="Giorgio Ughini" userId="7c1b455d-2060-41e4-9123-51e25d41b6bd" providerId="ADAL" clId="{122F220C-5BEA-4FA8-9C22-B1EB16AA3D90}" dt="2026-07-13T10:48:38.609" v="3874" actId="20577"/>
          <ac:spMkLst>
            <pc:docMk/>
            <pc:sldMk cId="3502803591" sldId="2147482577"/>
            <ac:spMk id="52" creationId="{58E8CBA9-9979-30E9-FD2D-3DE3583E7508}"/>
          </ac:spMkLst>
        </pc:spChg>
        <pc:spChg chg="mod">
          <ac:chgData name="Giorgio Ughini" userId="7c1b455d-2060-41e4-9123-51e25d41b6bd" providerId="ADAL" clId="{122F220C-5BEA-4FA8-9C22-B1EB16AA3D90}" dt="2026-07-13T10:49:08.057" v="3878" actId="115"/>
          <ac:spMkLst>
            <pc:docMk/>
            <pc:sldMk cId="3502803591" sldId="2147482577"/>
            <ac:spMk id="57" creationId="{B6056240-045A-F1C9-3446-5933DF014300}"/>
          </ac:spMkLst>
        </pc:spChg>
        <pc:spChg chg="mod">
          <ac:chgData name="Giorgio Ughini" userId="7c1b455d-2060-41e4-9123-51e25d41b6bd" providerId="ADAL" clId="{122F220C-5BEA-4FA8-9C22-B1EB16AA3D90}" dt="2026-07-13T10:49:03.503" v="3876" actId="113"/>
          <ac:spMkLst>
            <pc:docMk/>
            <pc:sldMk cId="3502803591" sldId="2147482577"/>
            <ac:spMk id="62" creationId="{5345032E-6FD8-C0A1-EF09-E0CDAB439605}"/>
          </ac:spMkLst>
        </pc:spChg>
        <pc:spChg chg="mod">
          <ac:chgData name="Giorgio Ughini" userId="7c1b455d-2060-41e4-9123-51e25d41b6bd" providerId="ADAL" clId="{122F220C-5BEA-4FA8-9C22-B1EB16AA3D90}" dt="2026-07-08T10:53:45.753" v="668" actId="20577"/>
          <ac:spMkLst>
            <pc:docMk/>
            <pc:sldMk cId="3502803591" sldId="2147482577"/>
            <ac:spMk id="65" creationId="{E6074E9D-CD70-A96F-1D11-D1C3377135D0}"/>
          </ac:spMkLst>
        </pc:spChg>
        <pc:spChg chg="mod">
          <ac:chgData name="Giorgio Ughini" userId="7c1b455d-2060-41e4-9123-51e25d41b6bd" providerId="ADAL" clId="{122F220C-5BEA-4FA8-9C22-B1EB16AA3D90}" dt="2026-07-13T09:47:35.455" v="2485" actId="20577"/>
          <ac:spMkLst>
            <pc:docMk/>
            <pc:sldMk cId="3502803591" sldId="2147482577"/>
            <ac:spMk id="66" creationId="{5023A89F-B53F-F042-7164-5952FFC5E588}"/>
          </ac:spMkLst>
        </pc:spChg>
        <pc:spChg chg="mod">
          <ac:chgData name="Giorgio Ughini" userId="7c1b455d-2060-41e4-9123-51e25d41b6bd" providerId="ADAL" clId="{122F220C-5BEA-4FA8-9C22-B1EB16AA3D90}" dt="2026-07-13T10:47:44.372" v="3859" actId="1036"/>
          <ac:spMkLst>
            <pc:docMk/>
            <pc:sldMk cId="3502803591" sldId="2147482577"/>
            <ac:spMk id="67" creationId="{A67E91B4-F1E9-CD0A-A9E4-BCC5400398BF}"/>
          </ac:spMkLst>
        </pc:spChg>
        <pc:spChg chg="mod">
          <ac:chgData name="Giorgio Ughini" userId="7c1b455d-2060-41e4-9123-51e25d41b6bd" providerId="ADAL" clId="{122F220C-5BEA-4FA8-9C22-B1EB16AA3D90}" dt="2026-07-13T10:47:44.372" v="3859" actId="1036"/>
          <ac:spMkLst>
            <pc:docMk/>
            <pc:sldMk cId="3502803591" sldId="2147482577"/>
            <ac:spMk id="68" creationId="{7A66F3AD-0613-E6A7-53BB-BF02D1112C08}"/>
          </ac:spMkLst>
        </pc:spChg>
        <pc:spChg chg="mod">
          <ac:chgData name="Giorgio Ughini" userId="7c1b455d-2060-41e4-9123-51e25d41b6bd" providerId="ADAL" clId="{122F220C-5BEA-4FA8-9C22-B1EB16AA3D90}" dt="2026-07-13T10:47:44.372" v="3859" actId="1036"/>
          <ac:spMkLst>
            <pc:docMk/>
            <pc:sldMk cId="3502803591" sldId="2147482577"/>
            <ac:spMk id="70" creationId="{7095BB67-2A1A-DA1A-829B-4F39B285539E}"/>
          </ac:spMkLst>
        </pc:spChg>
        <pc:spChg chg="mod">
          <ac:chgData name="Giorgio Ughini" userId="7c1b455d-2060-41e4-9123-51e25d41b6bd" providerId="ADAL" clId="{122F220C-5BEA-4FA8-9C22-B1EB16AA3D90}" dt="2026-07-13T10:47:44.372" v="3859" actId="1036"/>
          <ac:spMkLst>
            <pc:docMk/>
            <pc:sldMk cId="3502803591" sldId="2147482577"/>
            <ac:spMk id="72" creationId="{99220780-7F6D-177A-8B3F-F5A786FAC975}"/>
          </ac:spMkLst>
        </pc:spChg>
        <pc:spChg chg="mod">
          <ac:chgData name="Giorgio Ughini" userId="7c1b455d-2060-41e4-9123-51e25d41b6bd" providerId="ADAL" clId="{122F220C-5BEA-4FA8-9C22-B1EB16AA3D90}" dt="2026-07-13T10:47:44.372" v="3859" actId="1036"/>
          <ac:spMkLst>
            <pc:docMk/>
            <pc:sldMk cId="3502803591" sldId="2147482577"/>
            <ac:spMk id="73" creationId="{DDF07F0C-0806-6268-EA9B-D1284A5CB2A1}"/>
          </ac:spMkLst>
        </pc:spChg>
        <pc:spChg chg="mod">
          <ac:chgData name="Giorgio Ughini" userId="7c1b455d-2060-41e4-9123-51e25d41b6bd" providerId="ADAL" clId="{122F220C-5BEA-4FA8-9C22-B1EB16AA3D90}" dt="2026-07-13T10:47:44.372" v="3859" actId="1036"/>
          <ac:spMkLst>
            <pc:docMk/>
            <pc:sldMk cId="3502803591" sldId="2147482577"/>
            <ac:spMk id="74" creationId="{9B6F4339-CD12-1D32-EB00-062C38F6A16B}"/>
          </ac:spMkLst>
        </pc:spChg>
        <pc:spChg chg="mod">
          <ac:chgData name="Giorgio Ughini" userId="7c1b455d-2060-41e4-9123-51e25d41b6bd" providerId="ADAL" clId="{122F220C-5BEA-4FA8-9C22-B1EB16AA3D90}" dt="2026-07-13T10:47:44.372" v="3859" actId="1036"/>
          <ac:spMkLst>
            <pc:docMk/>
            <pc:sldMk cId="3502803591" sldId="2147482577"/>
            <ac:spMk id="75" creationId="{528D7EBC-FE1B-DF27-18B1-FBFF95E8C970}"/>
          </ac:spMkLst>
        </pc:spChg>
        <pc:spChg chg="mod">
          <ac:chgData name="Giorgio Ughini" userId="7c1b455d-2060-41e4-9123-51e25d41b6bd" providerId="ADAL" clId="{122F220C-5BEA-4FA8-9C22-B1EB16AA3D90}" dt="2026-07-13T10:47:44.372" v="3859" actId="1036"/>
          <ac:spMkLst>
            <pc:docMk/>
            <pc:sldMk cId="3502803591" sldId="2147482577"/>
            <ac:spMk id="76" creationId="{6B5FF60B-0DC9-8F61-1909-2345A0ED1DEA}"/>
          </ac:spMkLst>
        </pc:spChg>
        <pc:spChg chg="mod">
          <ac:chgData name="Giorgio Ughini" userId="7c1b455d-2060-41e4-9123-51e25d41b6bd" providerId="ADAL" clId="{122F220C-5BEA-4FA8-9C22-B1EB16AA3D90}" dt="2026-07-13T09:49:27.147" v="2507" actId="14100"/>
          <ac:spMkLst>
            <pc:docMk/>
            <pc:sldMk cId="3502803591" sldId="2147482577"/>
            <ac:spMk id="78" creationId="{9F362D50-3479-70F1-F69D-F9EA4A2A8355}"/>
          </ac:spMkLst>
        </pc:spChg>
        <pc:spChg chg="mod">
          <ac:chgData name="Giorgio Ughini" userId="7c1b455d-2060-41e4-9123-51e25d41b6bd" providerId="ADAL" clId="{122F220C-5BEA-4FA8-9C22-B1EB16AA3D90}" dt="2026-07-13T10:47:44.372" v="3859" actId="1036"/>
          <ac:spMkLst>
            <pc:docMk/>
            <pc:sldMk cId="3502803591" sldId="2147482577"/>
            <ac:spMk id="79" creationId="{8BF3F8B6-0DB3-01FC-33D7-46489CBB16F6}"/>
          </ac:spMkLst>
        </pc:spChg>
        <pc:spChg chg="mod">
          <ac:chgData name="Giorgio Ughini" userId="7c1b455d-2060-41e4-9123-51e25d41b6bd" providerId="ADAL" clId="{122F220C-5BEA-4FA8-9C22-B1EB16AA3D90}" dt="2026-07-13T10:47:44.372" v="3859" actId="1036"/>
          <ac:spMkLst>
            <pc:docMk/>
            <pc:sldMk cId="3502803591" sldId="2147482577"/>
            <ac:spMk id="80" creationId="{CA836112-087E-9D91-47F3-A64E3CF1D030}"/>
          </ac:spMkLst>
        </pc:spChg>
        <pc:spChg chg="mod">
          <ac:chgData name="Giorgio Ughini" userId="7c1b455d-2060-41e4-9123-51e25d41b6bd" providerId="ADAL" clId="{122F220C-5BEA-4FA8-9C22-B1EB16AA3D90}" dt="2026-07-13T10:47:36.408" v="3844" actId="1035"/>
          <ac:spMkLst>
            <pc:docMk/>
            <pc:sldMk cId="3502803591" sldId="2147482577"/>
            <ac:spMk id="82" creationId="{D90A1882-952E-9523-5D0C-9381BE115B9C}"/>
          </ac:spMkLst>
        </pc:spChg>
        <pc:grpChg chg="mod">
          <ac:chgData name="Giorgio Ughini" userId="7c1b455d-2060-41e4-9123-51e25d41b6bd" providerId="ADAL" clId="{122F220C-5BEA-4FA8-9C22-B1EB16AA3D90}" dt="2026-07-13T10:47:42.100" v="3855" actId="1035"/>
          <ac:grpSpMkLst>
            <pc:docMk/>
            <pc:sldMk cId="3502803591" sldId="2147482577"/>
            <ac:grpSpMk id="2" creationId="{54363E5E-63CE-8C83-AE85-F309B9CD5DCA}"/>
          </ac:grpSpMkLst>
        </pc:grpChg>
        <pc:grpChg chg="mod">
          <ac:chgData name="Giorgio Ughini" userId="7c1b455d-2060-41e4-9123-51e25d41b6bd" providerId="ADAL" clId="{122F220C-5BEA-4FA8-9C22-B1EB16AA3D90}" dt="2026-07-13T10:47:42.100" v="3855" actId="1035"/>
          <ac:grpSpMkLst>
            <pc:docMk/>
            <pc:sldMk cId="3502803591" sldId="2147482577"/>
            <ac:grpSpMk id="14" creationId="{F90F78C6-19D1-7650-4078-A39ABEE3985C}"/>
          </ac:grpSpMkLst>
        </pc:grpChg>
        <pc:grpChg chg="mod">
          <ac:chgData name="Giorgio Ughini" userId="7c1b455d-2060-41e4-9123-51e25d41b6bd" providerId="ADAL" clId="{122F220C-5BEA-4FA8-9C22-B1EB16AA3D90}" dt="2026-07-13T10:47:42.100" v="3855" actId="1035"/>
          <ac:grpSpMkLst>
            <pc:docMk/>
            <pc:sldMk cId="3502803591" sldId="2147482577"/>
            <ac:grpSpMk id="18" creationId="{98A6F4DB-6A9C-5C0E-D23B-34BBFE3F729A}"/>
          </ac:grpSpMkLst>
        </pc:grpChg>
        <pc:extLst>
          <p:ext xmlns:p="http://schemas.openxmlformats.org/presentationml/2006/main" uri="{D6D511B9-2390-475A-947B-AFAB55BFBCF1}">
            <pc226:cmChg xmlns:pc226="http://schemas.microsoft.com/office/powerpoint/2022/06/main/command" chg="mod">
              <pc226:chgData name="Giorgio Ughini" userId="7c1b455d-2060-41e4-9123-51e25d41b6bd" providerId="ADAL" clId="{122F220C-5BEA-4FA8-9C22-B1EB16AA3D90}" dt="2026-07-13T09:47:35.455" v="2485" actId="20577"/>
              <pc2:cmMkLst xmlns:pc2="http://schemas.microsoft.com/office/powerpoint/2019/9/main/command">
                <pc:docMk/>
                <pc:sldMk cId="3502803591" sldId="2147482577"/>
                <pc2:cmMk id="{CAFE5D21-B7BA-1845-B1E6-41CE9649FA22}"/>
              </pc2:cmMkLst>
            </pc226:cmChg>
            <pc226:cmChg xmlns:pc226="http://schemas.microsoft.com/office/powerpoint/2022/06/main/command" chg="mod">
              <pc226:chgData name="Giorgio Ughini" userId="7c1b455d-2060-41e4-9123-51e25d41b6bd" providerId="ADAL" clId="{122F220C-5BEA-4FA8-9C22-B1EB16AA3D90}" dt="2026-07-13T09:44:07.726" v="2412" actId="5793"/>
              <pc2:cmMkLst xmlns:pc2="http://schemas.microsoft.com/office/powerpoint/2019/9/main/command">
                <pc:docMk/>
                <pc:sldMk cId="3502803591" sldId="2147482577"/>
                <pc2:cmMk id="{A6BD02A7-6C30-E341-AC53-47C853F46BF1}"/>
              </pc2:cmMkLst>
            </pc226:cmChg>
            <pc226:cmChg xmlns:pc226="http://schemas.microsoft.com/office/powerpoint/2022/06/main/command" chg="mod">
              <pc226:chgData name="Giorgio Ughini" userId="7c1b455d-2060-41e4-9123-51e25d41b6bd" providerId="ADAL" clId="{122F220C-5BEA-4FA8-9C22-B1EB16AA3D90}" dt="2026-07-13T10:48:28.965" v="3873" actId="20577"/>
              <pc2:cmMkLst xmlns:pc2="http://schemas.microsoft.com/office/powerpoint/2019/9/main/command">
                <pc:docMk/>
                <pc:sldMk cId="3502803591" sldId="2147482577"/>
                <pc2:cmMk id="{31E2B5DC-2768-BB4F-8B21-225DE641E303}"/>
              </pc2:cmMkLst>
            </pc226:cmChg>
          </p:ext>
        </pc:extLst>
      </pc:sldChg>
      <pc:sldChg chg="delSp modSp add mod modCm">
        <pc:chgData name="Giorgio Ughini" userId="7c1b455d-2060-41e4-9123-51e25d41b6bd" providerId="ADAL" clId="{122F220C-5BEA-4FA8-9C22-B1EB16AA3D90}" dt="2026-07-13T10:45:45.887" v="3818" actId="14100"/>
        <pc:sldMkLst>
          <pc:docMk/>
          <pc:sldMk cId="694926840" sldId="2147482580"/>
        </pc:sldMkLst>
        <pc:spChg chg="mod">
          <ac:chgData name="Giorgio Ughini" userId="7c1b455d-2060-41e4-9123-51e25d41b6bd" providerId="ADAL" clId="{122F220C-5BEA-4FA8-9C22-B1EB16AA3D90}" dt="2026-07-13T10:45:45.887" v="3818" actId="14100"/>
          <ac:spMkLst>
            <pc:docMk/>
            <pc:sldMk cId="694926840" sldId="2147482580"/>
            <ac:spMk id="10" creationId="{4CF8B8AE-C1DB-4E4E-1DE2-819C8B7E6D10}"/>
          </ac:spMkLst>
        </pc:spChg>
        <pc:spChg chg="mod">
          <ac:chgData name="Giorgio Ughini" userId="7c1b455d-2060-41e4-9123-51e25d41b6bd" providerId="ADAL" clId="{122F220C-5BEA-4FA8-9C22-B1EB16AA3D90}" dt="2026-07-13T10:39:10.035" v="3170" actId="20577"/>
          <ac:spMkLst>
            <pc:docMk/>
            <pc:sldMk cId="694926840" sldId="2147482580"/>
            <ac:spMk id="23" creationId="{5283031F-1F0B-623C-D1A4-79068915086B}"/>
          </ac:spMkLst>
        </pc:spChg>
        <pc:spChg chg="mod">
          <ac:chgData name="Giorgio Ughini" userId="7c1b455d-2060-41e4-9123-51e25d41b6bd" providerId="ADAL" clId="{122F220C-5BEA-4FA8-9C22-B1EB16AA3D90}" dt="2026-07-13T10:40:14.483" v="3371" actId="20577"/>
          <ac:spMkLst>
            <pc:docMk/>
            <pc:sldMk cId="694926840" sldId="2147482580"/>
            <ac:spMk id="27" creationId="{CD22F7CB-7D0B-6E49-256C-7ED5F778AE41}"/>
          </ac:spMkLst>
        </pc:spChg>
        <pc:spChg chg="mod">
          <ac:chgData name="Giorgio Ughini" userId="7c1b455d-2060-41e4-9123-51e25d41b6bd" providerId="ADAL" clId="{122F220C-5BEA-4FA8-9C22-B1EB16AA3D90}" dt="2026-07-13T10:45:45.887" v="3818" actId="14100"/>
          <ac:spMkLst>
            <pc:docMk/>
            <pc:sldMk cId="694926840" sldId="2147482580"/>
            <ac:spMk id="34" creationId="{99744B84-4319-9846-EE73-98E3FADC0398}"/>
          </ac:spMkLst>
        </pc:spChg>
        <pc:spChg chg="mod">
          <ac:chgData name="Giorgio Ughini" userId="7c1b455d-2060-41e4-9123-51e25d41b6bd" providerId="ADAL" clId="{122F220C-5BEA-4FA8-9C22-B1EB16AA3D90}" dt="2026-07-13T10:36:55.750" v="3118"/>
          <ac:spMkLst>
            <pc:docMk/>
            <pc:sldMk cId="694926840" sldId="2147482580"/>
            <ac:spMk id="53" creationId="{12A465DE-5DB3-F130-28AE-336D8983D590}"/>
          </ac:spMkLst>
        </pc:spChg>
        <pc:spChg chg="mod">
          <ac:chgData name="Giorgio Ughini" userId="7c1b455d-2060-41e4-9123-51e25d41b6bd" providerId="ADAL" clId="{122F220C-5BEA-4FA8-9C22-B1EB16AA3D90}" dt="2026-07-13T10:41:44.957" v="3516" actId="948"/>
          <ac:spMkLst>
            <pc:docMk/>
            <pc:sldMk cId="694926840" sldId="2147482580"/>
            <ac:spMk id="54" creationId="{EC502AF3-F85B-79F0-6D08-FE810D0FD558}"/>
          </ac:spMkLst>
        </pc:spChg>
        <pc:spChg chg="mod">
          <ac:chgData name="Giorgio Ughini" userId="7c1b455d-2060-41e4-9123-51e25d41b6bd" providerId="ADAL" clId="{122F220C-5BEA-4FA8-9C22-B1EB16AA3D90}" dt="2026-07-13T10:45:45.887" v="3818" actId="14100"/>
          <ac:spMkLst>
            <pc:docMk/>
            <pc:sldMk cId="694926840" sldId="2147482580"/>
            <ac:spMk id="56" creationId="{310F20FC-803A-CBFD-BC48-822A1BB0DE1C}"/>
          </ac:spMkLst>
        </pc:spChg>
        <pc:spChg chg="mod">
          <ac:chgData name="Giorgio Ughini" userId="7c1b455d-2060-41e4-9123-51e25d41b6bd" providerId="ADAL" clId="{122F220C-5BEA-4FA8-9C22-B1EB16AA3D90}" dt="2026-07-13T10:37:03.401" v="3119"/>
          <ac:spMkLst>
            <pc:docMk/>
            <pc:sldMk cId="694926840" sldId="2147482580"/>
            <ac:spMk id="60" creationId="{F25E5894-044F-A195-A683-D9FA3D40A914}"/>
          </ac:spMkLst>
        </pc:spChg>
        <pc:spChg chg="mod">
          <ac:chgData name="Giorgio Ughini" userId="7c1b455d-2060-41e4-9123-51e25d41b6bd" providerId="ADAL" clId="{122F220C-5BEA-4FA8-9C22-B1EB16AA3D90}" dt="2026-07-13T10:43:55.322" v="3682" actId="948"/>
          <ac:spMkLst>
            <pc:docMk/>
            <pc:sldMk cId="694926840" sldId="2147482580"/>
            <ac:spMk id="70" creationId="{6F61A14C-F7B8-5628-DCD9-3727C29B7204}"/>
          </ac:spMkLst>
        </pc:spChg>
        <pc:spChg chg="mod">
          <ac:chgData name="Giorgio Ughini" userId="7c1b455d-2060-41e4-9123-51e25d41b6bd" providerId="ADAL" clId="{122F220C-5BEA-4FA8-9C22-B1EB16AA3D90}" dt="2026-07-13T10:45:45.887" v="3818" actId="14100"/>
          <ac:spMkLst>
            <pc:docMk/>
            <pc:sldMk cId="694926840" sldId="2147482580"/>
            <ac:spMk id="72" creationId="{9E34349C-BEBE-FC0A-9799-7AD1EFD2C188}"/>
          </ac:spMkLst>
        </pc:spChg>
        <pc:spChg chg="mod">
          <ac:chgData name="Giorgio Ughini" userId="7c1b455d-2060-41e4-9123-51e25d41b6bd" providerId="ADAL" clId="{122F220C-5BEA-4FA8-9C22-B1EB16AA3D90}" dt="2026-07-13T10:45:27.234" v="3816" actId="948"/>
          <ac:spMkLst>
            <pc:docMk/>
            <pc:sldMk cId="694926840" sldId="2147482580"/>
            <ac:spMk id="82" creationId="{161AD455-F3A0-89C2-15AF-B5BC66CC80EE}"/>
          </ac:spMkLst>
        </pc:spChg>
        <pc:spChg chg="mod">
          <ac:chgData name="Giorgio Ughini" userId="7c1b455d-2060-41e4-9123-51e25d41b6bd" providerId="ADAL" clId="{122F220C-5BEA-4FA8-9C22-B1EB16AA3D90}" dt="2026-07-13T10:45:45.887" v="3818" actId="14100"/>
          <ac:spMkLst>
            <pc:docMk/>
            <pc:sldMk cId="694926840" sldId="2147482580"/>
            <ac:spMk id="84" creationId="{739C4291-6FBF-70C6-4594-674AAB9C5828}"/>
          </ac:spMkLst>
        </pc:spChg>
        <pc:spChg chg="mod">
          <ac:chgData name="Giorgio Ughini" userId="7c1b455d-2060-41e4-9123-51e25d41b6bd" providerId="ADAL" clId="{122F220C-5BEA-4FA8-9C22-B1EB16AA3D90}" dt="2026-07-13T10:45:38.229" v="3817" actId="20577"/>
          <ac:spMkLst>
            <pc:docMk/>
            <pc:sldMk cId="694926840" sldId="2147482580"/>
            <ac:spMk id="94" creationId="{D756D5F6-69FE-1E4E-D004-2DD579116775}"/>
          </ac:spMkLst>
        </pc:spChg>
        <pc:extLst>
          <p:ext xmlns:p="http://schemas.openxmlformats.org/presentationml/2006/main" uri="{D6D511B9-2390-475A-947B-AFAB55BFBCF1}">
            <pc226:cmChg xmlns:pc226="http://schemas.microsoft.com/office/powerpoint/2022/06/main/command" chg="mod">
              <pc226:chgData name="Giorgio Ughini" userId="7c1b455d-2060-41e4-9123-51e25d41b6bd" providerId="ADAL" clId="{122F220C-5BEA-4FA8-9C22-B1EB16AA3D90}" dt="2026-07-13T10:45:38.229" v="3817" actId="20577"/>
              <pc2:cmMkLst xmlns:pc2="http://schemas.microsoft.com/office/powerpoint/2019/9/main/command">
                <pc:docMk/>
                <pc:sldMk cId="694926840" sldId="2147482580"/>
                <pc2:cmMk id="{D2BEA138-71E9-7744-AB18-66ECF978150E}"/>
              </pc2:cmMkLst>
            </pc226:cmChg>
          </p:ext>
        </pc:extLst>
      </pc:sldChg>
      <pc:sldChg chg="modSp mod modCm">
        <pc:chgData name="Giorgio Ughini" userId="7c1b455d-2060-41e4-9123-51e25d41b6bd" providerId="ADAL" clId="{122F220C-5BEA-4FA8-9C22-B1EB16AA3D90}" dt="2026-07-13T09:10:22.511" v="2097" actId="20577"/>
        <pc:sldMkLst>
          <pc:docMk/>
          <pc:sldMk cId="3043912914" sldId="2147482583"/>
        </pc:sldMkLst>
        <pc:spChg chg="mod">
          <ac:chgData name="Giorgio Ughini" userId="7c1b455d-2060-41e4-9123-51e25d41b6bd" providerId="ADAL" clId="{122F220C-5BEA-4FA8-9C22-B1EB16AA3D90}" dt="2026-07-13T09:10:22.511" v="2097" actId="20577"/>
          <ac:spMkLst>
            <pc:docMk/>
            <pc:sldMk cId="3043912914" sldId="2147482583"/>
            <ac:spMk id="22" creationId="{E2193DF2-DA16-3C99-CE6F-E17DA675B26B}"/>
          </ac:spMkLst>
        </pc:spChg>
        <pc:extLst>
          <p:ext xmlns:p="http://schemas.openxmlformats.org/presentationml/2006/main" uri="{D6D511B9-2390-475A-947B-AFAB55BFBCF1}">
            <pc226:cmChg xmlns:pc226="http://schemas.microsoft.com/office/powerpoint/2022/06/main/command" chg="mod">
              <pc226:chgData name="Giorgio Ughini" userId="7c1b455d-2060-41e4-9123-51e25d41b6bd" providerId="ADAL" clId="{122F220C-5BEA-4FA8-9C22-B1EB16AA3D90}" dt="2026-07-13T09:10:22.511" v="2097" actId="20577"/>
              <pc2:cmMkLst xmlns:pc2="http://schemas.microsoft.com/office/powerpoint/2019/9/main/command">
                <pc:docMk/>
                <pc:sldMk cId="3043912914" sldId="2147482583"/>
                <pc2:cmMk id="{13F11CF1-26DF-F04B-A4F8-89DCFF5C4073}"/>
              </pc2:cmMkLst>
            </pc226:cmChg>
          </p:ext>
        </pc:extLst>
      </pc:sldChg>
      <pc:sldChg chg="addSp delSp modSp mod ord modCm">
        <pc:chgData name="Giorgio Ughini" userId="7c1b455d-2060-41e4-9123-51e25d41b6bd" providerId="ADAL" clId="{122F220C-5BEA-4FA8-9C22-B1EB16AA3D90}" dt="2026-07-13T15:33:16.506" v="4307"/>
        <pc:sldMkLst>
          <pc:docMk/>
          <pc:sldMk cId="3012478867" sldId="2147482585"/>
        </pc:sldMkLst>
        <pc:spChg chg="mod">
          <ac:chgData name="Giorgio Ughini" userId="7c1b455d-2060-41e4-9123-51e25d41b6bd" providerId="ADAL" clId="{122F220C-5BEA-4FA8-9C22-B1EB16AA3D90}" dt="2026-07-08T11:10:07.507" v="910" actId="20577"/>
          <ac:spMkLst>
            <pc:docMk/>
            <pc:sldMk cId="3012478867" sldId="2147482585"/>
            <ac:spMk id="9" creationId="{9AFEC44B-DC5A-5816-4EBF-FAA013F4E2EE}"/>
          </ac:spMkLst>
        </pc:spChg>
        <pc:spChg chg="mod">
          <ac:chgData name="Giorgio Ughini" userId="7c1b455d-2060-41e4-9123-51e25d41b6bd" providerId="ADAL" clId="{122F220C-5BEA-4FA8-9C22-B1EB16AA3D90}" dt="2026-07-08T11:09:22.457" v="895" actId="403"/>
          <ac:spMkLst>
            <pc:docMk/>
            <pc:sldMk cId="3012478867" sldId="2147482585"/>
            <ac:spMk id="53" creationId="{F8CC5511-8C56-8EB5-E30B-F65309DD1F6A}"/>
          </ac:spMkLst>
        </pc:spChg>
        <pc:extLst>
          <p:ext xmlns:p="http://schemas.openxmlformats.org/presentationml/2006/main" uri="{D6D511B9-2390-475A-947B-AFAB55BFBCF1}">
            <pc226:cmChg xmlns:pc226="http://schemas.microsoft.com/office/powerpoint/2022/06/main/command" chg="mod">
              <pc226:chgData name="Giorgio Ughini" userId="7c1b455d-2060-41e4-9123-51e25d41b6bd" providerId="ADAL" clId="{122F220C-5BEA-4FA8-9C22-B1EB16AA3D90}" dt="2026-07-08T11:10:07.507" v="910" actId="20577"/>
              <pc2:cmMkLst xmlns:pc2="http://schemas.microsoft.com/office/powerpoint/2019/9/main/command">
                <pc:docMk/>
                <pc:sldMk cId="3012478867" sldId="2147482585"/>
                <pc2:cmMk id="{6080E3E7-7686-7A47-9A65-73290A34CE19}"/>
              </pc2:cmMkLst>
            </pc226:cmChg>
          </p:ext>
        </pc:extLst>
      </pc:sldChg>
      <pc:sldChg chg="addSp modSp mod ord">
        <pc:chgData name="Giorgio Ughini" userId="7c1b455d-2060-41e4-9123-51e25d41b6bd" providerId="ADAL" clId="{122F220C-5BEA-4FA8-9C22-B1EB16AA3D90}" dt="2026-07-13T11:27:24" v="4303" actId="207"/>
        <pc:sldMkLst>
          <pc:docMk/>
          <pc:sldMk cId="3619089470" sldId="2147482587"/>
        </pc:sldMkLst>
        <pc:spChg chg="mod">
          <ac:chgData name="Giorgio Ughini" userId="7c1b455d-2060-41e4-9123-51e25d41b6bd" providerId="ADAL" clId="{122F220C-5BEA-4FA8-9C22-B1EB16AA3D90}" dt="2026-07-13T11:25:02.331" v="4252" actId="20577"/>
          <ac:spMkLst>
            <pc:docMk/>
            <pc:sldMk cId="3619089470" sldId="2147482587"/>
            <ac:spMk id="3" creationId="{3418A93E-AC80-81A6-5A22-6031C318977B}"/>
          </ac:spMkLst>
        </pc:spChg>
        <pc:spChg chg="add">
          <ac:chgData name="Giorgio Ughini" userId="7c1b455d-2060-41e4-9123-51e25d41b6bd" providerId="ADAL" clId="{122F220C-5BEA-4FA8-9C22-B1EB16AA3D90}" dt="2026-07-08T08:27:50.758" v="32" actId="22"/>
          <ac:spMkLst>
            <pc:docMk/>
            <pc:sldMk cId="3619089470" sldId="2147482587"/>
            <ac:spMk id="6" creationId="{515FE5E2-B78A-DA20-051C-17BBB0C33F1D}"/>
          </ac:spMkLst>
        </pc:spChg>
        <pc:spChg chg="mod">
          <ac:chgData name="Giorgio Ughini" userId="7c1b455d-2060-41e4-9123-51e25d41b6bd" providerId="ADAL" clId="{122F220C-5BEA-4FA8-9C22-B1EB16AA3D90}" dt="2026-07-13T11:25:24.460" v="4283" actId="20577"/>
          <ac:spMkLst>
            <pc:docMk/>
            <pc:sldMk cId="3619089470" sldId="2147482587"/>
            <ac:spMk id="63" creationId="{9C89B065-A5ED-E250-FD3C-A5B183529D2C}"/>
          </ac:spMkLst>
        </pc:spChg>
      </pc:sldChg>
      <pc:sldChg chg="addSp modSp mod">
        <pc:chgData name="Giorgio Ughini" userId="7c1b455d-2060-41e4-9123-51e25d41b6bd" providerId="ADAL" clId="{122F220C-5BEA-4FA8-9C22-B1EB16AA3D90}" dt="2026-07-13T11:20:46.787" v="4142" actId="20577"/>
        <pc:sldMkLst>
          <pc:docMk/>
          <pc:sldMk cId="3364021190" sldId="2147482600"/>
        </pc:sldMkLst>
        <pc:spChg chg="mod">
          <ac:chgData name="Giorgio Ughini" userId="7c1b455d-2060-41e4-9123-51e25d41b6bd" providerId="ADAL" clId="{122F220C-5BEA-4FA8-9C22-B1EB16AA3D90}" dt="2026-07-08T08:27:25.756" v="12" actId="20577"/>
          <ac:spMkLst>
            <pc:docMk/>
            <pc:sldMk cId="3364021190" sldId="2147482600"/>
            <ac:spMk id="25" creationId="{9F20D6C7-928C-398F-87ED-EE4D6FACF79F}"/>
          </ac:spMkLst>
        </pc:spChg>
        <pc:spChg chg="mod">
          <ac:chgData name="Giorgio Ughini" userId="7c1b455d-2060-41e4-9123-51e25d41b6bd" providerId="ADAL" clId="{122F220C-5BEA-4FA8-9C22-B1EB16AA3D90}" dt="2026-07-08T09:21:15.114" v="287" actId="1035"/>
          <ac:spMkLst>
            <pc:docMk/>
            <pc:sldMk cId="3364021190" sldId="2147482600"/>
            <ac:spMk id="27" creationId="{6EEA40E6-D7DF-F5FD-A8E3-47FA4A5CC383}"/>
          </ac:spMkLst>
        </pc:spChg>
        <pc:spChg chg="mod">
          <ac:chgData name="Giorgio Ughini" userId="7c1b455d-2060-41e4-9123-51e25d41b6bd" providerId="ADAL" clId="{122F220C-5BEA-4FA8-9C22-B1EB16AA3D90}" dt="2026-07-13T10:57:33.216" v="3886" actId="403"/>
          <ac:spMkLst>
            <pc:docMk/>
            <pc:sldMk cId="3364021190" sldId="2147482600"/>
            <ac:spMk id="29" creationId="{87A33CE3-DAA7-BED5-A16F-74A4073D8E77}"/>
          </ac:spMkLst>
        </pc:spChg>
        <pc:spChg chg="mod">
          <ac:chgData name="Giorgio Ughini" userId="7c1b455d-2060-41e4-9123-51e25d41b6bd" providerId="ADAL" clId="{122F220C-5BEA-4FA8-9C22-B1EB16AA3D90}" dt="2026-07-13T11:17:29.073" v="4095" actId="14100"/>
          <ac:spMkLst>
            <pc:docMk/>
            <pc:sldMk cId="3364021190" sldId="2147482600"/>
            <ac:spMk id="31" creationId="{68F8C52B-6EB9-779C-24B1-52DE4E61892D}"/>
          </ac:spMkLst>
        </pc:spChg>
        <pc:spChg chg="mod">
          <ac:chgData name="Giorgio Ughini" userId="7c1b455d-2060-41e4-9123-51e25d41b6bd" providerId="ADAL" clId="{122F220C-5BEA-4FA8-9C22-B1EB16AA3D90}" dt="2026-07-13T11:17:29.073" v="4095" actId="14100"/>
          <ac:spMkLst>
            <pc:docMk/>
            <pc:sldMk cId="3364021190" sldId="2147482600"/>
            <ac:spMk id="37" creationId="{67303B31-1209-8865-CE2B-631C29998511}"/>
          </ac:spMkLst>
        </pc:spChg>
        <pc:spChg chg="mod">
          <ac:chgData name="Giorgio Ughini" userId="7c1b455d-2060-41e4-9123-51e25d41b6bd" providerId="ADAL" clId="{122F220C-5BEA-4FA8-9C22-B1EB16AA3D90}" dt="2026-07-13T11:17:29.073" v="4095" actId="14100"/>
          <ac:spMkLst>
            <pc:docMk/>
            <pc:sldMk cId="3364021190" sldId="2147482600"/>
            <ac:spMk id="43" creationId="{69A179D6-C493-DD79-BFB7-1F3A2B5BC3A9}"/>
          </ac:spMkLst>
        </pc:spChg>
        <pc:spChg chg="mod">
          <ac:chgData name="Giorgio Ughini" userId="7c1b455d-2060-41e4-9123-51e25d41b6bd" providerId="ADAL" clId="{122F220C-5BEA-4FA8-9C22-B1EB16AA3D90}" dt="2026-07-13T11:14:58.492" v="3894" actId="20577"/>
          <ac:spMkLst>
            <pc:docMk/>
            <pc:sldMk cId="3364021190" sldId="2147482600"/>
            <ac:spMk id="83" creationId="{5A8A8E85-7F44-677F-AA2F-474FFBF95CBD}"/>
          </ac:spMkLst>
        </pc:spChg>
        <pc:spChg chg="mod">
          <ac:chgData name="Giorgio Ughini" userId="7c1b455d-2060-41e4-9123-51e25d41b6bd" providerId="ADAL" clId="{122F220C-5BEA-4FA8-9C22-B1EB16AA3D90}" dt="2026-07-13T11:20:04.182" v="4141" actId="20577"/>
          <ac:spMkLst>
            <pc:docMk/>
            <pc:sldMk cId="3364021190" sldId="2147482600"/>
            <ac:spMk id="85" creationId="{6E4B6A48-85E4-6418-9DB6-5DA787609AC9}"/>
          </ac:spMkLst>
        </pc:spChg>
        <pc:spChg chg="mod">
          <ac:chgData name="Giorgio Ughini" userId="7c1b455d-2060-41e4-9123-51e25d41b6bd" providerId="ADAL" clId="{122F220C-5BEA-4FA8-9C22-B1EB16AA3D90}" dt="2026-07-13T11:20:46.787" v="4142" actId="20577"/>
          <ac:spMkLst>
            <pc:docMk/>
            <pc:sldMk cId="3364021190" sldId="2147482600"/>
            <ac:spMk id="89" creationId="{6B2C8290-D70E-B1E5-1E4C-BE55E38AF22A}"/>
          </ac:spMkLst>
        </pc:spChg>
        <pc:spChg chg="mod">
          <ac:chgData name="Giorgio Ughini" userId="7c1b455d-2060-41e4-9123-51e25d41b6bd" providerId="ADAL" clId="{122F220C-5BEA-4FA8-9C22-B1EB16AA3D90}" dt="2026-07-13T11:17:33.361" v="4105" actId="1036"/>
          <ac:spMkLst>
            <pc:docMk/>
            <pc:sldMk cId="3364021190" sldId="2147482600"/>
            <ac:spMk id="91" creationId="{2062D014-3585-7E70-B075-E46D2DA37080}"/>
          </ac:spMkLst>
        </pc:spChg>
        <pc:spChg chg="mod">
          <ac:chgData name="Giorgio Ughini" userId="7c1b455d-2060-41e4-9123-51e25d41b6bd" providerId="ADAL" clId="{122F220C-5BEA-4FA8-9C22-B1EB16AA3D90}" dt="2026-07-13T11:17:33.361" v="4105" actId="1036"/>
          <ac:spMkLst>
            <pc:docMk/>
            <pc:sldMk cId="3364021190" sldId="2147482600"/>
            <ac:spMk id="93" creationId="{77D2FBE2-D4C9-4D00-6451-980D0C6E0A3C}"/>
          </ac:spMkLst>
        </pc:spChg>
        <pc:spChg chg="mod">
          <ac:chgData name="Giorgio Ughini" userId="7c1b455d-2060-41e4-9123-51e25d41b6bd" providerId="ADAL" clId="{122F220C-5BEA-4FA8-9C22-B1EB16AA3D90}" dt="2026-07-13T11:17:33.361" v="4105" actId="1036"/>
          <ac:spMkLst>
            <pc:docMk/>
            <pc:sldMk cId="3364021190" sldId="2147482600"/>
            <ac:spMk id="95" creationId="{B576338E-94B5-B595-1447-282C0966BED2}"/>
          </ac:spMkLst>
        </pc:spChg>
      </pc:sldChg>
      <pc:sldChg chg="addSp modSp mod ord modShow">
        <pc:chgData name="Giorgio Ughini" userId="7c1b455d-2060-41e4-9123-51e25d41b6bd" providerId="ADAL" clId="{122F220C-5BEA-4FA8-9C22-B1EB16AA3D90}" dt="2026-07-13T10:57:02.456" v="3879" actId="729"/>
        <pc:sldMkLst>
          <pc:docMk/>
          <pc:sldMk cId="1748487288" sldId="2147482601"/>
        </pc:sldMkLst>
        <pc:spChg chg="add mod">
          <ac:chgData name="Giorgio Ughini" userId="7c1b455d-2060-41e4-9123-51e25d41b6bd" providerId="ADAL" clId="{122F220C-5BEA-4FA8-9C22-B1EB16AA3D90}" dt="2026-07-13T09:50:16.644" v="2550" actId="1076"/>
          <ac:spMkLst>
            <pc:docMk/>
            <pc:sldMk cId="1748487288" sldId="2147482601"/>
            <ac:spMk id="2" creationId="{7418B460-B568-5146-A40D-8726E7C3484D}"/>
          </ac:spMkLst>
        </pc:spChg>
        <pc:spChg chg="mod">
          <ac:chgData name="Giorgio Ughini" userId="7c1b455d-2060-41e4-9123-51e25d41b6bd" providerId="ADAL" clId="{122F220C-5BEA-4FA8-9C22-B1EB16AA3D90}" dt="2026-07-08T10:53:27.421" v="644" actId="20577"/>
          <ac:spMkLst>
            <pc:docMk/>
            <pc:sldMk cId="1748487288" sldId="2147482601"/>
            <ac:spMk id="31" creationId="{BEB0B0C5-96CF-85A4-C7D7-E6E7819740D6}"/>
          </ac:spMkLst>
        </pc:spChg>
      </pc:sldChg>
      <pc:sldChg chg="add">
        <pc:chgData name="Giorgio Ughini" userId="7c1b455d-2060-41e4-9123-51e25d41b6bd" providerId="ADAL" clId="{122F220C-5BEA-4FA8-9C22-B1EB16AA3D90}" dt="2026-07-13T09:56:00.917" v="2556"/>
        <pc:sldMkLst>
          <pc:docMk/>
          <pc:sldMk cId="189371272" sldId="2147482602"/>
        </pc:sldMkLst>
      </pc:sldChg>
      <pc:sldChg chg="addSp delSp modSp add mod">
        <pc:chgData name="Giorgio Ughini" userId="7c1b455d-2060-41e4-9123-51e25d41b6bd" providerId="ADAL" clId="{122F220C-5BEA-4FA8-9C22-B1EB16AA3D90}" dt="2026-07-13T09:59:33.003" v="2594" actId="1038"/>
        <pc:sldMkLst>
          <pc:docMk/>
          <pc:sldMk cId="1241784125" sldId="2147483644"/>
        </pc:sldMkLst>
        <pc:spChg chg="add mod">
          <ac:chgData name="Giorgio Ughini" userId="7c1b455d-2060-41e4-9123-51e25d41b6bd" providerId="ADAL" clId="{122F220C-5BEA-4FA8-9C22-B1EB16AA3D90}" dt="2026-07-13T09:59:33.003" v="2594" actId="1038"/>
          <ac:spMkLst>
            <pc:docMk/>
            <pc:sldMk cId="1241784125" sldId="2147483644"/>
            <ac:spMk id="9" creationId="{ADD792A4-FA98-B3A6-800A-BBF6CEEC3BD5}"/>
          </ac:spMkLst>
        </pc:spChg>
        <pc:spChg chg="ord">
          <ac:chgData name="Giorgio Ughini" userId="7c1b455d-2060-41e4-9123-51e25d41b6bd" providerId="ADAL" clId="{122F220C-5BEA-4FA8-9C22-B1EB16AA3D90}" dt="2026-07-13T09:58:23.162" v="2571" actId="166"/>
          <ac:spMkLst>
            <pc:docMk/>
            <pc:sldMk cId="1241784125" sldId="2147483644"/>
            <ac:spMk id="10" creationId="{D9982FEB-0A5F-6688-8905-D408CD7A917B}"/>
          </ac:spMkLst>
        </pc:spChg>
        <pc:spChg chg="mod">
          <ac:chgData name="Giorgio Ughini" userId="7c1b455d-2060-41e4-9123-51e25d41b6bd" providerId="ADAL" clId="{122F220C-5BEA-4FA8-9C22-B1EB16AA3D90}" dt="2026-07-08T08:31:55.320" v="52" actId="313"/>
          <ac:spMkLst>
            <pc:docMk/>
            <pc:sldMk cId="1241784125" sldId="2147483644"/>
            <ac:spMk id="19" creationId="{AF22EBAB-305D-630A-7801-EF96ECB585E5}"/>
          </ac:spMkLst>
        </pc:spChg>
        <pc:spChg chg="mod">
          <ac:chgData name="Giorgio Ughini" userId="7c1b455d-2060-41e4-9123-51e25d41b6bd" providerId="ADAL" clId="{122F220C-5BEA-4FA8-9C22-B1EB16AA3D90}" dt="2026-07-08T08:32:06.427" v="74" actId="6549"/>
          <ac:spMkLst>
            <pc:docMk/>
            <pc:sldMk cId="1241784125" sldId="2147483644"/>
            <ac:spMk id="21" creationId="{34F9267C-114B-0721-79C9-58DC8B3E90C2}"/>
          </ac:spMkLst>
        </pc:spChg>
        <pc:spChg chg="mod">
          <ac:chgData name="Giorgio Ughini" userId="7c1b455d-2060-41e4-9123-51e25d41b6bd" providerId="ADAL" clId="{122F220C-5BEA-4FA8-9C22-B1EB16AA3D90}" dt="2026-07-13T09:56:22.305" v="2566" actId="20577"/>
          <ac:spMkLst>
            <pc:docMk/>
            <pc:sldMk cId="1241784125" sldId="2147483644"/>
            <ac:spMk id="24" creationId="{05FE5FED-50AC-733F-5CFD-38C6DBA08513}"/>
          </ac:spMkLst>
        </pc:spChg>
        <pc:spChg chg="mod">
          <ac:chgData name="Giorgio Ughini" userId="7c1b455d-2060-41e4-9123-51e25d41b6bd" providerId="ADAL" clId="{122F220C-5BEA-4FA8-9C22-B1EB16AA3D90}" dt="2026-07-13T09:58:24.259" v="2573" actId="14100"/>
          <ac:spMkLst>
            <pc:docMk/>
            <pc:sldMk cId="1241784125" sldId="2147483644"/>
            <ac:spMk id="29" creationId="{C3EB61F9-4BB8-FD7A-4A50-D2409072F10E}"/>
          </ac:spMkLst>
        </pc:spChg>
        <pc:spChg chg="mod">
          <ac:chgData name="Giorgio Ughini" userId="7c1b455d-2060-41e4-9123-51e25d41b6bd" providerId="ADAL" clId="{122F220C-5BEA-4FA8-9C22-B1EB16AA3D90}" dt="2026-07-13T09:58:12.293" v="2568" actId="14100"/>
          <ac:spMkLst>
            <pc:docMk/>
            <pc:sldMk cId="1241784125" sldId="2147483644"/>
            <ac:spMk id="30" creationId="{9DB839F8-7001-ADB9-9716-2007DF042199}"/>
          </ac:spMkLst>
        </pc:spChg>
      </pc:sldChg>
      <pc:sldMasterChg chg="modSldLayout">
        <pc:chgData name="Giorgio Ughini" userId="7c1b455d-2060-41e4-9123-51e25d41b6bd" providerId="ADAL" clId="{122F220C-5BEA-4FA8-9C22-B1EB16AA3D90}" dt="2026-07-08T12:00:09.879" v="1169" actId="1076"/>
        <pc:sldMasterMkLst>
          <pc:docMk/>
          <pc:sldMasterMk cId="4111757519" sldId="2147484355"/>
        </pc:sldMasterMkLst>
        <pc:sldLayoutChg chg="delSp modSp mod">
          <pc:chgData name="Giorgio Ughini" userId="7c1b455d-2060-41e4-9123-51e25d41b6bd" providerId="ADAL" clId="{122F220C-5BEA-4FA8-9C22-B1EB16AA3D90}" dt="2026-07-08T12:00:09.879" v="1169" actId="1076"/>
          <pc:sldLayoutMkLst>
            <pc:docMk/>
            <pc:sldMasterMk cId="4111757519" sldId="2147484355"/>
            <pc:sldLayoutMk cId="2054208516" sldId="2147484373"/>
          </pc:sldLayoutMkLst>
          <pc:spChg chg="mod">
            <ac:chgData name="Giorgio Ughini" userId="7c1b455d-2060-41e4-9123-51e25d41b6bd" providerId="ADAL" clId="{122F220C-5BEA-4FA8-9C22-B1EB16AA3D90}" dt="2026-07-08T12:00:09.879" v="1169" actId="1076"/>
            <ac:spMkLst>
              <pc:docMk/>
              <pc:sldMasterMk cId="4111757519" sldId="2147484355"/>
              <pc:sldLayoutMk cId="2054208516" sldId="2147484373"/>
              <ac:spMk id="81" creationId="{94064679-11E1-1ED6-A6FF-EB32D2544B51}"/>
            </ac:spMkLst>
          </pc:spChg>
        </pc:sldLayoutChg>
      </pc:sldMasterChg>
    </pc:docChg>
  </pc:docChgLst>
  <pc:docChgLst>
    <pc:chgData name="Rahul Ranjit Kannathusseril" userId="S::rranjit@microsoft.com::0672e151-772e-4050-8d10-57d051c9779b" providerId="AD" clId="Web-{F602F124-DCE9-EF56-484F-CAAD2236BB09}"/>
    <pc:docChg chg="sldOrd">
      <pc:chgData name="Rahul Ranjit Kannathusseril" userId="S::rranjit@microsoft.com::0672e151-772e-4050-8d10-57d051c9779b" providerId="AD" clId="Web-{F602F124-DCE9-EF56-484F-CAAD2236BB09}" dt="2026-08-02T12:43:56.572" v="0"/>
      <pc:docMkLst>
        <pc:docMk/>
      </pc:docMkLst>
      <pc:sldChg chg="ord">
        <pc:chgData name="Rahul Ranjit Kannathusseril" userId="S::rranjit@microsoft.com::0672e151-772e-4050-8d10-57d051c9779b" providerId="AD" clId="Web-{F602F124-DCE9-EF56-484F-CAAD2236BB09}" dt="2026-08-02T12:43:56.572" v="0"/>
        <pc:sldMkLst>
          <pc:docMk/>
          <pc:sldMk cId="3012478867" sldId="2147482585"/>
        </pc:sldMkLst>
      </pc:sldChg>
    </pc:docChg>
  </pc:docChgLst>
  <pc:docChgLst>
    <pc:chgData name="Adriana Trujillo (She\/Her)" userId="S::adrianat@microsoft.com::5a41a586-66be-47fc-8d5c-e4e81f221ccb" providerId="AD" clId="Web-{88CC4A73-559E-EB86-1482-5FA2C06A290B}"/>
    <pc:docChg chg="modSld">
      <pc:chgData name="Adriana Trujillo (She\/Her)" userId="S::adrianat@microsoft.com::5a41a586-66be-47fc-8d5c-e4e81f221ccb" providerId="AD" clId="Web-{88CC4A73-559E-EB86-1482-5FA2C06A290B}" dt="2026-07-30T10:45:05.757" v="0" actId="20577"/>
      <pc:docMkLst>
        <pc:docMk/>
      </pc:docMkLst>
      <pc:sldChg chg="modSp">
        <pc:chgData name="Adriana Trujillo (She\/Her)" userId="S::adrianat@microsoft.com::5a41a586-66be-47fc-8d5c-e4e81f221ccb" providerId="AD" clId="Web-{88CC4A73-559E-EB86-1482-5FA2C06A290B}" dt="2026-07-30T10:45:05.757" v="0" actId="20577"/>
        <pc:sldMkLst>
          <pc:docMk/>
          <pc:sldMk cId="1303820286" sldId="276"/>
        </pc:sldMkLst>
        <pc:spChg chg="mod">
          <ac:chgData name="Adriana Trujillo (She\/Her)" userId="S::adrianat@microsoft.com::5a41a586-66be-47fc-8d5c-e4e81f221ccb" providerId="AD" clId="Web-{88CC4A73-559E-EB86-1482-5FA2C06A290B}" dt="2026-07-30T10:45:05.757" v="0" actId="20577"/>
          <ac:spMkLst>
            <pc:docMk/>
            <pc:sldMk cId="1303820286" sldId="276"/>
            <ac:spMk id="2" creationId="{BEE2B8C8-8049-E258-C021-6A2AE5ECBEC2}"/>
          </ac:spMkLst>
        </pc:spChg>
      </pc:sldChg>
    </pc:docChg>
  </pc:docChgLst>
  <pc:docChgLst>
    <pc:chgData name="Adi Leibowitz" userId="S::adileibowitz@microsoft.com::7ca725d7-e3d2-4863-b386-effa70f453d5" providerId="AD" clId="Web-{E939B93F-DFC1-C77A-6CCF-79DC6AF83350}"/>
    <pc:docChg chg="modSld">
      <pc:chgData name="Adi Leibowitz" userId="S::adileibowitz@microsoft.com::7ca725d7-e3d2-4863-b386-effa70f453d5" providerId="AD" clId="Web-{E939B93F-DFC1-C77A-6CCF-79DC6AF83350}" dt="2026-07-24T05:54:51.816" v="100"/>
      <pc:docMkLst>
        <pc:docMk/>
      </pc:docMkLst>
      <pc:sldChg chg="modSp">
        <pc:chgData name="Adi Leibowitz" userId="S::adileibowitz@microsoft.com::7ca725d7-e3d2-4863-b386-effa70f453d5" providerId="AD" clId="Web-{E939B93F-DFC1-C77A-6CCF-79DC6AF83350}" dt="2026-07-24T05:54:51.816" v="100"/>
        <pc:sldMkLst>
          <pc:docMk/>
          <pc:sldMk cId="1297186795" sldId="259"/>
        </pc:sldMkLst>
        <pc:graphicFrameChg chg="mod modGraphic">
          <ac:chgData name="Adi Leibowitz" userId="S::adileibowitz@microsoft.com::7ca725d7-e3d2-4863-b386-effa70f453d5" providerId="AD" clId="Web-{E939B93F-DFC1-C77A-6CCF-79DC6AF83350}" dt="2026-07-24T05:54:51.816" v="100"/>
          <ac:graphicFrameMkLst>
            <pc:docMk/>
            <pc:sldMk cId="1297186795" sldId="259"/>
            <ac:graphicFrameMk id="5" creationId="{00000000-0000-0000-0000-000000000000}"/>
          </ac:graphicFrameMkLst>
        </pc:graphicFrameChg>
      </pc:sldChg>
    </pc:docChg>
  </pc:docChgLst>
  <pc:docChgLst>
    <pc:chgData name="Doug Bellingeri" userId="fb913137-7b04-4b36-af7b-4822c70996e6" providerId="ADAL" clId="{81DE68FC-EE7A-47B9-BF59-BB68C20EB27D}"/>
    <pc:docChg chg="undo custSel addSld delSld modSld sldOrd modMainMaster modSection">
      <pc:chgData name="Doug Bellingeri" userId="fb913137-7b04-4b36-af7b-4822c70996e6" providerId="ADAL" clId="{81DE68FC-EE7A-47B9-BF59-BB68C20EB27D}" dt="2026-07-31T03:13:59.499" v="351" actId="14100"/>
      <pc:docMkLst>
        <pc:docMk/>
      </pc:docMkLst>
      <pc:sldChg chg="modSp mod">
        <pc:chgData name="Doug Bellingeri" userId="fb913137-7b04-4b36-af7b-4822c70996e6" providerId="ADAL" clId="{81DE68FC-EE7A-47B9-BF59-BB68C20EB27D}" dt="2026-07-20T20:13:56.347" v="209" actId="313"/>
        <pc:sldMkLst>
          <pc:docMk/>
          <pc:sldMk cId="1916426402" sldId="256"/>
        </pc:sldMkLst>
        <pc:spChg chg="mod">
          <ac:chgData name="Doug Bellingeri" userId="fb913137-7b04-4b36-af7b-4822c70996e6" providerId="ADAL" clId="{81DE68FC-EE7A-47B9-BF59-BB68C20EB27D}" dt="2026-07-20T20:10:40.487" v="170" actId="313"/>
          <ac:spMkLst>
            <pc:docMk/>
            <pc:sldMk cId="1916426402" sldId="256"/>
            <ac:spMk id="5" creationId="{81C8FECC-FDC5-B8C8-2DA7-FBE0D9BDB3E3}"/>
          </ac:spMkLst>
        </pc:spChg>
        <pc:spChg chg="mod">
          <ac:chgData name="Doug Bellingeri" userId="fb913137-7b04-4b36-af7b-4822c70996e6" providerId="ADAL" clId="{81DE68FC-EE7A-47B9-BF59-BB68C20EB27D}" dt="2026-07-20T20:13:56.347" v="209" actId="313"/>
          <ac:spMkLst>
            <pc:docMk/>
            <pc:sldMk cId="1916426402" sldId="256"/>
            <ac:spMk id="302" creationId="{78E31658-E5B9-5BE5-F797-1E60AE6930B7}"/>
          </ac:spMkLst>
        </pc:spChg>
      </pc:sldChg>
      <pc:sldChg chg="modSp mod">
        <pc:chgData name="Doug Bellingeri" userId="fb913137-7b04-4b36-af7b-4822c70996e6" providerId="ADAL" clId="{81DE68FC-EE7A-47B9-BF59-BB68C20EB27D}" dt="2026-07-20T20:14:07.716" v="211" actId="313"/>
        <pc:sldMkLst>
          <pc:docMk/>
          <pc:sldMk cId="1677119252" sldId="257"/>
        </pc:sldMkLst>
        <pc:spChg chg="mod">
          <ac:chgData name="Doug Bellingeri" userId="fb913137-7b04-4b36-af7b-4822c70996e6" providerId="ADAL" clId="{81DE68FC-EE7A-47B9-BF59-BB68C20EB27D}" dt="2026-07-20T20:10:58.069" v="176" actId="313"/>
          <ac:spMkLst>
            <pc:docMk/>
            <pc:sldMk cId="1677119252" sldId="257"/>
            <ac:spMk id="5" creationId="{3BB461C5-CC53-95C9-5FA7-24E9C15B8F91}"/>
          </ac:spMkLst>
        </pc:spChg>
        <pc:spChg chg="mod">
          <ac:chgData name="Doug Bellingeri" userId="fb913137-7b04-4b36-af7b-4822c70996e6" providerId="ADAL" clId="{81DE68FC-EE7A-47B9-BF59-BB68C20EB27D}" dt="2026-07-20T20:14:07.716" v="211" actId="313"/>
          <ac:spMkLst>
            <pc:docMk/>
            <pc:sldMk cId="1677119252" sldId="257"/>
            <ac:spMk id="302" creationId="{1373A1BD-C03D-26F4-57E7-A780C0ACAF50}"/>
          </ac:spMkLst>
        </pc:spChg>
      </pc:sldChg>
      <pc:sldChg chg="modSp mod">
        <pc:chgData name="Doug Bellingeri" userId="fb913137-7b04-4b36-af7b-4822c70996e6" providerId="ADAL" clId="{81DE68FC-EE7A-47B9-BF59-BB68C20EB27D}" dt="2026-07-20T20:13:19.186" v="192" actId="313"/>
        <pc:sldMkLst>
          <pc:docMk/>
          <pc:sldMk cId="3745177412" sldId="258"/>
        </pc:sldMkLst>
        <pc:spChg chg="mod">
          <ac:chgData name="Doug Bellingeri" userId="fb913137-7b04-4b36-af7b-4822c70996e6" providerId="ADAL" clId="{81DE68FC-EE7A-47B9-BF59-BB68C20EB27D}" dt="2026-07-20T20:11:13.525" v="177" actId="313"/>
          <ac:spMkLst>
            <pc:docMk/>
            <pc:sldMk cId="3745177412" sldId="258"/>
            <ac:spMk id="5" creationId="{980AB9AA-67D5-59BC-D810-7DE372975C61}"/>
          </ac:spMkLst>
        </pc:spChg>
        <pc:spChg chg="mod">
          <ac:chgData name="Doug Bellingeri" userId="fb913137-7b04-4b36-af7b-4822c70996e6" providerId="ADAL" clId="{81DE68FC-EE7A-47B9-BF59-BB68C20EB27D}" dt="2026-07-20T20:13:19.186" v="192" actId="313"/>
          <ac:spMkLst>
            <pc:docMk/>
            <pc:sldMk cId="3745177412" sldId="258"/>
            <ac:spMk id="302" creationId="{27CDD6E7-6145-2AAD-4805-F28214806FEA}"/>
          </ac:spMkLst>
        </pc:spChg>
      </pc:sldChg>
      <pc:sldChg chg="addSp delSp modSp new mod ord">
        <pc:chgData name="Doug Bellingeri" userId="fb913137-7b04-4b36-af7b-4822c70996e6" providerId="ADAL" clId="{81DE68FC-EE7A-47B9-BF59-BB68C20EB27D}" dt="2026-07-28T14:23:54.439" v="349" actId="20577"/>
        <pc:sldMkLst>
          <pc:docMk/>
          <pc:sldMk cId="1297186795" sldId="259"/>
        </pc:sldMkLst>
        <pc:spChg chg="add">
          <ac:chgData name="Doug Bellingeri" userId="fb913137-7b04-4b36-af7b-4822c70996e6" providerId="ADAL" clId="{81DE68FC-EE7A-47B9-BF59-BB68C20EB27D}" dt="2026-07-20T20:03:39.467" v="25" actId="26606"/>
          <ac:spMkLst>
            <pc:docMk/>
            <pc:sldMk cId="1297186795" sldId="259"/>
            <ac:spMk id="2" creationId="{00000000-0000-0000-0000-000000000000}"/>
          </ac:spMkLst>
        </pc:spChg>
        <pc:spChg chg="add">
          <ac:chgData name="Doug Bellingeri" userId="fb913137-7b04-4b36-af7b-4822c70996e6" providerId="ADAL" clId="{81DE68FC-EE7A-47B9-BF59-BB68C20EB27D}" dt="2026-07-20T20:03:39.467" v="25" actId="26606"/>
          <ac:spMkLst>
            <pc:docMk/>
            <pc:sldMk cId="1297186795" sldId="259"/>
            <ac:spMk id="3" creationId="{00000000-0000-0000-0000-000000000000}"/>
          </ac:spMkLst>
        </pc:spChg>
        <pc:graphicFrameChg chg="add mod modGraphic">
          <ac:chgData name="Doug Bellingeri" userId="fb913137-7b04-4b36-af7b-4822c70996e6" providerId="ADAL" clId="{81DE68FC-EE7A-47B9-BF59-BB68C20EB27D}" dt="2026-07-28T14:23:54.439" v="349" actId="20577"/>
          <ac:graphicFrameMkLst>
            <pc:docMk/>
            <pc:sldMk cId="1297186795" sldId="259"/>
            <ac:graphicFrameMk id="5" creationId="{00000000-0000-0000-0000-000000000000}"/>
          </ac:graphicFrameMkLst>
        </pc:graphicFrameChg>
      </pc:sldChg>
      <pc:sldChg chg="modSp mod">
        <pc:chgData name="Doug Bellingeri" userId="fb913137-7b04-4b36-af7b-4822c70996e6" providerId="ADAL" clId="{81DE68FC-EE7A-47B9-BF59-BB68C20EB27D}" dt="2026-07-20T20:14:02.893" v="210" actId="313"/>
        <pc:sldMkLst>
          <pc:docMk/>
          <pc:sldMk cId="3335002730" sldId="262"/>
        </pc:sldMkLst>
        <pc:spChg chg="mod">
          <ac:chgData name="Doug Bellingeri" userId="fb913137-7b04-4b36-af7b-4822c70996e6" providerId="ADAL" clId="{81DE68FC-EE7A-47B9-BF59-BB68C20EB27D}" dt="2026-07-20T20:10:49.429" v="173" actId="313"/>
          <ac:spMkLst>
            <pc:docMk/>
            <pc:sldMk cId="3335002730" sldId="262"/>
            <ac:spMk id="5" creationId="{09CBD1A3-8546-64C2-EFAD-1FD27346CF8A}"/>
          </ac:spMkLst>
        </pc:spChg>
        <pc:spChg chg="mod">
          <ac:chgData name="Doug Bellingeri" userId="fb913137-7b04-4b36-af7b-4822c70996e6" providerId="ADAL" clId="{81DE68FC-EE7A-47B9-BF59-BB68C20EB27D}" dt="2026-07-20T20:14:02.893" v="210" actId="313"/>
          <ac:spMkLst>
            <pc:docMk/>
            <pc:sldMk cId="3335002730" sldId="262"/>
            <ac:spMk id="302" creationId="{52FC567B-0CA7-AD64-C5FE-B44EAF179985}"/>
          </ac:spMkLst>
        </pc:spChg>
      </pc:sldChg>
      <pc:sldChg chg="modSp mod">
        <pc:chgData name="Doug Bellingeri" userId="fb913137-7b04-4b36-af7b-4822c70996e6" providerId="ADAL" clId="{81DE68FC-EE7A-47B9-BF59-BB68C20EB27D}" dt="2026-07-20T20:03:39.467" v="25" actId="26606"/>
        <pc:sldMkLst>
          <pc:docMk/>
          <pc:sldMk cId="2946066252" sldId="265"/>
        </pc:sldMkLst>
        <pc:picChg chg="mod">
          <ac:chgData name="Doug Bellingeri" userId="fb913137-7b04-4b36-af7b-4822c70996e6" providerId="ADAL" clId="{81DE68FC-EE7A-47B9-BF59-BB68C20EB27D}" dt="2026-07-20T20:03:39.467" v="25" actId="26606"/>
          <ac:picMkLst>
            <pc:docMk/>
            <pc:sldMk cId="2946066252" sldId="265"/>
            <ac:picMk id="32" creationId="{2B2F3EBC-7534-8093-66A5-0014C457DCFE}"/>
          </ac:picMkLst>
        </pc:picChg>
      </pc:sldChg>
      <pc:sldChg chg="modSp mod">
        <pc:chgData name="Doug Bellingeri" userId="fb913137-7b04-4b36-af7b-4822c70996e6" providerId="ADAL" clId="{81DE68FC-EE7A-47B9-BF59-BB68C20EB27D}" dt="2026-07-20T20:08:59.784" v="149" actId="313"/>
        <pc:sldMkLst>
          <pc:docMk/>
          <pc:sldMk cId="3179410018" sldId="272"/>
        </pc:sldMkLst>
        <pc:spChg chg="mod">
          <ac:chgData name="Doug Bellingeri" userId="fb913137-7b04-4b36-af7b-4822c70996e6" providerId="ADAL" clId="{81DE68FC-EE7A-47B9-BF59-BB68C20EB27D}" dt="2026-07-20T20:08:59.784" v="149" actId="313"/>
          <ac:spMkLst>
            <pc:docMk/>
            <pc:sldMk cId="3179410018" sldId="272"/>
            <ac:spMk id="5" creationId="{F6D3E134-34AB-51E1-F213-F43E9E1F1C22}"/>
          </ac:spMkLst>
        </pc:spChg>
        <pc:spChg chg="mod">
          <ac:chgData name="Doug Bellingeri" userId="fb913137-7b04-4b36-af7b-4822c70996e6" providerId="ADAL" clId="{81DE68FC-EE7A-47B9-BF59-BB68C20EB27D}" dt="2026-07-20T20:08:57.468" v="148" actId="313"/>
          <ac:spMkLst>
            <pc:docMk/>
            <pc:sldMk cId="3179410018" sldId="272"/>
            <ac:spMk id="302" creationId="{6E972CE7-0E8A-15DE-96BC-B036B34C00C2}"/>
          </ac:spMkLst>
        </pc:spChg>
      </pc:sldChg>
      <pc:sldChg chg="modSp mod">
        <pc:chgData name="Doug Bellingeri" userId="fb913137-7b04-4b36-af7b-4822c70996e6" providerId="ADAL" clId="{81DE68FC-EE7A-47B9-BF59-BB68C20EB27D}" dt="2026-07-20T20:10:02.778" v="165" actId="313"/>
        <pc:sldMkLst>
          <pc:docMk/>
          <pc:sldMk cId="1539213000" sldId="273"/>
        </pc:sldMkLst>
        <pc:spChg chg="mod">
          <ac:chgData name="Doug Bellingeri" userId="fb913137-7b04-4b36-af7b-4822c70996e6" providerId="ADAL" clId="{81DE68FC-EE7A-47B9-BF59-BB68C20EB27D}" dt="2026-07-20T20:10:02.778" v="165" actId="313"/>
          <ac:spMkLst>
            <pc:docMk/>
            <pc:sldMk cId="1539213000" sldId="273"/>
            <ac:spMk id="5" creationId="{5F72DFA2-5F41-5E7E-F73F-4DBE414A9814}"/>
          </ac:spMkLst>
        </pc:spChg>
        <pc:spChg chg="mod">
          <ac:chgData name="Doug Bellingeri" userId="fb913137-7b04-4b36-af7b-4822c70996e6" providerId="ADAL" clId="{81DE68FC-EE7A-47B9-BF59-BB68C20EB27D}" dt="2026-07-20T20:10:01.092" v="164" actId="313"/>
          <ac:spMkLst>
            <pc:docMk/>
            <pc:sldMk cId="1539213000" sldId="273"/>
            <ac:spMk id="302" creationId="{89E0A90A-E8A3-42D5-13E9-92153F69D80E}"/>
          </ac:spMkLst>
        </pc:spChg>
      </pc:sldChg>
      <pc:sldChg chg="modSp mod">
        <pc:chgData name="Doug Bellingeri" userId="fb913137-7b04-4b36-af7b-4822c70996e6" providerId="ADAL" clId="{81DE68FC-EE7A-47B9-BF59-BB68C20EB27D}" dt="2026-07-20T20:08:53.159" v="147" actId="313"/>
        <pc:sldMkLst>
          <pc:docMk/>
          <pc:sldMk cId="398288225" sldId="277"/>
        </pc:sldMkLst>
        <pc:spChg chg="mod">
          <ac:chgData name="Doug Bellingeri" userId="fb913137-7b04-4b36-af7b-4822c70996e6" providerId="ADAL" clId="{81DE68FC-EE7A-47B9-BF59-BB68C20EB27D}" dt="2026-07-20T20:08:53.159" v="147" actId="313"/>
          <ac:spMkLst>
            <pc:docMk/>
            <pc:sldMk cId="398288225" sldId="277"/>
            <ac:spMk id="5" creationId="{9C7B4A4B-C8D0-F0E2-10E7-3ED76542E4C1}"/>
          </ac:spMkLst>
        </pc:spChg>
        <pc:spChg chg="mod">
          <ac:chgData name="Doug Bellingeri" userId="fb913137-7b04-4b36-af7b-4822c70996e6" providerId="ADAL" clId="{81DE68FC-EE7A-47B9-BF59-BB68C20EB27D}" dt="2026-07-20T20:08:50.368" v="146" actId="313"/>
          <ac:spMkLst>
            <pc:docMk/>
            <pc:sldMk cId="398288225" sldId="277"/>
            <ac:spMk id="302" creationId="{A8E9100F-F07C-096E-EF02-2B42785FB0BA}"/>
          </ac:spMkLst>
        </pc:spChg>
      </pc:sldChg>
      <pc:sldChg chg="modSp mod">
        <pc:chgData name="Doug Bellingeri" userId="fb913137-7b04-4b36-af7b-4822c70996e6" providerId="ADAL" clId="{81DE68FC-EE7A-47B9-BF59-BB68C20EB27D}" dt="2026-07-28T14:23:18.371" v="345" actId="313"/>
        <pc:sldMkLst>
          <pc:docMk/>
          <pc:sldMk cId="3478909097" sldId="278"/>
        </pc:sldMkLst>
        <pc:spChg chg="mod">
          <ac:chgData name="Doug Bellingeri" userId="fb913137-7b04-4b36-af7b-4822c70996e6" providerId="ADAL" clId="{81DE68FC-EE7A-47B9-BF59-BB68C20EB27D}" dt="2026-07-20T20:13:25.619" v="194" actId="313"/>
          <ac:spMkLst>
            <pc:docMk/>
            <pc:sldMk cId="3478909097" sldId="278"/>
            <ac:spMk id="418" creationId="{00000000-0000-0000-0000-000000000000}"/>
          </ac:spMkLst>
        </pc:spChg>
        <pc:spChg chg="mod">
          <ac:chgData name="Doug Bellingeri" userId="fb913137-7b04-4b36-af7b-4822c70996e6" providerId="ADAL" clId="{81DE68FC-EE7A-47B9-BF59-BB68C20EB27D}" dt="2026-07-28T14:23:18.371" v="345" actId="313"/>
          <ac:spMkLst>
            <pc:docMk/>
            <pc:sldMk cId="3478909097" sldId="278"/>
            <ac:spMk id="441" creationId="{00000000-0000-0000-0000-000000000000}"/>
          </ac:spMkLst>
        </pc:spChg>
        <pc:spChg chg="mod">
          <ac:chgData name="Doug Bellingeri" userId="fb913137-7b04-4b36-af7b-4822c70996e6" providerId="ADAL" clId="{81DE68FC-EE7A-47B9-BF59-BB68C20EB27D}" dt="2026-07-28T14:22:32.007" v="341" actId="313"/>
          <ac:spMkLst>
            <pc:docMk/>
            <pc:sldMk cId="3478909097" sldId="278"/>
            <ac:spMk id="442" creationId="{00000000-0000-0000-0000-000000000000}"/>
          </ac:spMkLst>
        </pc:spChg>
      </pc:sldChg>
      <pc:sldChg chg="modSp mod">
        <pc:chgData name="Doug Bellingeri" userId="fb913137-7b04-4b36-af7b-4822c70996e6" providerId="ADAL" clId="{81DE68FC-EE7A-47B9-BF59-BB68C20EB27D}" dt="2026-07-28T14:20:28.565" v="315" actId="313"/>
        <pc:sldMkLst>
          <pc:docMk/>
          <pc:sldMk cId="471527113" sldId="281"/>
        </pc:sldMkLst>
        <pc:spChg chg="mod">
          <ac:chgData name="Doug Bellingeri" userId="fb913137-7b04-4b36-af7b-4822c70996e6" providerId="ADAL" clId="{81DE68FC-EE7A-47B9-BF59-BB68C20EB27D}" dt="2026-07-28T14:20:28.565" v="315" actId="313"/>
          <ac:spMkLst>
            <pc:docMk/>
            <pc:sldMk cId="471527113" sldId="281"/>
            <ac:spMk id="6" creationId="{A0FD03AA-A156-69E9-BFAC-919FF1A91CB8}"/>
          </ac:spMkLst>
        </pc:spChg>
        <pc:spChg chg="mod">
          <ac:chgData name="Doug Bellingeri" userId="fb913137-7b04-4b36-af7b-4822c70996e6" providerId="ADAL" clId="{81DE68FC-EE7A-47B9-BF59-BB68C20EB27D}" dt="2026-07-28T14:19:37.001" v="309" actId="313"/>
          <ac:spMkLst>
            <pc:docMk/>
            <pc:sldMk cId="471527113" sldId="281"/>
            <ac:spMk id="53" creationId="{EF6606C6-2384-268B-731E-3AED3F557238}"/>
          </ac:spMkLst>
        </pc:spChg>
        <pc:spChg chg="mod">
          <ac:chgData name="Doug Bellingeri" userId="fb913137-7b04-4b36-af7b-4822c70996e6" providerId="ADAL" clId="{81DE68FC-EE7A-47B9-BF59-BB68C20EB27D}" dt="2026-07-28T14:19:57.539" v="310" actId="313"/>
          <ac:spMkLst>
            <pc:docMk/>
            <pc:sldMk cId="471527113" sldId="281"/>
            <ac:spMk id="151" creationId="{21E27EAC-7AB5-2524-FA9A-93AB0FA4AAA3}"/>
          </ac:spMkLst>
        </pc:spChg>
        <pc:spChg chg="mod">
          <ac:chgData name="Doug Bellingeri" userId="fb913137-7b04-4b36-af7b-4822c70996e6" providerId="ADAL" clId="{81DE68FC-EE7A-47B9-BF59-BB68C20EB27D}" dt="2026-07-28T14:20:26.888" v="314" actId="313"/>
          <ac:spMkLst>
            <pc:docMk/>
            <pc:sldMk cId="471527113" sldId="281"/>
            <ac:spMk id="153" creationId="{EFC9C0DE-FCC7-CE42-D750-52CC724ED609}"/>
          </ac:spMkLst>
        </pc:spChg>
      </pc:sldChg>
      <pc:sldChg chg="modSp mod">
        <pc:chgData name="Doug Bellingeri" userId="fb913137-7b04-4b36-af7b-4822c70996e6" providerId="ADAL" clId="{81DE68FC-EE7A-47B9-BF59-BB68C20EB27D}" dt="2026-07-20T20:09:34.610" v="159" actId="313"/>
        <pc:sldMkLst>
          <pc:docMk/>
          <pc:sldMk cId="0" sldId="283"/>
        </pc:sldMkLst>
        <pc:spChg chg="mod">
          <ac:chgData name="Doug Bellingeri" userId="fb913137-7b04-4b36-af7b-4822c70996e6" providerId="ADAL" clId="{81DE68FC-EE7A-47B9-BF59-BB68C20EB27D}" dt="2026-07-20T20:09:32.178" v="158" actId="313"/>
          <ac:spMkLst>
            <pc:docMk/>
            <pc:sldMk cId="0" sldId="283"/>
            <ac:spMk id="53" creationId="{615D2652-983D-F2EA-0D0E-58CC603590AB}"/>
          </ac:spMkLst>
        </pc:spChg>
        <pc:spChg chg="mod">
          <ac:chgData name="Doug Bellingeri" userId="fb913137-7b04-4b36-af7b-4822c70996e6" providerId="ADAL" clId="{81DE68FC-EE7A-47B9-BF59-BB68C20EB27D}" dt="2026-07-20T20:09:34.610" v="159" actId="313"/>
          <ac:spMkLst>
            <pc:docMk/>
            <pc:sldMk cId="0" sldId="283"/>
            <ac:spMk id="60" creationId="{293CFC2B-2943-BA68-7342-019B51895016}"/>
          </ac:spMkLst>
        </pc:spChg>
      </pc:sldChg>
      <pc:sldChg chg="modSp mod">
        <pc:chgData name="Doug Bellingeri" userId="fb913137-7b04-4b36-af7b-4822c70996e6" providerId="ADAL" clId="{81DE68FC-EE7A-47B9-BF59-BB68C20EB27D}" dt="2026-07-20T20:13:40.969" v="202" actId="313"/>
        <pc:sldMkLst>
          <pc:docMk/>
          <pc:sldMk cId="4292768568" sldId="284"/>
        </pc:sldMkLst>
        <pc:spChg chg="mod">
          <ac:chgData name="Doug Bellingeri" userId="fb913137-7b04-4b36-af7b-4822c70996e6" providerId="ADAL" clId="{81DE68FC-EE7A-47B9-BF59-BB68C20EB27D}" dt="2026-07-20T20:13:40.099" v="201" actId="313"/>
          <ac:spMkLst>
            <pc:docMk/>
            <pc:sldMk cId="4292768568" sldId="284"/>
            <ac:spMk id="65" creationId="{C1EF663E-3552-D271-FFD9-3560243F2770}"/>
          </ac:spMkLst>
        </pc:spChg>
        <pc:spChg chg="mod">
          <ac:chgData name="Doug Bellingeri" userId="fb913137-7b04-4b36-af7b-4822c70996e6" providerId="ADAL" clId="{81DE68FC-EE7A-47B9-BF59-BB68C20EB27D}" dt="2026-07-20T20:13:40.969" v="202" actId="313"/>
          <ac:spMkLst>
            <pc:docMk/>
            <pc:sldMk cId="4292768568" sldId="284"/>
            <ac:spMk id="103" creationId="{00000000-0000-0000-0000-000000000000}"/>
          </ac:spMkLst>
        </pc:spChg>
      </pc:sldChg>
      <pc:sldChg chg="modSp mod">
        <pc:chgData name="Doug Bellingeri" userId="fb913137-7b04-4b36-af7b-4822c70996e6" providerId="ADAL" clId="{81DE68FC-EE7A-47B9-BF59-BB68C20EB27D}" dt="2026-07-20T20:11:28.767" v="181" actId="313"/>
        <pc:sldMkLst>
          <pc:docMk/>
          <pc:sldMk cId="4039376711" sldId="285"/>
        </pc:sldMkLst>
        <pc:spChg chg="mod">
          <ac:chgData name="Doug Bellingeri" userId="fb913137-7b04-4b36-af7b-4822c70996e6" providerId="ADAL" clId="{81DE68FC-EE7A-47B9-BF59-BB68C20EB27D}" dt="2026-07-20T20:11:28.767" v="181" actId="313"/>
          <ac:spMkLst>
            <pc:docMk/>
            <pc:sldMk cId="4039376711" sldId="285"/>
            <ac:spMk id="53" creationId="{6603EF31-074F-C230-29CF-90E5D5A14320}"/>
          </ac:spMkLst>
        </pc:spChg>
      </pc:sldChg>
      <pc:sldChg chg="modSp mod">
        <pc:chgData name="Doug Bellingeri" userId="fb913137-7b04-4b36-af7b-4822c70996e6" providerId="ADAL" clId="{81DE68FC-EE7A-47B9-BF59-BB68C20EB27D}" dt="2026-07-20T20:13:38.009" v="200" actId="313"/>
        <pc:sldMkLst>
          <pc:docMk/>
          <pc:sldMk cId="446223930" sldId="286"/>
        </pc:sldMkLst>
        <pc:spChg chg="mod">
          <ac:chgData name="Doug Bellingeri" userId="fb913137-7b04-4b36-af7b-4822c70996e6" providerId="ADAL" clId="{81DE68FC-EE7A-47B9-BF59-BB68C20EB27D}" dt="2026-07-20T20:13:36.699" v="199" actId="313"/>
          <ac:spMkLst>
            <pc:docMk/>
            <pc:sldMk cId="446223930" sldId="286"/>
            <ac:spMk id="56" creationId="{00000000-0000-0000-0000-000000000000}"/>
          </ac:spMkLst>
        </pc:spChg>
        <pc:spChg chg="mod">
          <ac:chgData name="Doug Bellingeri" userId="fb913137-7b04-4b36-af7b-4822c70996e6" providerId="ADAL" clId="{81DE68FC-EE7A-47B9-BF59-BB68C20EB27D}" dt="2026-07-20T20:13:35.746" v="198" actId="313"/>
          <ac:spMkLst>
            <pc:docMk/>
            <pc:sldMk cId="446223930" sldId="286"/>
            <ac:spMk id="60" creationId="{B9B8B70F-5D79-7A01-1681-E09DE6BEB2F0}"/>
          </ac:spMkLst>
        </pc:spChg>
        <pc:spChg chg="mod">
          <ac:chgData name="Doug Bellingeri" userId="fb913137-7b04-4b36-af7b-4822c70996e6" providerId="ADAL" clId="{81DE68FC-EE7A-47B9-BF59-BB68C20EB27D}" dt="2026-07-20T20:13:38.009" v="200" actId="313"/>
          <ac:spMkLst>
            <pc:docMk/>
            <pc:sldMk cId="446223930" sldId="286"/>
            <ac:spMk id="101" creationId="{00000000-0000-0000-0000-000000000000}"/>
          </ac:spMkLst>
        </pc:spChg>
      </pc:sldChg>
      <pc:sldChg chg="modSp mod">
        <pc:chgData name="Doug Bellingeri" userId="fb913137-7b04-4b36-af7b-4822c70996e6" providerId="ADAL" clId="{81DE68FC-EE7A-47B9-BF59-BB68C20EB27D}" dt="2026-07-28T14:20:16.204" v="312" actId="313"/>
        <pc:sldMkLst>
          <pc:docMk/>
          <pc:sldMk cId="3674467208" sldId="289"/>
        </pc:sldMkLst>
        <pc:spChg chg="mod">
          <ac:chgData name="Doug Bellingeri" userId="fb913137-7b04-4b36-af7b-4822c70996e6" providerId="ADAL" clId="{81DE68FC-EE7A-47B9-BF59-BB68C20EB27D}" dt="2026-07-20T20:13:20.498" v="193" actId="313"/>
          <ac:spMkLst>
            <pc:docMk/>
            <pc:sldMk cId="3674467208" sldId="289"/>
            <ac:spMk id="9" creationId="{7251FB02-CF39-A2D8-4FCA-ABC564A9E68E}"/>
          </ac:spMkLst>
        </pc:spChg>
        <pc:spChg chg="mod">
          <ac:chgData name="Doug Bellingeri" userId="fb913137-7b04-4b36-af7b-4822c70996e6" providerId="ADAL" clId="{81DE68FC-EE7A-47B9-BF59-BB68C20EB27D}" dt="2026-07-20T20:15:07.285" v="218" actId="313"/>
          <ac:spMkLst>
            <pc:docMk/>
            <pc:sldMk cId="3674467208" sldId="289"/>
            <ac:spMk id="20" creationId="{2E1FB865-48C8-F0C8-4897-FBC4CA7D0343}"/>
          </ac:spMkLst>
        </pc:spChg>
        <pc:spChg chg="mod">
          <ac:chgData name="Doug Bellingeri" userId="fb913137-7b04-4b36-af7b-4822c70996e6" providerId="ADAL" clId="{81DE68FC-EE7A-47B9-BF59-BB68C20EB27D}" dt="2026-07-28T14:20:16.204" v="312" actId="313"/>
          <ac:spMkLst>
            <pc:docMk/>
            <pc:sldMk cId="3674467208" sldId="289"/>
            <ac:spMk id="53" creationId="{CB66A7DF-EF32-4CD2-2490-E1D0603C39B6}"/>
          </ac:spMkLst>
        </pc:spChg>
      </pc:sldChg>
      <pc:sldChg chg="modSp mod modNotesTx">
        <pc:chgData name="Doug Bellingeri" userId="fb913137-7b04-4b36-af7b-4822c70996e6" providerId="ADAL" clId="{81DE68FC-EE7A-47B9-BF59-BB68C20EB27D}" dt="2026-07-20T20:13:33.305" v="197" actId="313"/>
        <pc:sldMkLst>
          <pc:docMk/>
          <pc:sldMk cId="1593266638" sldId="2147482524"/>
        </pc:sldMkLst>
        <pc:spChg chg="mod">
          <ac:chgData name="Doug Bellingeri" userId="fb913137-7b04-4b36-af7b-4822c70996e6" providerId="ADAL" clId="{81DE68FC-EE7A-47B9-BF59-BB68C20EB27D}" dt="2026-07-20T20:13:28.394" v="196" actId="313"/>
          <ac:spMkLst>
            <pc:docMk/>
            <pc:sldMk cId="1593266638" sldId="2147482524"/>
            <ac:spMk id="2" creationId="{00000000-0000-0000-0000-000000000000}"/>
          </ac:spMkLst>
        </pc:spChg>
        <pc:spChg chg="mod">
          <ac:chgData name="Doug Bellingeri" userId="fb913137-7b04-4b36-af7b-4822c70996e6" providerId="ADAL" clId="{81DE68FC-EE7A-47B9-BF59-BB68C20EB27D}" dt="2026-07-20T20:13:27.705" v="195" actId="313"/>
          <ac:spMkLst>
            <pc:docMk/>
            <pc:sldMk cId="1593266638" sldId="2147482524"/>
            <ac:spMk id="59" creationId="{00000000-0000-0000-0000-000000000000}"/>
          </ac:spMkLst>
        </pc:spChg>
      </pc:sldChg>
      <pc:sldChg chg="modSp mod">
        <pc:chgData name="Doug Bellingeri" userId="fb913137-7b04-4b36-af7b-4822c70996e6" providerId="ADAL" clId="{81DE68FC-EE7A-47B9-BF59-BB68C20EB27D}" dt="2026-07-20T20:09:47.433" v="161" actId="313"/>
        <pc:sldMkLst>
          <pc:docMk/>
          <pc:sldMk cId="0" sldId="2147482528"/>
        </pc:sldMkLst>
        <pc:spChg chg="mod">
          <ac:chgData name="Doug Bellingeri" userId="fb913137-7b04-4b36-af7b-4822c70996e6" providerId="ADAL" clId="{81DE68FC-EE7A-47B9-BF59-BB68C20EB27D}" dt="2026-07-20T20:09:39.489" v="160" actId="313"/>
          <ac:spMkLst>
            <pc:docMk/>
            <pc:sldMk cId="0" sldId="2147482528"/>
            <ac:spMk id="2" creationId="{00000000-0000-0000-0000-000000000000}"/>
          </ac:spMkLst>
        </pc:spChg>
        <pc:graphicFrameChg chg="modGraphic">
          <ac:chgData name="Doug Bellingeri" userId="fb913137-7b04-4b36-af7b-4822c70996e6" providerId="ADAL" clId="{81DE68FC-EE7A-47B9-BF59-BB68C20EB27D}" dt="2026-07-20T20:09:47.433" v="161" actId="313"/>
          <ac:graphicFrameMkLst>
            <pc:docMk/>
            <pc:sldMk cId="0" sldId="2147482528"/>
            <ac:graphicFrameMk id="60" creationId="{00000000-0000-0000-0000-000000000000}"/>
          </ac:graphicFrameMkLst>
        </pc:graphicFrameChg>
      </pc:sldChg>
      <pc:sldChg chg="modSp mod">
        <pc:chgData name="Doug Bellingeri" userId="fb913137-7b04-4b36-af7b-4822c70996e6" providerId="ADAL" clId="{81DE68FC-EE7A-47B9-BF59-BB68C20EB27D}" dt="2026-07-20T20:09:26.402" v="157" actId="313"/>
        <pc:sldMkLst>
          <pc:docMk/>
          <pc:sldMk cId="0" sldId="2147482529"/>
        </pc:sldMkLst>
        <pc:spChg chg="mod">
          <ac:chgData name="Doug Bellingeri" userId="fb913137-7b04-4b36-af7b-4822c70996e6" providerId="ADAL" clId="{81DE68FC-EE7A-47B9-BF59-BB68C20EB27D}" dt="2026-07-20T20:09:26.402" v="157" actId="313"/>
          <ac:spMkLst>
            <pc:docMk/>
            <pc:sldMk cId="0" sldId="2147482529"/>
            <ac:spMk id="5" creationId="{7F644E47-D379-A6DD-C3AC-EF2F7B622D47}"/>
          </ac:spMkLst>
        </pc:spChg>
        <pc:spChg chg="mod">
          <ac:chgData name="Doug Bellingeri" userId="fb913137-7b04-4b36-af7b-4822c70996e6" providerId="ADAL" clId="{81DE68FC-EE7A-47B9-BF59-BB68C20EB27D}" dt="2026-07-20T20:09:12.444" v="150" actId="313"/>
          <ac:spMkLst>
            <pc:docMk/>
            <pc:sldMk cId="0" sldId="2147482529"/>
            <ac:spMk id="59" creationId="{00000000-0000-0000-0000-000000000000}"/>
          </ac:spMkLst>
        </pc:spChg>
        <pc:spChg chg="mod">
          <ac:chgData name="Doug Bellingeri" userId="fb913137-7b04-4b36-af7b-4822c70996e6" providerId="ADAL" clId="{81DE68FC-EE7A-47B9-BF59-BB68C20EB27D}" dt="2026-07-20T20:09:18.601" v="151" actId="313"/>
          <ac:spMkLst>
            <pc:docMk/>
            <pc:sldMk cId="0" sldId="2147482529"/>
            <ac:spMk id="100" creationId="{00000000-0000-0000-0000-000000000000}"/>
          </ac:spMkLst>
        </pc:spChg>
        <pc:spChg chg="mod">
          <ac:chgData name="Doug Bellingeri" userId="fb913137-7b04-4b36-af7b-4822c70996e6" providerId="ADAL" clId="{81DE68FC-EE7A-47B9-BF59-BB68C20EB27D}" dt="2026-07-20T20:09:19.443" v="152" actId="313"/>
          <ac:spMkLst>
            <pc:docMk/>
            <pc:sldMk cId="0" sldId="2147482529"/>
            <ac:spMk id="101" creationId="{00000000-0000-0000-0000-000000000000}"/>
          </ac:spMkLst>
        </pc:spChg>
        <pc:spChg chg="mod">
          <ac:chgData name="Doug Bellingeri" userId="fb913137-7b04-4b36-af7b-4822c70996e6" providerId="ADAL" clId="{81DE68FC-EE7A-47B9-BF59-BB68C20EB27D}" dt="2026-07-20T20:09:21.410" v="153" actId="313"/>
          <ac:spMkLst>
            <pc:docMk/>
            <pc:sldMk cId="0" sldId="2147482529"/>
            <ac:spMk id="102" creationId="{00000000-0000-0000-0000-000000000000}"/>
          </ac:spMkLst>
        </pc:spChg>
        <pc:spChg chg="mod">
          <ac:chgData name="Doug Bellingeri" userId="fb913137-7b04-4b36-af7b-4822c70996e6" providerId="ADAL" clId="{81DE68FC-EE7A-47B9-BF59-BB68C20EB27D}" dt="2026-07-20T20:09:22.298" v="154" actId="313"/>
          <ac:spMkLst>
            <pc:docMk/>
            <pc:sldMk cId="0" sldId="2147482529"/>
            <ac:spMk id="103" creationId="{00000000-0000-0000-0000-000000000000}"/>
          </ac:spMkLst>
        </pc:spChg>
        <pc:spChg chg="mod">
          <ac:chgData name="Doug Bellingeri" userId="fb913137-7b04-4b36-af7b-4822c70996e6" providerId="ADAL" clId="{81DE68FC-EE7A-47B9-BF59-BB68C20EB27D}" dt="2026-07-20T20:09:23.459" v="155" actId="313"/>
          <ac:spMkLst>
            <pc:docMk/>
            <pc:sldMk cId="0" sldId="2147482529"/>
            <ac:spMk id="104" creationId="{00000000-0000-0000-0000-000000000000}"/>
          </ac:spMkLst>
        </pc:spChg>
        <pc:spChg chg="mod">
          <ac:chgData name="Doug Bellingeri" userId="fb913137-7b04-4b36-af7b-4822c70996e6" providerId="ADAL" clId="{81DE68FC-EE7A-47B9-BF59-BB68C20EB27D}" dt="2026-07-20T20:09:24.266" v="156" actId="313"/>
          <ac:spMkLst>
            <pc:docMk/>
            <pc:sldMk cId="0" sldId="2147482529"/>
            <ac:spMk id="105" creationId="{00000000-0000-0000-0000-000000000000}"/>
          </ac:spMkLst>
        </pc:spChg>
      </pc:sldChg>
      <pc:sldChg chg="modSp mod modCm">
        <pc:chgData name="Doug Bellingeri" userId="fb913137-7b04-4b36-af7b-4822c70996e6" providerId="ADAL" clId="{81DE68FC-EE7A-47B9-BF59-BB68C20EB27D}" dt="2026-07-20T20:10:56.465" v="175" actId="313"/>
        <pc:sldMkLst>
          <pc:docMk/>
          <pc:sldMk cId="603251691" sldId="2147482539"/>
        </pc:sldMkLst>
        <pc:graphicFrameChg chg="modGraphic">
          <ac:chgData name="Doug Bellingeri" userId="fb913137-7b04-4b36-af7b-4822c70996e6" providerId="ADAL" clId="{81DE68FC-EE7A-47B9-BF59-BB68C20EB27D}" dt="2026-07-20T20:10:56.465" v="175" actId="313"/>
          <ac:graphicFrameMkLst>
            <pc:docMk/>
            <pc:sldMk cId="603251691" sldId="2147482539"/>
            <ac:graphicFrameMk id="60" creationId="{00000000-0000-0000-0000-000000000000}"/>
          </ac:graphicFrameMkLst>
        </pc:graphicFrameChg>
        <pc:picChg chg="mod">
          <ac:chgData name="Doug Bellingeri" userId="fb913137-7b04-4b36-af7b-4822c70996e6" providerId="ADAL" clId="{81DE68FC-EE7A-47B9-BF59-BB68C20EB27D}" dt="2026-07-20T20:03:39.467" v="25" actId="26606"/>
          <ac:picMkLst>
            <pc:docMk/>
            <pc:sldMk cId="603251691" sldId="2147482539"/>
            <ac:picMk id="7" creationId="{EF4680CA-49E9-F0A8-3A76-6F3416860414}"/>
          </ac:picMkLst>
        </pc:picChg>
        <pc:picChg chg="mod">
          <ac:chgData name="Doug Bellingeri" userId="fb913137-7b04-4b36-af7b-4822c70996e6" providerId="ADAL" clId="{81DE68FC-EE7A-47B9-BF59-BB68C20EB27D}" dt="2026-07-20T20:03:39.467" v="25" actId="26606"/>
          <ac:picMkLst>
            <pc:docMk/>
            <pc:sldMk cId="603251691" sldId="2147482539"/>
            <ac:picMk id="8" creationId="{22C5268E-9861-5EEF-5E2A-B2A454311704}"/>
          </ac:picMkLst>
        </pc:picChg>
        <pc:extLst>
          <p:ext xmlns:p="http://schemas.openxmlformats.org/presentationml/2006/main" uri="{D6D511B9-2390-475A-947B-AFAB55BFBCF1}">
            <pc226:cmChg xmlns:pc226="http://schemas.microsoft.com/office/powerpoint/2022/06/main/command" chg="mod">
              <pc226:chgData name="Doug Bellingeri" userId="fb913137-7b04-4b36-af7b-4822c70996e6" providerId="ADAL" clId="{81DE68FC-EE7A-47B9-BF59-BB68C20EB27D}" dt="2026-07-20T20:10:56.465" v="175" actId="313"/>
              <pc2:cmMkLst xmlns:pc2="http://schemas.microsoft.com/office/powerpoint/2019/9/main/command">
                <pc:docMk/>
                <pc:sldMk cId="603251691" sldId="2147482539"/>
                <pc2:cmMk id="{C04BC422-71A3-44BA-BE8A-EFE4DECF41A4}"/>
              </pc2:cmMkLst>
            </pc226:cmChg>
            <pc226:cmChg xmlns:pc226="http://schemas.microsoft.com/office/powerpoint/2022/06/main/command" chg="mod">
              <pc226:chgData name="Doug Bellingeri" userId="fb913137-7b04-4b36-af7b-4822c70996e6" providerId="ADAL" clId="{81DE68FC-EE7A-47B9-BF59-BB68C20EB27D}" dt="2026-07-20T20:10:55.223" v="174" actId="313"/>
              <pc2:cmMkLst xmlns:pc2="http://schemas.microsoft.com/office/powerpoint/2019/9/main/command">
                <pc:docMk/>
                <pc:sldMk cId="603251691" sldId="2147482539"/>
                <pc2:cmMk id="{B2CD688C-018B-440E-93D7-57031838C795}"/>
              </pc2:cmMkLst>
            </pc226:cmChg>
          </p:ext>
        </pc:extLst>
      </pc:sldChg>
      <pc:sldChg chg="modSp mod">
        <pc:chgData name="Doug Bellingeri" userId="fb913137-7b04-4b36-af7b-4822c70996e6" providerId="ADAL" clId="{81DE68FC-EE7A-47B9-BF59-BB68C20EB27D}" dt="2026-07-28T14:21:23.039" v="328" actId="313"/>
        <pc:sldMkLst>
          <pc:docMk/>
          <pc:sldMk cId="3086620095" sldId="2147482541"/>
        </pc:sldMkLst>
        <pc:spChg chg="mod">
          <ac:chgData name="Doug Bellingeri" userId="fb913137-7b04-4b36-af7b-4822c70996e6" providerId="ADAL" clId="{81DE68FC-EE7A-47B9-BF59-BB68C20EB27D}" dt="2026-07-20T20:11:54.880" v="183" actId="313"/>
          <ac:spMkLst>
            <pc:docMk/>
            <pc:sldMk cId="3086620095" sldId="2147482541"/>
            <ac:spMk id="5" creationId="{00000000-0000-0000-0000-000000000000}"/>
          </ac:spMkLst>
        </pc:spChg>
        <pc:spChg chg="mod">
          <ac:chgData name="Doug Bellingeri" userId="fb913137-7b04-4b36-af7b-4822c70996e6" providerId="ADAL" clId="{81DE68FC-EE7A-47B9-BF59-BB68C20EB27D}" dt="2026-07-28T14:21:18.841" v="326" actId="313"/>
          <ac:spMkLst>
            <pc:docMk/>
            <pc:sldMk cId="3086620095" sldId="2147482541"/>
            <ac:spMk id="6" creationId="{00000000-0000-0000-0000-000000000000}"/>
          </ac:spMkLst>
        </pc:spChg>
        <pc:spChg chg="mod">
          <ac:chgData name="Doug Bellingeri" userId="fb913137-7b04-4b36-af7b-4822c70996e6" providerId="ADAL" clId="{81DE68FC-EE7A-47B9-BF59-BB68C20EB27D}" dt="2026-07-28T14:21:21.041" v="327" actId="313"/>
          <ac:spMkLst>
            <pc:docMk/>
            <pc:sldMk cId="3086620095" sldId="2147482541"/>
            <ac:spMk id="11" creationId="{00000000-0000-0000-0000-000000000000}"/>
          </ac:spMkLst>
        </pc:spChg>
        <pc:spChg chg="mod">
          <ac:chgData name="Doug Bellingeri" userId="fb913137-7b04-4b36-af7b-4822c70996e6" providerId="ADAL" clId="{81DE68FC-EE7A-47B9-BF59-BB68C20EB27D}" dt="2026-07-28T14:21:23.039" v="328" actId="313"/>
          <ac:spMkLst>
            <pc:docMk/>
            <pc:sldMk cId="3086620095" sldId="2147482541"/>
            <ac:spMk id="14" creationId="{00000000-0000-0000-0000-000000000000}"/>
          </ac:spMkLst>
        </pc:spChg>
      </pc:sldChg>
      <pc:sldChg chg="modSp mod">
        <pc:chgData name="Doug Bellingeri" userId="fb913137-7b04-4b36-af7b-4822c70996e6" providerId="ADAL" clId="{81DE68FC-EE7A-47B9-BF59-BB68C20EB27D}" dt="2026-07-28T14:21:28.094" v="330" actId="313"/>
        <pc:sldMkLst>
          <pc:docMk/>
          <pc:sldMk cId="312272053" sldId="2147482542"/>
        </pc:sldMkLst>
        <pc:spChg chg="mod">
          <ac:chgData name="Doug Bellingeri" userId="fb913137-7b04-4b36-af7b-4822c70996e6" providerId="ADAL" clId="{81DE68FC-EE7A-47B9-BF59-BB68C20EB27D}" dt="2026-07-28T14:21:27.044" v="329" actId="313"/>
          <ac:spMkLst>
            <pc:docMk/>
            <pc:sldMk cId="312272053" sldId="2147482542"/>
            <ac:spMk id="9" creationId="{00000000-0000-0000-0000-000000000000}"/>
          </ac:spMkLst>
        </pc:spChg>
        <pc:spChg chg="mod">
          <ac:chgData name="Doug Bellingeri" userId="fb913137-7b04-4b36-af7b-4822c70996e6" providerId="ADAL" clId="{81DE68FC-EE7A-47B9-BF59-BB68C20EB27D}" dt="2026-07-20T20:12:02.544" v="184" actId="313"/>
          <ac:spMkLst>
            <pc:docMk/>
            <pc:sldMk cId="312272053" sldId="2147482542"/>
            <ac:spMk id="15" creationId="{00000000-0000-0000-0000-000000000000}"/>
          </ac:spMkLst>
        </pc:spChg>
        <pc:spChg chg="mod">
          <ac:chgData name="Doug Bellingeri" userId="fb913137-7b04-4b36-af7b-4822c70996e6" providerId="ADAL" clId="{81DE68FC-EE7A-47B9-BF59-BB68C20EB27D}" dt="2026-07-28T14:21:28.094" v="330" actId="313"/>
          <ac:spMkLst>
            <pc:docMk/>
            <pc:sldMk cId="312272053" sldId="2147482542"/>
            <ac:spMk id="17" creationId="{00000000-0000-0000-0000-000000000000}"/>
          </ac:spMkLst>
        </pc:spChg>
      </pc:sldChg>
      <pc:sldChg chg="modSp mod">
        <pc:chgData name="Doug Bellingeri" userId="fb913137-7b04-4b36-af7b-4822c70996e6" providerId="ADAL" clId="{81DE68FC-EE7A-47B9-BF59-BB68C20EB27D}" dt="2026-07-28T14:22:41.841" v="342" actId="313"/>
        <pc:sldMkLst>
          <pc:docMk/>
          <pc:sldMk cId="2063037626" sldId="2147482543"/>
        </pc:sldMkLst>
        <pc:spChg chg="mod">
          <ac:chgData name="Doug Bellingeri" userId="fb913137-7b04-4b36-af7b-4822c70996e6" providerId="ADAL" clId="{81DE68FC-EE7A-47B9-BF59-BB68C20EB27D}" dt="2026-07-20T20:15:10.167" v="219" actId="313"/>
          <ac:spMkLst>
            <pc:docMk/>
            <pc:sldMk cId="2063037626" sldId="2147482543"/>
            <ac:spMk id="3" creationId="{00000000-0000-0000-0000-000000000000}"/>
          </ac:spMkLst>
        </pc:spChg>
        <pc:spChg chg="mod">
          <ac:chgData name="Doug Bellingeri" userId="fb913137-7b04-4b36-af7b-4822c70996e6" providerId="ADAL" clId="{81DE68FC-EE7A-47B9-BF59-BB68C20EB27D}" dt="2026-07-20T20:15:11.267" v="220" actId="313"/>
          <ac:spMkLst>
            <pc:docMk/>
            <pc:sldMk cId="2063037626" sldId="2147482543"/>
            <ac:spMk id="18" creationId="{00000000-0000-0000-0000-000000000000}"/>
          </ac:spMkLst>
        </pc:spChg>
        <pc:spChg chg="mod">
          <ac:chgData name="Doug Bellingeri" userId="fb913137-7b04-4b36-af7b-4822c70996e6" providerId="ADAL" clId="{81DE68FC-EE7A-47B9-BF59-BB68C20EB27D}" dt="2026-07-20T20:14:42.622" v="216" actId="313"/>
          <ac:spMkLst>
            <pc:docMk/>
            <pc:sldMk cId="2063037626" sldId="2147482543"/>
            <ac:spMk id="19" creationId="{00000000-0000-0000-0000-000000000000}"/>
          </ac:spMkLst>
        </pc:spChg>
        <pc:spChg chg="mod">
          <ac:chgData name="Doug Bellingeri" userId="fb913137-7b04-4b36-af7b-4822c70996e6" providerId="ADAL" clId="{81DE68FC-EE7A-47B9-BF59-BB68C20EB27D}" dt="2026-07-28T14:21:38.047" v="333" actId="20577"/>
          <ac:spMkLst>
            <pc:docMk/>
            <pc:sldMk cId="2063037626" sldId="2147482543"/>
            <ac:spMk id="32" creationId="{00000000-0000-0000-0000-000000000000}"/>
          </ac:spMkLst>
        </pc:spChg>
        <pc:spChg chg="mod">
          <ac:chgData name="Doug Bellingeri" userId="fb913137-7b04-4b36-af7b-4822c70996e6" providerId="ADAL" clId="{81DE68FC-EE7A-47B9-BF59-BB68C20EB27D}" dt="2026-07-28T14:22:41.841" v="342" actId="313"/>
          <ac:spMkLst>
            <pc:docMk/>
            <pc:sldMk cId="2063037626" sldId="2147482543"/>
            <ac:spMk id="38" creationId="{00000000-0000-0000-0000-000000000000}"/>
          </ac:spMkLst>
        </pc:spChg>
      </pc:sldChg>
      <pc:sldChg chg="modSp mod">
        <pc:chgData name="Doug Bellingeri" userId="fb913137-7b04-4b36-af7b-4822c70996e6" providerId="ADAL" clId="{81DE68FC-EE7A-47B9-BF59-BB68C20EB27D}" dt="2026-07-28T14:22:50.156" v="343" actId="313"/>
        <pc:sldMkLst>
          <pc:docMk/>
          <pc:sldMk cId="3693216649" sldId="2147482544"/>
        </pc:sldMkLst>
        <pc:spChg chg="mod">
          <ac:chgData name="Doug Bellingeri" userId="fb913137-7b04-4b36-af7b-4822c70996e6" providerId="ADAL" clId="{81DE68FC-EE7A-47B9-BF59-BB68C20EB27D}" dt="2026-07-28T14:21:50.482" v="334" actId="313"/>
          <ac:spMkLst>
            <pc:docMk/>
            <pc:sldMk cId="3693216649" sldId="2147482544"/>
            <ac:spMk id="3" creationId="{00000000-0000-0000-0000-000000000000}"/>
          </ac:spMkLst>
        </pc:spChg>
        <pc:spChg chg="mod">
          <ac:chgData name="Doug Bellingeri" userId="fb913137-7b04-4b36-af7b-4822c70996e6" providerId="ADAL" clId="{81DE68FC-EE7A-47B9-BF59-BB68C20EB27D}" dt="2026-07-28T14:22:06.939" v="337" actId="6549"/>
          <ac:spMkLst>
            <pc:docMk/>
            <pc:sldMk cId="3693216649" sldId="2147482544"/>
            <ac:spMk id="18" creationId="{00000000-0000-0000-0000-000000000000}"/>
          </ac:spMkLst>
        </pc:spChg>
        <pc:spChg chg="mod">
          <ac:chgData name="Doug Bellingeri" userId="fb913137-7b04-4b36-af7b-4822c70996e6" providerId="ADAL" clId="{81DE68FC-EE7A-47B9-BF59-BB68C20EB27D}" dt="2026-07-28T14:22:50.156" v="343" actId="313"/>
          <ac:spMkLst>
            <pc:docMk/>
            <pc:sldMk cId="3693216649" sldId="2147482544"/>
            <ac:spMk id="19" creationId="{00000000-0000-0000-0000-000000000000}"/>
          </ac:spMkLst>
        </pc:spChg>
        <pc:spChg chg="mod">
          <ac:chgData name="Doug Bellingeri" userId="fb913137-7b04-4b36-af7b-4822c70996e6" providerId="ADAL" clId="{81DE68FC-EE7A-47B9-BF59-BB68C20EB27D}" dt="2026-07-28T14:22:15.916" v="338" actId="313"/>
          <ac:spMkLst>
            <pc:docMk/>
            <pc:sldMk cId="3693216649" sldId="2147482544"/>
            <ac:spMk id="28" creationId="{00000000-0000-0000-0000-000000000000}"/>
          </ac:spMkLst>
        </pc:spChg>
      </pc:sldChg>
      <pc:sldChg chg="modSp mod">
        <pc:chgData name="Doug Bellingeri" userId="fb913137-7b04-4b36-af7b-4822c70996e6" providerId="ADAL" clId="{81DE68FC-EE7A-47B9-BF59-BB68C20EB27D}" dt="2026-07-28T14:22:19.507" v="340" actId="313"/>
        <pc:sldMkLst>
          <pc:docMk/>
          <pc:sldMk cId="2202581416" sldId="2147482545"/>
        </pc:sldMkLst>
        <pc:spChg chg="mod">
          <ac:chgData name="Doug Bellingeri" userId="fb913137-7b04-4b36-af7b-4822c70996e6" providerId="ADAL" clId="{81DE68FC-EE7A-47B9-BF59-BB68C20EB27D}" dt="2026-07-28T14:22:18.164" v="339" actId="313"/>
          <ac:spMkLst>
            <pc:docMk/>
            <pc:sldMk cId="2202581416" sldId="2147482545"/>
            <ac:spMk id="3" creationId="{00000000-0000-0000-0000-000000000000}"/>
          </ac:spMkLst>
        </pc:spChg>
        <pc:spChg chg="mod">
          <ac:chgData name="Doug Bellingeri" userId="fb913137-7b04-4b36-af7b-4822c70996e6" providerId="ADAL" clId="{81DE68FC-EE7A-47B9-BF59-BB68C20EB27D}" dt="2026-07-20T20:12:04.430" v="185" actId="313"/>
          <ac:spMkLst>
            <pc:docMk/>
            <pc:sldMk cId="2202581416" sldId="2147482545"/>
            <ac:spMk id="9" creationId="{00000000-0000-0000-0000-000000000000}"/>
          </ac:spMkLst>
        </pc:spChg>
        <pc:spChg chg="mod">
          <ac:chgData name="Doug Bellingeri" userId="fb913137-7b04-4b36-af7b-4822c70996e6" providerId="ADAL" clId="{81DE68FC-EE7A-47B9-BF59-BB68C20EB27D}" dt="2026-07-28T14:22:19.507" v="340" actId="313"/>
          <ac:spMkLst>
            <pc:docMk/>
            <pc:sldMk cId="2202581416" sldId="2147482545"/>
            <ac:spMk id="35" creationId="{00000000-0000-0000-0000-000000000000}"/>
          </ac:spMkLst>
        </pc:spChg>
      </pc:sldChg>
      <pc:sldChg chg="modSp mod">
        <pc:chgData name="Doug Bellingeri" userId="fb913137-7b04-4b36-af7b-4822c70996e6" providerId="ADAL" clId="{81DE68FC-EE7A-47B9-BF59-BB68C20EB27D}" dt="2026-07-20T20:12:20.064" v="188" actId="313"/>
        <pc:sldMkLst>
          <pc:docMk/>
          <pc:sldMk cId="3915719962" sldId="2147482547"/>
        </pc:sldMkLst>
        <pc:spChg chg="mod">
          <ac:chgData name="Doug Bellingeri" userId="fb913137-7b04-4b36-af7b-4822c70996e6" providerId="ADAL" clId="{81DE68FC-EE7A-47B9-BF59-BB68C20EB27D}" dt="2026-07-20T20:12:20.064" v="188" actId="313"/>
          <ac:spMkLst>
            <pc:docMk/>
            <pc:sldMk cId="3915719962" sldId="2147482547"/>
            <ac:spMk id="75" creationId="{00000000-0000-0000-0000-000000000000}"/>
          </ac:spMkLst>
        </pc:spChg>
      </pc:sldChg>
      <pc:sldChg chg="modSp mod">
        <pc:chgData name="Doug Bellingeri" userId="fb913137-7b04-4b36-af7b-4822c70996e6" providerId="ADAL" clId="{81DE68FC-EE7A-47B9-BF59-BB68C20EB27D}" dt="2026-07-20T20:12:17.488" v="187" actId="313"/>
        <pc:sldMkLst>
          <pc:docMk/>
          <pc:sldMk cId="2106234938" sldId="2147482551"/>
        </pc:sldMkLst>
        <pc:spChg chg="mod">
          <ac:chgData name="Doug Bellingeri" userId="fb913137-7b04-4b36-af7b-4822c70996e6" providerId="ADAL" clId="{81DE68FC-EE7A-47B9-BF59-BB68C20EB27D}" dt="2026-07-20T20:12:17.488" v="187" actId="313"/>
          <ac:spMkLst>
            <pc:docMk/>
            <pc:sldMk cId="2106234938" sldId="2147482551"/>
            <ac:spMk id="30" creationId="{EA7D2FD6-4878-810C-814A-13EE81202406}"/>
          </ac:spMkLst>
        </pc:spChg>
      </pc:sldChg>
      <pc:sldChg chg="modSp mod">
        <pc:chgData name="Doug Bellingeri" userId="fb913137-7b04-4b36-af7b-4822c70996e6" providerId="ADAL" clId="{81DE68FC-EE7A-47B9-BF59-BB68C20EB27D}" dt="2026-07-20T20:10:13.587" v="167" actId="313"/>
        <pc:sldMkLst>
          <pc:docMk/>
          <pc:sldMk cId="3249051265" sldId="2147482556"/>
        </pc:sldMkLst>
        <pc:spChg chg="mod">
          <ac:chgData name="Doug Bellingeri" userId="fb913137-7b04-4b36-af7b-4822c70996e6" providerId="ADAL" clId="{81DE68FC-EE7A-47B9-BF59-BB68C20EB27D}" dt="2026-07-20T20:10:13.587" v="167" actId="313"/>
          <ac:spMkLst>
            <pc:docMk/>
            <pc:sldMk cId="3249051265" sldId="2147482556"/>
            <ac:spMk id="30" creationId="{6B82A1A8-8924-C52E-00A7-A5DB4C904F7F}"/>
          </ac:spMkLst>
        </pc:spChg>
      </pc:sldChg>
      <pc:sldChg chg="modSp mod">
        <pc:chgData name="Doug Bellingeri" userId="fb913137-7b04-4b36-af7b-4822c70996e6" providerId="ADAL" clId="{81DE68FC-EE7A-47B9-BF59-BB68C20EB27D}" dt="2026-07-20T20:12:23.415" v="190" actId="313"/>
        <pc:sldMkLst>
          <pc:docMk/>
          <pc:sldMk cId="3005072441" sldId="2147482564"/>
        </pc:sldMkLst>
        <pc:spChg chg="mod">
          <ac:chgData name="Doug Bellingeri" userId="fb913137-7b04-4b36-af7b-4822c70996e6" providerId="ADAL" clId="{81DE68FC-EE7A-47B9-BF59-BB68C20EB27D}" dt="2026-07-20T20:12:21.575" v="189" actId="313"/>
          <ac:spMkLst>
            <pc:docMk/>
            <pc:sldMk cId="3005072441" sldId="2147482564"/>
            <ac:spMk id="2" creationId="{2D8CBCC7-731F-39FA-064C-2B9FEC7A888D}"/>
          </ac:spMkLst>
        </pc:spChg>
        <pc:graphicFrameChg chg="modGraphic">
          <ac:chgData name="Doug Bellingeri" userId="fb913137-7b04-4b36-af7b-4822c70996e6" providerId="ADAL" clId="{81DE68FC-EE7A-47B9-BF59-BB68C20EB27D}" dt="2026-07-20T20:12:23.415" v="190" actId="313"/>
          <ac:graphicFrameMkLst>
            <pc:docMk/>
            <pc:sldMk cId="3005072441" sldId="2147482564"/>
            <ac:graphicFrameMk id="60" creationId="{03469267-6CAF-4BA3-C313-3B6BFDEA8100}"/>
          </ac:graphicFrameMkLst>
        </pc:graphicFrameChg>
      </pc:sldChg>
      <pc:sldChg chg="modSp mod">
        <pc:chgData name="Doug Bellingeri" userId="fb913137-7b04-4b36-af7b-4822c70996e6" providerId="ADAL" clId="{81DE68FC-EE7A-47B9-BF59-BB68C20EB27D}" dt="2026-07-20T20:10:22.746" v="169" actId="313"/>
        <pc:sldMkLst>
          <pc:docMk/>
          <pc:sldMk cId="465386147" sldId="2147482574"/>
        </pc:sldMkLst>
        <pc:spChg chg="mod">
          <ac:chgData name="Doug Bellingeri" userId="fb913137-7b04-4b36-af7b-4822c70996e6" providerId="ADAL" clId="{81DE68FC-EE7A-47B9-BF59-BB68C20EB27D}" dt="2026-07-20T20:10:21.154" v="168" actId="313"/>
          <ac:spMkLst>
            <pc:docMk/>
            <pc:sldMk cId="465386147" sldId="2147482574"/>
            <ac:spMk id="2" creationId="{9C50401B-AB5D-8743-08AA-40A063B6CB3D}"/>
          </ac:spMkLst>
        </pc:spChg>
        <pc:graphicFrameChg chg="modGraphic">
          <ac:chgData name="Doug Bellingeri" userId="fb913137-7b04-4b36-af7b-4822c70996e6" providerId="ADAL" clId="{81DE68FC-EE7A-47B9-BF59-BB68C20EB27D}" dt="2026-07-20T20:10:22.746" v="169" actId="313"/>
          <ac:graphicFrameMkLst>
            <pc:docMk/>
            <pc:sldMk cId="465386147" sldId="2147482574"/>
            <ac:graphicFrameMk id="60" creationId="{9F6F4DD6-F317-9E72-70CC-5DAE19BAA74D}"/>
          </ac:graphicFrameMkLst>
        </pc:graphicFrameChg>
      </pc:sldChg>
      <pc:sldChg chg="modSp mod">
        <pc:chgData name="Doug Bellingeri" userId="fb913137-7b04-4b36-af7b-4822c70996e6" providerId="ADAL" clId="{81DE68FC-EE7A-47B9-BF59-BB68C20EB27D}" dt="2026-07-20T20:09:53.212" v="163" actId="313"/>
        <pc:sldMkLst>
          <pc:docMk/>
          <pc:sldMk cId="0" sldId="2147482575"/>
        </pc:sldMkLst>
        <pc:spChg chg="mod">
          <ac:chgData name="Doug Bellingeri" userId="fb913137-7b04-4b36-af7b-4822c70996e6" providerId="ADAL" clId="{81DE68FC-EE7A-47B9-BF59-BB68C20EB27D}" dt="2026-07-20T20:09:51.501" v="162" actId="313"/>
          <ac:spMkLst>
            <pc:docMk/>
            <pc:sldMk cId="0" sldId="2147482575"/>
            <ac:spMk id="2" creationId="{00000000-0000-0000-0000-000000000000}"/>
          </ac:spMkLst>
        </pc:spChg>
        <pc:graphicFrameChg chg="modGraphic">
          <ac:chgData name="Doug Bellingeri" userId="fb913137-7b04-4b36-af7b-4822c70996e6" providerId="ADAL" clId="{81DE68FC-EE7A-47B9-BF59-BB68C20EB27D}" dt="2026-07-20T20:09:53.212" v="163" actId="313"/>
          <ac:graphicFrameMkLst>
            <pc:docMk/>
            <pc:sldMk cId="0" sldId="2147482575"/>
            <ac:graphicFrameMk id="60" creationId="{00000000-0000-0000-0000-000000000000}"/>
          </ac:graphicFrameMkLst>
        </pc:graphicFrameChg>
      </pc:sldChg>
      <pc:sldChg chg="addSp modSp mod">
        <pc:chgData name="Doug Bellingeri" userId="fb913137-7b04-4b36-af7b-4822c70996e6" providerId="ADAL" clId="{81DE68FC-EE7A-47B9-BF59-BB68C20EB27D}" dt="2026-07-17T13:13:05.028" v="18"/>
        <pc:sldMkLst>
          <pc:docMk/>
          <pc:sldMk cId="3502803591" sldId="2147482577"/>
        </pc:sldMkLst>
        <pc:spChg chg="mod">
          <ac:chgData name="Doug Bellingeri" userId="fb913137-7b04-4b36-af7b-4822c70996e6" providerId="ADAL" clId="{81DE68FC-EE7A-47B9-BF59-BB68C20EB27D}" dt="2026-07-17T13:13:05.028" v="18"/>
          <ac:spMkLst>
            <pc:docMk/>
            <pc:sldMk cId="3502803591" sldId="2147482577"/>
            <ac:spMk id="9" creationId="{DC750818-4C0C-1A86-A0B7-A5FE3CDD866C}"/>
          </ac:spMkLst>
        </pc:spChg>
        <pc:spChg chg="mod">
          <ac:chgData name="Doug Bellingeri" userId="fb913137-7b04-4b36-af7b-4822c70996e6" providerId="ADAL" clId="{81DE68FC-EE7A-47B9-BF59-BB68C20EB27D}" dt="2026-07-17T13:13:05.028" v="18"/>
          <ac:spMkLst>
            <pc:docMk/>
            <pc:sldMk cId="3502803591" sldId="2147482577"/>
            <ac:spMk id="11" creationId="{4BE60377-2A03-EF94-1980-2DE41FE1E776}"/>
          </ac:spMkLst>
        </pc:spChg>
        <pc:spChg chg="mod">
          <ac:chgData name="Doug Bellingeri" userId="fb913137-7b04-4b36-af7b-4822c70996e6" providerId="ADAL" clId="{81DE68FC-EE7A-47B9-BF59-BB68C20EB27D}" dt="2026-07-17T13:13:03.393" v="17" actId="1036"/>
          <ac:spMkLst>
            <pc:docMk/>
            <pc:sldMk cId="3502803591" sldId="2147482577"/>
            <ac:spMk id="25" creationId="{0C832BC0-0177-2C72-AA8F-A64816E012E1}"/>
          </ac:spMkLst>
        </pc:spChg>
        <pc:grpChg chg="add mod">
          <ac:chgData name="Doug Bellingeri" userId="fb913137-7b04-4b36-af7b-4822c70996e6" providerId="ADAL" clId="{81DE68FC-EE7A-47B9-BF59-BB68C20EB27D}" dt="2026-07-17T13:13:05.028" v="18"/>
          <ac:grpSpMkLst>
            <pc:docMk/>
            <pc:sldMk cId="3502803591" sldId="2147482577"/>
            <ac:grpSpMk id="6" creationId="{3829202E-5D8B-7174-A9AA-4192882ABF50}"/>
          </ac:grpSpMkLst>
        </pc:grpChg>
      </pc:sldChg>
      <pc:sldChg chg="modSp mod modCm">
        <pc:chgData name="Doug Bellingeri" userId="fb913137-7b04-4b36-af7b-4822c70996e6" providerId="ADAL" clId="{81DE68FC-EE7A-47B9-BF59-BB68C20EB27D}" dt="2026-07-20T20:14:31.284" v="213" actId="313"/>
        <pc:sldMkLst>
          <pc:docMk/>
          <pc:sldMk cId="694926840" sldId="2147482580"/>
        </pc:sldMkLst>
        <pc:spChg chg="mod">
          <ac:chgData name="Doug Bellingeri" userId="fb913137-7b04-4b36-af7b-4822c70996e6" providerId="ADAL" clId="{81DE68FC-EE7A-47B9-BF59-BB68C20EB27D}" dt="2026-07-20T20:10:44.622" v="171" actId="313"/>
          <ac:spMkLst>
            <pc:docMk/>
            <pc:sldMk cId="694926840" sldId="2147482580"/>
            <ac:spMk id="23" creationId="{5283031F-1F0B-623C-D1A4-79068915086B}"/>
          </ac:spMkLst>
        </pc:spChg>
        <pc:spChg chg="mod">
          <ac:chgData name="Doug Bellingeri" userId="fb913137-7b04-4b36-af7b-4822c70996e6" providerId="ADAL" clId="{81DE68FC-EE7A-47B9-BF59-BB68C20EB27D}" dt="2026-07-20T20:14:31.284" v="213" actId="313"/>
          <ac:spMkLst>
            <pc:docMk/>
            <pc:sldMk cId="694926840" sldId="2147482580"/>
            <ac:spMk id="27" creationId="{CD22F7CB-7D0B-6E49-256C-7ED5F778AE41}"/>
          </ac:spMkLst>
        </pc:spChg>
        <pc:extLst>
          <p:ext xmlns:p="http://schemas.openxmlformats.org/presentationml/2006/main" uri="{D6D511B9-2390-475A-947B-AFAB55BFBCF1}">
            <pc226:cmChg xmlns:pc226="http://schemas.microsoft.com/office/powerpoint/2022/06/main/command" chg="mod">
              <pc226:chgData name="Doug Bellingeri" userId="fb913137-7b04-4b36-af7b-4822c70996e6" providerId="ADAL" clId="{81DE68FC-EE7A-47B9-BF59-BB68C20EB27D}" dt="2026-07-20T20:14:31.284" v="213" actId="313"/>
              <pc2:cmMkLst xmlns:pc2="http://schemas.microsoft.com/office/powerpoint/2019/9/main/command">
                <pc:docMk/>
                <pc:sldMk cId="694926840" sldId="2147482580"/>
                <pc2:cmMk id="{D2BEA138-71E9-7744-AB18-66ECF978150E}"/>
              </pc2:cmMkLst>
            </pc226:cmChg>
          </p:ext>
        </pc:extLst>
      </pc:sldChg>
      <pc:sldChg chg="modSp mod">
        <pc:chgData name="Doug Bellingeri" userId="fb913137-7b04-4b36-af7b-4822c70996e6" providerId="ADAL" clId="{81DE68FC-EE7A-47B9-BF59-BB68C20EB27D}" dt="2026-07-20T20:10:07.834" v="166" actId="313"/>
        <pc:sldMkLst>
          <pc:docMk/>
          <pc:sldMk cId="3043912914" sldId="2147482583"/>
        </pc:sldMkLst>
        <pc:spChg chg="mod">
          <ac:chgData name="Doug Bellingeri" userId="fb913137-7b04-4b36-af7b-4822c70996e6" providerId="ADAL" clId="{81DE68FC-EE7A-47B9-BF59-BB68C20EB27D}" dt="2026-07-20T20:10:07.834" v="166" actId="313"/>
          <ac:spMkLst>
            <pc:docMk/>
            <pc:sldMk cId="3043912914" sldId="2147482583"/>
            <ac:spMk id="16" creationId="{66E6FFA7-077F-C349-AF4E-5008932E2D0E}"/>
          </ac:spMkLst>
        </pc:spChg>
      </pc:sldChg>
      <pc:sldChg chg="modSp mod modCm">
        <pc:chgData name="Doug Bellingeri" userId="fb913137-7b04-4b36-af7b-4822c70996e6" providerId="ADAL" clId="{81DE68FC-EE7A-47B9-BF59-BB68C20EB27D}" dt="2026-07-28T14:20:58.929" v="324" actId="20577"/>
        <pc:sldMkLst>
          <pc:docMk/>
          <pc:sldMk cId="3012478867" sldId="2147482585"/>
        </pc:sldMkLst>
        <pc:spChg chg="mod">
          <ac:chgData name="Doug Bellingeri" userId="fb913137-7b04-4b36-af7b-4822c70996e6" providerId="ADAL" clId="{81DE68FC-EE7A-47B9-BF59-BB68C20EB27D}" dt="2026-07-28T14:20:58.929" v="324" actId="20577"/>
          <ac:spMkLst>
            <pc:docMk/>
            <pc:sldMk cId="3012478867" sldId="2147482585"/>
            <ac:spMk id="6" creationId="{3C19D683-D5BE-83B6-45BD-6D50BA8C3DB6}"/>
          </ac:spMkLst>
        </pc:spChg>
        <pc:spChg chg="mod">
          <ac:chgData name="Doug Bellingeri" userId="fb913137-7b04-4b36-af7b-4822c70996e6" providerId="ADAL" clId="{81DE68FC-EE7A-47B9-BF59-BB68C20EB27D}" dt="2026-07-20T20:14:36.860" v="214" actId="313"/>
          <ac:spMkLst>
            <pc:docMk/>
            <pc:sldMk cId="3012478867" sldId="2147482585"/>
            <ac:spMk id="9" creationId="{9AFEC44B-DC5A-5816-4EBF-FAA013F4E2EE}"/>
          </ac:spMkLst>
        </pc:spChg>
        <pc:spChg chg="mod">
          <ac:chgData name="Doug Bellingeri" userId="fb913137-7b04-4b36-af7b-4822c70996e6" providerId="ADAL" clId="{81DE68FC-EE7A-47B9-BF59-BB68C20EB27D}" dt="2026-07-28T14:20:37.764" v="316" actId="313"/>
          <ac:spMkLst>
            <pc:docMk/>
            <pc:sldMk cId="3012478867" sldId="2147482585"/>
            <ac:spMk id="53" creationId="{F8CC5511-8C56-8EB5-E30B-F65309DD1F6A}"/>
          </ac:spMkLst>
        </pc:spChg>
        <pc:spChg chg="mod">
          <ac:chgData name="Doug Bellingeri" userId="fb913137-7b04-4b36-af7b-4822c70996e6" providerId="ADAL" clId="{81DE68FC-EE7A-47B9-BF59-BB68C20EB27D}" dt="2026-07-28T14:20:43.043" v="317" actId="313"/>
          <ac:spMkLst>
            <pc:docMk/>
            <pc:sldMk cId="3012478867" sldId="2147482585"/>
            <ac:spMk id="60" creationId="{49B1769F-9001-1776-5D72-F9670E9E021A}"/>
          </ac:spMkLst>
        </pc:spChg>
        <pc:extLst>
          <p:ext xmlns:p="http://schemas.openxmlformats.org/presentationml/2006/main" uri="{D6D511B9-2390-475A-947B-AFAB55BFBCF1}">
            <pc226:cmChg xmlns:pc226="http://schemas.microsoft.com/office/powerpoint/2022/06/main/command" chg="mod">
              <pc226:chgData name="Doug Bellingeri" userId="fb913137-7b04-4b36-af7b-4822c70996e6" providerId="ADAL" clId="{81DE68FC-EE7A-47B9-BF59-BB68C20EB27D}" dt="2026-07-20T20:14:36.860" v="214" actId="313"/>
              <pc2:cmMkLst xmlns:pc2="http://schemas.microsoft.com/office/powerpoint/2019/9/main/command">
                <pc:docMk/>
                <pc:sldMk cId="3012478867" sldId="2147482585"/>
                <pc2:cmMk id="{6080E3E7-7686-7A47-9A65-73290A34CE19}"/>
              </pc2:cmMkLst>
            </pc226:cmChg>
          </p:ext>
        </pc:extLst>
      </pc:sldChg>
      <pc:sldChg chg="modSp mod">
        <pc:chgData name="Doug Bellingeri" userId="fb913137-7b04-4b36-af7b-4822c70996e6" providerId="ADAL" clId="{81DE68FC-EE7A-47B9-BF59-BB68C20EB27D}" dt="2026-07-28T14:23:12.743" v="344" actId="313"/>
        <pc:sldMkLst>
          <pc:docMk/>
          <pc:sldMk cId="1481862077" sldId="2147482593"/>
        </pc:sldMkLst>
        <pc:spChg chg="mod">
          <ac:chgData name="Doug Bellingeri" userId="fb913137-7b04-4b36-af7b-4822c70996e6" providerId="ADAL" clId="{81DE68FC-EE7A-47B9-BF59-BB68C20EB27D}" dt="2026-07-20T20:13:49.874" v="208" actId="313"/>
          <ac:spMkLst>
            <pc:docMk/>
            <pc:sldMk cId="1481862077" sldId="2147482593"/>
            <ac:spMk id="302" creationId="{00000000-0000-0000-0000-000000000000}"/>
          </ac:spMkLst>
        </pc:spChg>
        <pc:spChg chg="mod">
          <ac:chgData name="Doug Bellingeri" userId="fb913137-7b04-4b36-af7b-4822c70996e6" providerId="ADAL" clId="{81DE68FC-EE7A-47B9-BF59-BB68C20EB27D}" dt="2026-07-28T14:23:12.743" v="344" actId="313"/>
          <ac:spMkLst>
            <pc:docMk/>
            <pc:sldMk cId="1481862077" sldId="2147482593"/>
            <ac:spMk id="305" creationId="{00000000-0000-0000-0000-000000000000}"/>
          </ac:spMkLst>
        </pc:spChg>
      </pc:sldChg>
      <pc:sldMasterChg chg="modSldLayout">
        <pc:chgData name="Doug Bellingeri" userId="fb913137-7b04-4b36-af7b-4822c70996e6" providerId="ADAL" clId="{81DE68FC-EE7A-47B9-BF59-BB68C20EB27D}" dt="2026-07-31T03:13:59.499" v="351" actId="14100"/>
        <pc:sldMasterMkLst>
          <pc:docMk/>
          <pc:sldMasterMk cId="4111757519" sldId="2147484355"/>
        </pc:sldMasterMkLst>
        <pc:sldLayoutChg chg="modSp mod">
          <pc:chgData name="Doug Bellingeri" userId="fb913137-7b04-4b36-af7b-4822c70996e6" providerId="ADAL" clId="{81DE68FC-EE7A-47B9-BF59-BB68C20EB27D}" dt="2026-07-31T03:13:59.499" v="351" actId="14100"/>
          <pc:sldLayoutMkLst>
            <pc:docMk/>
            <pc:sldMasterMk cId="4111757519" sldId="2147484355"/>
            <pc:sldLayoutMk cId="1810095805" sldId="2147484376"/>
          </pc:sldLayoutMkLst>
          <pc:picChg chg="mod">
            <ac:chgData name="Doug Bellingeri" userId="fb913137-7b04-4b36-af7b-4822c70996e6" providerId="ADAL" clId="{81DE68FC-EE7A-47B9-BF59-BB68C20EB27D}" dt="2026-07-31T03:13:59.499" v="351" actId="14100"/>
            <ac:picMkLst>
              <pc:docMk/>
              <pc:sldMasterMk cId="4111757519" sldId="2147484355"/>
              <pc:sldLayoutMk cId="1810095805" sldId="2147484376"/>
              <ac:picMk id="6" creationId="{B502359A-FEAD-154B-8FCA-7F4EDB73CDDE}"/>
            </ac:picMkLst>
          </pc:picChg>
        </pc:sldLayoutChg>
      </pc:sldMasterChg>
    </pc:docChg>
  </pc:docChgLst>
  <pc:docChgLst>
    <pc:chgData name="Adriana Trujillo (She\/Her)" userId="S::adrianat@microsoft.com::5a41a586-66be-47fc-8d5c-e4e81f221ccb" providerId="AD" clId="Web-{3120C6E3-538E-572B-A2EB-1A1799310A69}"/>
    <pc:docChg chg="addSection">
      <pc:chgData name="Adriana Trujillo (She\/Her)" userId="S::adrianat@microsoft.com::5a41a586-66be-47fc-8d5c-e4e81f221ccb" providerId="AD" clId="Web-{3120C6E3-538E-572B-A2EB-1A1799310A69}" dt="2026-08-04T10:06:42.804" v="0"/>
      <pc:docMkLst>
        <pc:docMk/>
      </pc:docMkLst>
    </pc:docChg>
  </pc:docChgLst>
  <pc:docChgLst>
    <pc:chgData name="Adi Leibowitz" userId="7ca725d7-e3d2-4863-b386-effa70f453d5" providerId="ADAL" clId="{2ED437C7-0680-574C-9C53-7A4AFC676655}"/>
    <pc:docChg chg="undo custSel addSld delSld modSld modSection">
      <pc:chgData name="Adi Leibowitz" userId="7ca725d7-e3d2-4863-b386-effa70f453d5" providerId="ADAL" clId="{2ED437C7-0680-574C-9C53-7A4AFC676655}" dt="2026-07-10T07:50:52.704" v="14" actId="680"/>
      <pc:docMkLst>
        <pc:docMk/>
      </pc:docMkLst>
      <pc:sldChg chg="modSp mod">
        <pc:chgData name="Adi Leibowitz" userId="7ca725d7-e3d2-4863-b386-effa70f453d5" providerId="ADAL" clId="{2ED437C7-0680-574C-9C53-7A4AFC676655}" dt="2026-07-09T17:14:09.945" v="12" actId="20577"/>
        <pc:sldMkLst>
          <pc:docMk/>
          <pc:sldMk cId="3502803591" sldId="2147482577"/>
        </pc:sldMkLst>
        <pc:spChg chg="mod">
          <ac:chgData name="Adi Leibowitz" userId="7ca725d7-e3d2-4863-b386-effa70f453d5" providerId="ADAL" clId="{2ED437C7-0680-574C-9C53-7A4AFC676655}" dt="2026-07-09T17:14:09.945" v="12" actId="20577"/>
          <ac:spMkLst>
            <pc:docMk/>
            <pc:sldMk cId="3502803591" sldId="2147482577"/>
            <ac:spMk id="52" creationId="{58E8CBA9-9979-30E9-FD2D-3DE3583E7508}"/>
          </ac:spMkLst>
        </pc:spChg>
      </pc:sldChg>
      <pc:sldChg chg="addSp delSp modSp mod">
        <pc:chgData name="Adi Leibowitz" userId="7ca725d7-e3d2-4863-b386-effa70f453d5" providerId="ADAL" clId="{2ED437C7-0680-574C-9C53-7A4AFC676655}" dt="2026-07-09T17:07:31.102" v="2"/>
        <pc:sldMkLst>
          <pc:docMk/>
          <pc:sldMk cId="694926840" sldId="2147482580"/>
        </pc:sldMkLst>
      </pc:sldChg>
    </pc:docChg>
  </pc:docChgLst>
  <pc:docChgLst>
    <pc:chgData name="Adriana Trujillo (She\/Her)" userId="S::adrianat@microsoft.com::5a41a586-66be-47fc-8d5c-e4e81f221ccb" providerId="AD" clId="Web-{2DB16949-3C37-8691-5AFE-2557496E5BC1}"/>
    <pc:docChg chg="modSld">
      <pc:chgData name="Adriana Trujillo (She\/Her)" userId="S::adrianat@microsoft.com::5a41a586-66be-47fc-8d5c-e4e81f221ccb" providerId="AD" clId="Web-{2DB16949-3C37-8691-5AFE-2557496E5BC1}" dt="2026-07-27T11:36:12.879" v="3"/>
      <pc:docMkLst>
        <pc:docMk/>
      </pc:docMkLst>
      <pc:sldChg chg="modSp">
        <pc:chgData name="Adriana Trujillo (She\/Her)" userId="S::adrianat@microsoft.com::5a41a586-66be-47fc-8d5c-e4e81f221ccb" providerId="AD" clId="Web-{2DB16949-3C37-8691-5AFE-2557496E5BC1}" dt="2026-07-27T11:36:12.879" v="3"/>
        <pc:sldMkLst>
          <pc:docMk/>
          <pc:sldMk cId="1297186795" sldId="259"/>
        </pc:sldMkLst>
        <pc:graphicFrameChg chg="mod modGraphic">
          <ac:chgData name="Adriana Trujillo (She\/Her)" userId="S::adrianat@microsoft.com::5a41a586-66be-47fc-8d5c-e4e81f221ccb" providerId="AD" clId="Web-{2DB16949-3C37-8691-5AFE-2557496E5BC1}" dt="2026-07-27T11:36:12.879" v="3"/>
          <ac:graphicFrameMkLst>
            <pc:docMk/>
            <pc:sldMk cId="1297186795" sldId="259"/>
            <ac:graphicFrameMk id="5" creationId="{00000000-0000-0000-0000-000000000000}"/>
          </ac:graphicFrameMkLst>
        </pc:graphicFrameChg>
      </pc:sldChg>
    </pc:docChg>
  </pc:docChgLst>
  <pc:docChgLst>
    <pc:chgData name="Roel Schenk" userId="f35b530d-0423-48c9-a010-28f694d4527a" providerId="ADAL" clId="{85C21540-B04D-5A9B-B3BD-61BCF23D6661}"/>
    <pc:docChg chg="undo redo custSel addSld delSld modSld sldOrd addSection modSection">
      <pc:chgData name="Roel Schenk" userId="f35b530d-0423-48c9-a010-28f694d4527a" providerId="ADAL" clId="{85C21540-B04D-5A9B-B3BD-61BCF23D6661}" dt="2026-07-09T17:05:45.807" v="1456" actId="20578"/>
      <pc:docMkLst>
        <pc:docMk/>
      </pc:docMkLst>
      <pc:sldChg chg="mod ord modShow">
        <pc:chgData name="Roel Schenk" userId="f35b530d-0423-48c9-a010-28f694d4527a" providerId="ADAL" clId="{85C21540-B04D-5A9B-B3BD-61BCF23D6661}" dt="2026-07-07T16:11:29.215" v="1003" actId="20578"/>
        <pc:sldMkLst>
          <pc:docMk/>
          <pc:sldMk cId="3094418574" sldId="280"/>
        </pc:sldMkLst>
      </pc:sldChg>
      <pc:sldChg chg="delSp mod">
        <pc:chgData name="Roel Schenk" userId="f35b530d-0423-48c9-a010-28f694d4527a" providerId="ADAL" clId="{85C21540-B04D-5A9B-B3BD-61BCF23D6661}" dt="2026-07-07T16:40:24.899" v="1293" actId="478"/>
        <pc:sldMkLst>
          <pc:docMk/>
          <pc:sldMk cId="471527113" sldId="281"/>
        </pc:sldMkLst>
      </pc:sldChg>
      <pc:sldChg chg="delSp mod">
        <pc:chgData name="Roel Schenk" userId="f35b530d-0423-48c9-a010-28f694d4527a" providerId="ADAL" clId="{85C21540-B04D-5A9B-B3BD-61BCF23D6661}" dt="2026-07-07T16:40:17.142" v="1292" actId="478"/>
        <pc:sldMkLst>
          <pc:docMk/>
          <pc:sldMk cId="4039376711" sldId="285"/>
        </pc:sldMkLst>
      </pc:sldChg>
      <pc:sldChg chg="delSp modSp mod">
        <pc:chgData name="Roel Schenk" userId="f35b530d-0423-48c9-a010-28f694d4527a" providerId="ADAL" clId="{85C21540-B04D-5A9B-B3BD-61BCF23D6661}" dt="2026-07-07T16:40:27.882" v="1294" actId="478"/>
        <pc:sldMkLst>
          <pc:docMk/>
          <pc:sldMk cId="3674467208" sldId="289"/>
        </pc:sldMkLst>
        <pc:spChg chg="mod">
          <ac:chgData name="Roel Schenk" userId="f35b530d-0423-48c9-a010-28f694d4527a" providerId="ADAL" clId="{85C21540-B04D-5A9B-B3BD-61BCF23D6661}" dt="2026-07-07T14:32:47.506" v="983" actId="207"/>
          <ac:spMkLst>
            <pc:docMk/>
            <pc:sldMk cId="3674467208" sldId="289"/>
            <ac:spMk id="53" creationId="{CB66A7DF-EF32-4CD2-2490-E1D0603C39B6}"/>
          </ac:spMkLst>
        </pc:spChg>
      </pc:sldChg>
      <pc:sldChg chg="delSp modSp mod modCm">
        <pc:chgData name="Roel Schenk" userId="f35b530d-0423-48c9-a010-28f694d4527a" providerId="ADAL" clId="{85C21540-B04D-5A9B-B3BD-61BCF23D6661}" dt="2026-07-07T14:56:42.349" v="985"/>
        <pc:sldMkLst>
          <pc:docMk/>
          <pc:sldMk cId="0" sldId="2147482529"/>
        </pc:sldMkLst>
        <pc:spChg chg="mod">
          <ac:chgData name="Roel Schenk" userId="f35b530d-0423-48c9-a010-28f694d4527a" providerId="ADAL" clId="{85C21540-B04D-5A9B-B3BD-61BCF23D6661}" dt="2026-07-07T14:56:42.349" v="985"/>
          <ac:spMkLst>
            <pc:docMk/>
            <pc:sldMk cId="0" sldId="2147482529"/>
            <ac:spMk id="2" creationId="{00000000-0000-0000-0000-000000000000}"/>
          </ac:spMkLst>
        </pc:spChg>
        <pc:extLst>
          <p:ext xmlns:p="http://schemas.openxmlformats.org/presentationml/2006/main" uri="{D6D511B9-2390-475A-947B-AFAB55BFBCF1}">
            <pc226:cmChg xmlns:pc226="http://schemas.microsoft.com/office/powerpoint/2022/06/main/command" chg="mod">
              <pc226:chgData name="Roel Schenk" userId="f35b530d-0423-48c9-a010-28f694d4527a" providerId="ADAL" clId="{85C21540-B04D-5A9B-B3BD-61BCF23D6661}" dt="2026-07-07T14:15:58.216" v="931" actId="20577"/>
              <pc2:cmMkLst xmlns:pc2="http://schemas.microsoft.com/office/powerpoint/2019/9/main/command">
                <pc:docMk/>
                <pc:sldMk cId="0" sldId="2147482529"/>
                <pc2:cmMk id="{1BD2B94A-2F84-934F-BF00-49C468080A66}"/>
              </pc2:cmMkLst>
            </pc226:cmChg>
          </p:ext>
        </pc:extLst>
      </pc:sldChg>
      <pc:sldChg chg="addSp delSp modSp add mod">
        <pc:chgData name="Roel Schenk" userId="f35b530d-0423-48c9-a010-28f694d4527a" providerId="ADAL" clId="{85C21540-B04D-5A9B-B3BD-61BCF23D6661}" dt="2026-07-07T15:24:52.612" v="996"/>
        <pc:sldMkLst>
          <pc:docMk/>
          <pc:sldMk cId="2980999943" sldId="2147482552"/>
        </pc:sldMkLst>
        <pc:spChg chg="mod">
          <ac:chgData name="Roel Schenk" userId="f35b530d-0423-48c9-a010-28f694d4527a" providerId="ADAL" clId="{85C21540-B04D-5A9B-B3BD-61BCF23D6661}" dt="2026-07-07T15:22:21.269" v="994" actId="27636"/>
          <ac:spMkLst>
            <pc:docMk/>
            <pc:sldMk cId="2980999943" sldId="2147482552"/>
            <ac:spMk id="2" creationId="{126E5530-6725-CF99-7373-8A66A9C3D704}"/>
          </ac:spMkLst>
        </pc:spChg>
      </pc:sldChg>
      <pc:sldChg chg="modSp add mod">
        <pc:chgData name="Roel Schenk" userId="f35b530d-0423-48c9-a010-28f694d4527a" providerId="ADAL" clId="{85C21540-B04D-5A9B-B3BD-61BCF23D6661}" dt="2026-07-07T14:20:04.094" v="934" actId="21"/>
        <pc:sldMkLst>
          <pc:docMk/>
          <pc:sldMk cId="0" sldId="2147482575"/>
        </pc:sldMkLst>
        <pc:graphicFrameChg chg="modGraphic">
          <ac:chgData name="Roel Schenk" userId="f35b530d-0423-48c9-a010-28f694d4527a" providerId="ADAL" clId="{85C21540-B04D-5A9B-B3BD-61BCF23D6661}" dt="2026-07-07T14:20:04.094" v="934" actId="21"/>
          <ac:graphicFrameMkLst>
            <pc:docMk/>
            <pc:sldMk cId="0" sldId="2147482575"/>
            <ac:graphicFrameMk id="60" creationId="{00000000-0000-0000-0000-000000000000}"/>
          </ac:graphicFrameMkLst>
        </pc:graphicFrameChg>
      </pc:sldChg>
      <pc:sldChg chg="addSp delSp modSp mod">
        <pc:chgData name="Roel Schenk" userId="f35b530d-0423-48c9-a010-28f694d4527a" providerId="ADAL" clId="{85C21540-B04D-5A9B-B3BD-61BCF23D6661}" dt="2026-07-07T16:38:23.800" v="1269"/>
        <pc:sldMkLst>
          <pc:docMk/>
          <pc:sldMk cId="3502803591" sldId="2147482577"/>
        </pc:sldMkLst>
        <pc:spChg chg="add mod">
          <ac:chgData name="Roel Schenk" userId="f35b530d-0423-48c9-a010-28f694d4527a" providerId="ADAL" clId="{85C21540-B04D-5A9B-B3BD-61BCF23D6661}" dt="2026-07-07T16:20:16.365" v="1103" actId="121"/>
          <ac:spMkLst>
            <pc:docMk/>
            <pc:sldMk cId="3502803591" sldId="2147482577"/>
            <ac:spMk id="10" creationId="{89DF9869-1D9B-3207-BF0A-55AB15C25B69}"/>
          </ac:spMkLst>
        </pc:spChg>
        <pc:spChg chg="mod">
          <ac:chgData name="Roel Schenk" userId="f35b530d-0423-48c9-a010-28f694d4527a" providerId="ADAL" clId="{85C21540-B04D-5A9B-B3BD-61BCF23D6661}" dt="2026-07-07T12:25:46.844" v="778" actId="14100"/>
          <ac:spMkLst>
            <pc:docMk/>
            <pc:sldMk cId="3502803591" sldId="2147482577"/>
            <ac:spMk id="52" creationId="{58E8CBA9-9979-30E9-FD2D-3DE3583E7508}"/>
          </ac:spMkLst>
        </pc:spChg>
        <pc:spChg chg="mod">
          <ac:chgData name="Roel Schenk" userId="f35b530d-0423-48c9-a010-28f694d4527a" providerId="ADAL" clId="{85C21540-B04D-5A9B-B3BD-61BCF23D6661}" dt="2026-07-07T16:15:42.700" v="1010" actId="1076"/>
          <ac:spMkLst>
            <pc:docMk/>
            <pc:sldMk cId="3502803591" sldId="2147482577"/>
            <ac:spMk id="82" creationId="{D90A1882-952E-9523-5D0C-9381BE115B9C}"/>
          </ac:spMkLst>
        </pc:spChg>
      </pc:sldChg>
      <pc:sldChg chg="addSp delSp modSp mod ord">
        <pc:chgData name="Roel Schenk" userId="f35b530d-0423-48c9-a010-28f694d4527a" providerId="ADAL" clId="{85C21540-B04D-5A9B-B3BD-61BCF23D6661}" dt="2026-07-07T16:17:19.756" v="1085" actId="121"/>
        <pc:sldMkLst>
          <pc:docMk/>
          <pc:sldMk cId="1062822550" sldId="2147482579"/>
        </pc:sldMkLst>
      </pc:sldChg>
      <pc:sldChg chg="ord">
        <pc:chgData name="Roel Schenk" userId="f35b530d-0423-48c9-a010-28f694d4527a" providerId="ADAL" clId="{85C21540-B04D-5A9B-B3BD-61BCF23D6661}" dt="2026-07-07T12:10:37.905" v="738" actId="20578"/>
        <pc:sldMkLst>
          <pc:docMk/>
          <pc:sldMk cId="3043912914" sldId="2147482583"/>
        </pc:sldMkLst>
      </pc:sldChg>
      <pc:sldChg chg="delSp mod">
        <pc:chgData name="Roel Schenk" userId="f35b530d-0423-48c9-a010-28f694d4527a" providerId="ADAL" clId="{85C21540-B04D-5A9B-B3BD-61BCF23D6661}" dt="2026-07-07T16:40:14.535" v="1291" actId="478"/>
        <pc:sldMkLst>
          <pc:docMk/>
          <pc:sldMk cId="3012478867" sldId="2147482585"/>
        </pc:sldMkLst>
      </pc:sldChg>
      <pc:sldChg chg="add">
        <pc:chgData name="Roel Schenk" userId="f35b530d-0423-48c9-a010-28f694d4527a" providerId="ADAL" clId="{85C21540-B04D-5A9B-B3BD-61BCF23D6661}" dt="2026-07-07T14:30:57.551" v="967" actId="2890"/>
        <pc:sldMkLst>
          <pc:docMk/>
          <pc:sldMk cId="3619089470" sldId="2147482587"/>
        </pc:sldMkLst>
      </pc:sldChg>
      <pc:sldChg chg="add">
        <pc:chgData name="Roel Schenk" userId="f35b530d-0423-48c9-a010-28f694d4527a" providerId="ADAL" clId="{85C21540-B04D-5A9B-B3BD-61BCF23D6661}" dt="2026-07-07T16:58:43.985" v="1378"/>
        <pc:sldMkLst>
          <pc:docMk/>
          <pc:sldMk cId="1481862077" sldId="2147482593"/>
        </pc:sldMkLst>
      </pc:sldChg>
    </pc:docChg>
  </pc:docChgLst>
  <pc:docChgLst>
    <pc:chgData name="Chris Garty" userId="d87be1b4-816c-4eff-9edd-7a5823986db1" providerId="ADAL" clId="{77367994-2D2C-4914-8F71-1CE47B9037A2}"/>
    <pc:docChg chg="undo custSel addSld modSld modSection">
      <pc:chgData name="Chris Garty" userId="d87be1b4-816c-4eff-9edd-7a5823986db1" providerId="ADAL" clId="{77367994-2D2C-4914-8F71-1CE47B9037A2}" dt="2026-07-09T05:33:08.659" v="173" actId="478"/>
      <pc:docMkLst>
        <pc:docMk/>
      </pc:docMkLst>
    </pc:docChg>
  </pc:docChgLst>
  <pc:docChgLst>
    <pc:chgData name="Lewis Baybutt" userId="63ee7acd-7201-4b30-a4f5-ab9ff78defec" providerId="ADAL" clId="{A453A655-BB3F-42CA-A8F0-71CF306D1EB8}"/>
    <pc:docChg chg="addSld delSld modSld modSection">
      <pc:chgData name="Lewis Baybutt" userId="63ee7acd-7201-4b30-a4f5-ab9ff78defec" providerId="ADAL" clId="{A453A655-BB3F-42CA-A8F0-71CF306D1EB8}" dt="2026-07-09T14:43:44.219" v="1" actId="47"/>
      <pc:docMkLst>
        <pc:docMk/>
      </pc:docMkLst>
      <pc:sldChg chg="add">
        <pc:chgData name="Lewis Baybutt" userId="63ee7acd-7201-4b30-a4f5-ab9ff78defec" providerId="ADAL" clId="{A453A655-BB3F-42CA-A8F0-71CF306D1EB8}" dt="2026-07-09T14:43:41.099" v="0"/>
        <pc:sldMkLst>
          <pc:docMk/>
          <pc:sldMk cId="425662150"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B4B101-3225-4967-95B5-ED5755256DE0}" type="datetimeFigureOut">
              <a:rPr lang="en-GB" smtClean="0"/>
              <a:t>05/08/2026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B8C794-77EE-4724-B493-2E0907BFA558}" type="slidenum">
              <a:rPr lang="en-GB" smtClean="0"/>
              <a:t>‹#›</a:t>
            </a:fld>
            <a:endParaRPr lang="en-GB"/>
          </a:p>
        </p:txBody>
      </p:sp>
    </p:spTree>
    <p:extLst>
      <p:ext uri="{BB962C8B-B14F-4D97-AF65-F5344CB8AC3E}">
        <p14:creationId xmlns:p14="http://schemas.microsoft.com/office/powerpoint/2010/main" val="17023183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6B7280"/>
                </a:solidFill>
                <a:cs typeface="Segoe UI" pitchFamily="34" charset="0"/>
              </a:rPr>
              <a:t>Sources: Meet the new Copilot Studio (techcommunity.microsoft.com); What’s new in Copilot Studio, May 2026 (microsoft.com/</a:t>
            </a:r>
            <a:r>
              <a:rPr lang="en-US" sz="1200" err="1">
                <a:solidFill>
                  <a:srgbClr val="6B7280"/>
                </a:solidFill>
                <a:cs typeface="Segoe UI" pitchFamily="34" charset="0"/>
              </a:rPr>
              <a:t>microsoft</a:t>
            </a:r>
            <a:r>
              <a:rPr lang="en-US" sz="1200">
                <a:solidFill>
                  <a:srgbClr val="6B7280"/>
                </a:solidFill>
                <a:cs typeface="Segoe UI" pitchFamily="34" charset="0"/>
              </a:rPr>
              <a:t>-copilot/blog)</a:t>
            </a:r>
          </a:p>
          <a:p>
            <a:endParaRPr lang="en-NL"/>
          </a:p>
        </p:txBody>
      </p:sp>
      <p:sp>
        <p:nvSpPr>
          <p:cNvPr id="4" name="Slide Number Placeholder 3"/>
          <p:cNvSpPr>
            <a:spLocks noGrp="1"/>
          </p:cNvSpPr>
          <p:nvPr>
            <p:ph type="sldNum" sz="quarter" idx="5"/>
          </p:nvPr>
        </p:nvSpPr>
        <p:spPr/>
        <p:txBody>
          <a:bodyPr/>
          <a:lstStyle/>
          <a:p>
            <a:fld id="{7EB8C794-77EE-4724-B493-2E0907BFA558}" type="slidenum">
              <a:rPr lang="en-GB" smtClean="0"/>
              <a:t>8</a:t>
            </a:fld>
            <a:endParaRPr lang="en-GB"/>
          </a:p>
        </p:txBody>
      </p:sp>
    </p:spTree>
    <p:extLst>
      <p:ext uri="{BB962C8B-B14F-4D97-AF65-F5344CB8AC3E}">
        <p14:creationId xmlns:p14="http://schemas.microsoft.com/office/powerpoint/2010/main" val="11178358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EB8C794-77EE-4724-B493-2E0907BFA558}" type="slidenum">
              <a:rPr lang="en-GB" smtClean="0"/>
              <a:t>10</a:t>
            </a:fld>
            <a:endParaRPr lang="en-GB"/>
          </a:p>
        </p:txBody>
      </p:sp>
    </p:spTree>
    <p:extLst>
      <p:ext uri="{BB962C8B-B14F-4D97-AF65-F5344CB8AC3E}">
        <p14:creationId xmlns:p14="http://schemas.microsoft.com/office/powerpoint/2010/main" val="9031017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220D4-4DD0-1901-EADA-3E1B3AE84A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A8DE35-CE2C-EB1C-B6CD-E38D1E422F0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F73E8D5-BFD8-0F11-BB8B-87F4B6B518BA}"/>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00BD41BF-976D-F676-2000-724858880D0B}"/>
              </a:ext>
            </a:extLst>
          </p:cNvPr>
          <p:cNvSpPr>
            <a:spLocks noGrp="1"/>
          </p:cNvSpPr>
          <p:nvPr>
            <p:ph type="sldNum" sz="quarter" idx="5"/>
          </p:nvPr>
        </p:nvSpPr>
        <p:spPr/>
        <p:txBody>
          <a:bodyPr/>
          <a:lstStyle/>
          <a:p>
            <a:fld id="{7EB8C794-77EE-4724-B493-2E0907BFA558}" type="slidenum">
              <a:rPr lang="en-GB" smtClean="0"/>
              <a:t>16</a:t>
            </a:fld>
            <a:endParaRPr lang="en-GB"/>
          </a:p>
        </p:txBody>
      </p:sp>
    </p:spTree>
    <p:extLst>
      <p:ext uri="{BB962C8B-B14F-4D97-AF65-F5344CB8AC3E}">
        <p14:creationId xmlns:p14="http://schemas.microsoft.com/office/powerpoint/2010/main" val="6360010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23DF4-B6E3-1ED7-A8BF-787B49DCFC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03B6B4-1744-6847-B0C5-6CC182EA959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29E6D18-4F2C-1A21-7F75-BE6404411925}"/>
              </a:ext>
            </a:extLst>
          </p:cNvPr>
          <p:cNvSpPr>
            <a:spLocks noGrp="1"/>
          </p:cNvSpPr>
          <p:nvPr>
            <p:ph type="body" idx="1"/>
          </p:nvPr>
        </p:nvSpPr>
        <p:spPr/>
        <p:txBody>
          <a:bodyPr/>
          <a:lstStyle/>
          <a:p>
            <a:r>
              <a:rPr lang="en-GB"/>
              <a:t>Prompts are not in the building block anymore -&gt; Inline agents</a:t>
            </a:r>
          </a:p>
        </p:txBody>
      </p:sp>
      <p:sp>
        <p:nvSpPr>
          <p:cNvPr id="4" name="Slide Number Placeholder 3">
            <a:extLst>
              <a:ext uri="{FF2B5EF4-FFF2-40B4-BE49-F238E27FC236}">
                <a16:creationId xmlns:a16="http://schemas.microsoft.com/office/drawing/2014/main" id="{D68F6C3F-CEF3-7963-8CA7-F06A157B1F88}"/>
              </a:ext>
            </a:extLst>
          </p:cNvPr>
          <p:cNvSpPr>
            <a:spLocks noGrp="1"/>
          </p:cNvSpPr>
          <p:nvPr>
            <p:ph type="sldNum" sz="quarter" idx="5"/>
          </p:nvPr>
        </p:nvSpPr>
        <p:spPr/>
        <p:txBody>
          <a:bodyPr/>
          <a:lstStyle/>
          <a:p>
            <a:fld id="{7EB8C794-77EE-4724-B493-2E0907BFA558}" type="slidenum">
              <a:rPr lang="en-GB" smtClean="0"/>
              <a:t>24</a:t>
            </a:fld>
            <a:endParaRPr lang="en-GB"/>
          </a:p>
        </p:txBody>
      </p:sp>
    </p:spTree>
    <p:extLst>
      <p:ext uri="{BB962C8B-B14F-4D97-AF65-F5344CB8AC3E}">
        <p14:creationId xmlns:p14="http://schemas.microsoft.com/office/powerpoint/2010/main" val="27063628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4D742-878A-A843-635B-F161AA31AD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EFF237-4F8C-2F06-63BA-1CD6550EF8D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1410A58-26C8-599E-9CB4-296BA89BDB6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B616D48-1702-7A5D-6584-C958DDBC7CDA}"/>
              </a:ext>
            </a:extLst>
          </p:cNvPr>
          <p:cNvSpPr>
            <a:spLocks noGrp="1"/>
          </p:cNvSpPr>
          <p:nvPr>
            <p:ph type="sldNum" sz="quarter" idx="5"/>
          </p:nvPr>
        </p:nvSpPr>
        <p:spPr/>
        <p:txBody>
          <a:bodyPr/>
          <a:lstStyle/>
          <a:p>
            <a:fld id="{7EB8C794-77EE-4724-B493-2E0907BFA558}" type="slidenum">
              <a:rPr lang="en-GB" smtClean="0"/>
              <a:t>25</a:t>
            </a:fld>
            <a:endParaRPr lang="en-GB"/>
          </a:p>
        </p:txBody>
      </p:sp>
    </p:spTree>
    <p:extLst>
      <p:ext uri="{BB962C8B-B14F-4D97-AF65-F5344CB8AC3E}">
        <p14:creationId xmlns:p14="http://schemas.microsoft.com/office/powerpoint/2010/main" val="31748150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46158-E602-4B13-13E2-E53D3F19D9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2D806-3E54-CD2C-40D6-905D645220A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BF61100-0F41-B066-B74B-975B579CBCE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E6C408C-492B-1611-EC0C-629D31BB1664}"/>
              </a:ext>
            </a:extLst>
          </p:cNvPr>
          <p:cNvSpPr>
            <a:spLocks noGrp="1"/>
          </p:cNvSpPr>
          <p:nvPr>
            <p:ph type="sldNum" sz="quarter" idx="5"/>
          </p:nvPr>
        </p:nvSpPr>
        <p:spPr/>
        <p:txBody>
          <a:bodyPr/>
          <a:lstStyle/>
          <a:p>
            <a:fld id="{7EB8C794-77EE-4724-B493-2E0907BFA558}" type="slidenum">
              <a:rPr lang="en-GB" smtClean="0"/>
              <a:t>27</a:t>
            </a:fld>
            <a:endParaRPr lang="en-GB"/>
          </a:p>
        </p:txBody>
      </p:sp>
    </p:spTree>
    <p:extLst>
      <p:ext uri="{BB962C8B-B14F-4D97-AF65-F5344CB8AC3E}">
        <p14:creationId xmlns:p14="http://schemas.microsoft.com/office/powerpoint/2010/main" val="13751976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63120-BC6D-ED26-46B4-ED79405000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B25634-2978-9E6B-B783-1FE3A7D7A0A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19CD350-BC2B-41EF-6DE3-E9EA22DD9BD8}"/>
              </a:ext>
            </a:extLst>
          </p:cNvPr>
          <p:cNvSpPr>
            <a:spLocks noGrp="1"/>
          </p:cNvSpPr>
          <p:nvPr>
            <p:ph type="body" idx="1"/>
          </p:nvPr>
        </p:nvSpPr>
        <p:spPr/>
        <p:txBody>
          <a:bodyPr/>
          <a:lstStyle/>
          <a:p>
            <a:r>
              <a:rPr lang="en-US"/>
              <a:t>We don’t want connected agents reaching out to users as that could be potentially useful context for the main orchestrator</a:t>
            </a:r>
          </a:p>
        </p:txBody>
      </p:sp>
      <p:sp>
        <p:nvSpPr>
          <p:cNvPr id="4" name="Slide Number Placeholder 3">
            <a:extLst>
              <a:ext uri="{FF2B5EF4-FFF2-40B4-BE49-F238E27FC236}">
                <a16:creationId xmlns:a16="http://schemas.microsoft.com/office/drawing/2014/main" id="{B3D0484F-0CCD-2453-A2A8-985C3AB5EC8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B8C794-77EE-4724-B493-2E0907BFA55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91777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DFE95-1AC0-6022-6A38-8898C4DE52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A4917A-A733-BDB8-E1B2-2FA9310FB63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FC9D16C-FB9B-E208-6AF6-3AB03D57843E}"/>
              </a:ext>
            </a:extLst>
          </p:cNvPr>
          <p:cNvSpPr>
            <a:spLocks noGrp="1"/>
          </p:cNvSpPr>
          <p:nvPr>
            <p:ph type="body" idx="1"/>
          </p:nvPr>
        </p:nvSpPr>
        <p:spPr/>
        <p:txBody>
          <a:bodyPr/>
          <a:lstStyle/>
          <a:p>
            <a:r>
              <a:rPr lang="en-US"/>
              <a:t>We don’t want connected agents reaching out to users as that could be potentially useful context for the main orchestrator</a:t>
            </a:r>
          </a:p>
        </p:txBody>
      </p:sp>
      <p:sp>
        <p:nvSpPr>
          <p:cNvPr id="4" name="Slide Number Placeholder 3">
            <a:extLst>
              <a:ext uri="{FF2B5EF4-FFF2-40B4-BE49-F238E27FC236}">
                <a16:creationId xmlns:a16="http://schemas.microsoft.com/office/drawing/2014/main" id="{0A90CC54-541F-B85A-8F0F-557CC32E4D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B8C794-77EE-4724-B493-2E0907BFA55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24329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A5F8A-C9F0-F40A-99BA-48E536488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37A87C-954E-FAC7-AAC4-10CEEC81D19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4555548-91FD-F6AC-0841-87E0347A6B30}"/>
              </a:ext>
            </a:extLst>
          </p:cNvPr>
          <p:cNvSpPr>
            <a:spLocks noGrp="1"/>
          </p:cNvSpPr>
          <p:nvPr>
            <p:ph type="body" idx="1"/>
          </p:nvPr>
        </p:nvSpPr>
        <p:spPr/>
        <p:txBody>
          <a:bodyPr/>
          <a:lstStyle/>
          <a:p>
            <a:r>
              <a:rPr lang="en-US"/>
              <a:t>We don’t want connected agents reaching out to users as that could be potentially useful context for the main orchestrator</a:t>
            </a:r>
          </a:p>
        </p:txBody>
      </p:sp>
      <p:sp>
        <p:nvSpPr>
          <p:cNvPr id="4" name="Slide Number Placeholder 3">
            <a:extLst>
              <a:ext uri="{FF2B5EF4-FFF2-40B4-BE49-F238E27FC236}">
                <a16:creationId xmlns:a16="http://schemas.microsoft.com/office/drawing/2014/main" id="{93549597-4DF4-8698-B31E-F0BC0A45D3D6}"/>
              </a:ext>
            </a:extLst>
          </p:cNvPr>
          <p:cNvSpPr>
            <a:spLocks noGrp="1"/>
          </p:cNvSpPr>
          <p:nvPr>
            <p:ph type="sldNum" sz="quarter" idx="5"/>
          </p:nvPr>
        </p:nvSpPr>
        <p:spPr/>
        <p:txBody>
          <a:bodyPr/>
          <a:lstStyle/>
          <a:p>
            <a:fld id="{7EB8C794-77EE-4724-B493-2E0907BFA558}" type="slidenum">
              <a:rPr lang="en-GB" smtClean="0"/>
              <a:t>38</a:t>
            </a:fld>
            <a:endParaRPr lang="en-GB"/>
          </a:p>
        </p:txBody>
      </p:sp>
    </p:spTree>
    <p:extLst>
      <p:ext uri="{BB962C8B-B14F-4D97-AF65-F5344CB8AC3E}">
        <p14:creationId xmlns:p14="http://schemas.microsoft.com/office/powerpoint/2010/main" val="757640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microsoft.com/office/2007/relationships/hdphoto" Target="../media/hdphoto1.wdp"/><Relationship Id="rId4" Type="http://schemas.openxmlformats.org/officeDocument/2006/relationships/image" Target="../media/image6.emf"/><Relationship Id="rId5"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 Id="rId3"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svg"/><Relationship Id="rId3" Type="http://schemas.openxmlformats.org/officeDocument/2006/relationships/image" Target="../media/image10.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3.png"/><Relationship Id="rId4" Type="http://schemas.openxmlformats.org/officeDocument/2006/relationships/image" Target="../media/image7.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svg"/><Relationship Id="rId3" Type="http://schemas.openxmlformats.org/officeDocument/2006/relationships/image" Target="../media/image4.svg"/><Relationship Id="rId4" Type="http://schemas.openxmlformats.org/officeDocument/2006/relationships/image" Target="../media/image6.emf"/><Relationship Id="rId5" Type="http://schemas.openxmlformats.org/officeDocument/2006/relationships/image" Target="../media/image7.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svg"/><Relationship Id="rId3" Type="http://schemas.openxmlformats.org/officeDocument/2006/relationships/image" Target="../media/image10.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 Id="rId3"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svg"/><Relationship Id="rId3" Type="http://schemas.openxmlformats.org/officeDocument/2006/relationships/image" Target="../media/image10.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svg"/><Relationship Id="rId3" Type="http://schemas.openxmlformats.org/officeDocument/2006/relationships/image" Target="../media/image4.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 Id="rId3" Type="http://schemas.openxmlformats.org/officeDocument/2006/relationships/image" Target="../media/image4.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 Id="rId3" Type="http://schemas.openxmlformats.org/officeDocument/2006/relationships/image" Target="../media/image4.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svg"/><Relationship Id="rId3" Type="http://schemas.openxmlformats.org/officeDocument/2006/relationships/image" Target="../media/image10.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 Id="rId3" Type="http://schemas.openxmlformats.org/officeDocument/2006/relationships/image" Target="../media/image4.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 Id="rId3" Type="http://schemas.openxmlformats.org/officeDocument/2006/relationships/image" Target="../media/image4.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svg"/><Relationship Id="rId3" Type="http://schemas.openxmlformats.org/officeDocument/2006/relationships/image" Target="../media/image10.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 Id="rId3" Type="http://schemas.openxmlformats.org/officeDocument/2006/relationships/image" Target="../media/image4.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svg"/><Relationship Id="rId3" Type="http://schemas.openxmlformats.org/officeDocument/2006/relationships/image" Target="../media/image10.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svg"/><Relationship Id="rId3" Type="http://schemas.openxmlformats.org/officeDocument/2006/relationships/image" Target="../media/image4.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White ">
    <p:spTree>
      <p:nvGrpSpPr>
        <p:cNvPr id="1" name=""/>
        <p:cNvGrpSpPr/>
        <p:nvPr/>
      </p:nvGrpSpPr>
      <p:grpSpPr>
        <a:xfrm>
          <a:off x="0" y="0"/>
          <a:ext cx="0" cy="0"/>
          <a:chOff x="0" y="0"/>
          <a:chExt cx="0" cy="0"/>
        </a:xfrm>
      </p:grpSpPr>
      <p:sp>
        <p:nvSpPr>
          <p:cNvPr id="53" name="Freeform: Shape 52">
            <a:extLst>
              <a:ext uri="{FF2B5EF4-FFF2-40B4-BE49-F238E27FC236}">
                <a16:creationId xmlns:a16="http://schemas.microsoft.com/office/drawing/2014/main" id="{2E11FE84-A187-6926-173B-172F1523FA6D}"/>
              </a:ext>
            </a:extLst>
          </p:cNvPr>
          <p:cNvSpPr/>
          <p:nvPr/>
        </p:nvSpPr>
        <p:spPr>
          <a:xfrm>
            <a:off x="6859278" y="2"/>
            <a:ext cx="5332720" cy="6857999"/>
          </a:xfrm>
          <a:custGeom>
            <a:avLst/>
            <a:gdLst>
              <a:gd name="csX0" fmla="*/ 3216055 w 5332720"/>
              <a:gd name="csY0" fmla="*/ 0 h 6857999"/>
              <a:gd name="csX1" fmla="*/ 3951920 w 5332720"/>
              <a:gd name="csY1" fmla="*/ 0 h 6857999"/>
              <a:gd name="csX2" fmla="*/ 3963494 w 5332720"/>
              <a:gd name="csY2" fmla="*/ 4220 h 6857999"/>
              <a:gd name="csX3" fmla="*/ 4277633 w 5332720"/>
              <a:gd name="csY3" fmla="*/ 221264 h 6857999"/>
              <a:gd name="csX4" fmla="*/ 4902257 w 5332720"/>
              <a:gd name="csY4" fmla="*/ 845556 h 6857999"/>
              <a:gd name="csX5" fmla="*/ 5332720 w 5332720"/>
              <a:gd name="csY5" fmla="*/ 417663 h 6857999"/>
              <a:gd name="csX6" fmla="*/ 5332720 w 5332720"/>
              <a:gd name="csY6" fmla="*/ 6645699 h 6857999"/>
              <a:gd name="csX7" fmla="*/ 5176236 w 5332720"/>
              <a:gd name="csY7" fmla="*/ 6489164 h 6857999"/>
              <a:gd name="csX8" fmla="*/ 4809513 w 5332720"/>
              <a:gd name="csY8" fmla="*/ 6117326 h 6857999"/>
              <a:gd name="csX9" fmla="*/ 4808451 w 5332720"/>
              <a:gd name="csY9" fmla="*/ 6117326 h 6857999"/>
              <a:gd name="csX10" fmla="*/ 4790579 w 5332720"/>
              <a:gd name="csY10" fmla="*/ 6117592 h 6857999"/>
              <a:gd name="csX11" fmla="*/ 4748991 w 5332720"/>
              <a:gd name="csY11" fmla="*/ 6135131 h 6857999"/>
              <a:gd name="csX12" fmla="*/ 4747463 w 5332720"/>
              <a:gd name="csY12" fmla="*/ 6136592 h 6857999"/>
              <a:gd name="csX13" fmla="*/ 4021080 w 5332720"/>
              <a:gd name="csY13" fmla="*/ 6857999 h 6857999"/>
              <a:gd name="csX14" fmla="*/ 1690477 w 5332720"/>
              <a:gd name="csY14" fmla="*/ 6857999 h 6857999"/>
              <a:gd name="csX15" fmla="*/ 1587670 w 5332720"/>
              <a:gd name="csY15" fmla="*/ 6754573 h 6857999"/>
              <a:gd name="csX16" fmla="*/ 1295687 w 5332720"/>
              <a:gd name="csY16" fmla="*/ 6063779 h 6857999"/>
              <a:gd name="csX17" fmla="*/ 1513662 w 5332720"/>
              <a:gd name="csY17" fmla="*/ 5444869 h 6857999"/>
              <a:gd name="csX18" fmla="*/ 1090070 w 5332720"/>
              <a:gd name="csY18" fmla="*/ 5190687 h 6857999"/>
              <a:gd name="csX19" fmla="*/ 279759 w 5332720"/>
              <a:gd name="csY19" fmla="*/ 4379845 h 6857999"/>
              <a:gd name="csX20" fmla="*/ 277766 w 5332720"/>
              <a:gd name="csY20" fmla="*/ 4377786 h 6857999"/>
              <a:gd name="csX21" fmla="*/ 0 w 5332720"/>
              <a:gd name="csY21" fmla="*/ 3691509 h 6857999"/>
              <a:gd name="csX22" fmla="*/ 277833 w 5332720"/>
              <a:gd name="csY22" fmla="*/ 3005233 h 6857999"/>
              <a:gd name="csX23" fmla="*/ 284675 w 5332720"/>
              <a:gd name="csY23" fmla="*/ 2998257 h 6857999"/>
              <a:gd name="csX24" fmla="*/ 1095584 w 5332720"/>
              <a:gd name="csY24" fmla="*/ 2186884 h 6857999"/>
              <a:gd name="csX25" fmla="*/ 1786444 w 5332720"/>
              <a:gd name="csY25" fmla="*/ 1899485 h 6857999"/>
              <a:gd name="csX26" fmla="*/ 1803318 w 5332720"/>
              <a:gd name="csY26" fmla="*/ 1899684 h 6857999"/>
              <a:gd name="csX27" fmla="*/ 1786776 w 5332720"/>
              <a:gd name="csY27" fmla="*/ 1722501 h 6857999"/>
              <a:gd name="csX28" fmla="*/ 2073510 w 5332720"/>
              <a:gd name="csY28" fmla="*/ 1027389 h 6857999"/>
              <a:gd name="csX29" fmla="*/ 2075437 w 5332720"/>
              <a:gd name="csY29" fmla="*/ 1025463 h 6857999"/>
              <a:gd name="csX30" fmla="*/ 2890863 w 5332720"/>
              <a:gd name="csY30" fmla="*/ 215351 h 6857999"/>
              <a:gd name="csX31" fmla="*/ 3208523 w 5332720"/>
              <a:gd name="csY31" fmla="*/ 2684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5332720" h="6857999">
                <a:moveTo>
                  <a:pt x="3216055" y="0"/>
                </a:moveTo>
                <a:lnTo>
                  <a:pt x="3951920" y="0"/>
                </a:lnTo>
                <a:lnTo>
                  <a:pt x="3963494" y="4220"/>
                </a:lnTo>
                <a:cubicBezTo>
                  <a:pt x="4080586" y="53781"/>
                  <a:pt x="4187148" y="126926"/>
                  <a:pt x="4277633" y="221264"/>
                </a:cubicBezTo>
                <a:lnTo>
                  <a:pt x="4902257" y="845556"/>
                </a:lnTo>
                <a:lnTo>
                  <a:pt x="5332720" y="417663"/>
                </a:lnTo>
                <a:lnTo>
                  <a:pt x="5332720" y="6645699"/>
                </a:lnTo>
                <a:lnTo>
                  <a:pt x="5176236" y="6489164"/>
                </a:lnTo>
                <a:cubicBezTo>
                  <a:pt x="5050408" y="6363336"/>
                  <a:pt x="4931555" y="6244417"/>
                  <a:pt x="4809513" y="6117326"/>
                </a:cubicBezTo>
                <a:cubicBezTo>
                  <a:pt x="4809248" y="6117326"/>
                  <a:pt x="4808849" y="6117326"/>
                  <a:pt x="4808451" y="6117326"/>
                </a:cubicBezTo>
                <a:lnTo>
                  <a:pt x="4790579" y="6117592"/>
                </a:lnTo>
                <a:cubicBezTo>
                  <a:pt x="4775964" y="6117592"/>
                  <a:pt x="4759687" y="6124435"/>
                  <a:pt x="4748991" y="6135131"/>
                </a:cubicBezTo>
                <a:lnTo>
                  <a:pt x="4747463" y="6136592"/>
                </a:lnTo>
                <a:lnTo>
                  <a:pt x="4021080" y="6857999"/>
                </a:lnTo>
                <a:lnTo>
                  <a:pt x="1690477" y="6857999"/>
                </a:lnTo>
                <a:lnTo>
                  <a:pt x="1587670" y="6754573"/>
                </a:lnTo>
                <a:cubicBezTo>
                  <a:pt x="1399326" y="6573670"/>
                  <a:pt x="1295687" y="6328590"/>
                  <a:pt x="1295687" y="6063779"/>
                </a:cubicBezTo>
                <a:cubicBezTo>
                  <a:pt x="1295687" y="5835242"/>
                  <a:pt x="1372419" y="5619062"/>
                  <a:pt x="1513662" y="5444869"/>
                </a:cubicBezTo>
                <a:cubicBezTo>
                  <a:pt x="1352688" y="5398297"/>
                  <a:pt x="1205667" y="5311201"/>
                  <a:pt x="1090070" y="5190687"/>
                </a:cubicBezTo>
                <a:lnTo>
                  <a:pt x="279759" y="4379845"/>
                </a:lnTo>
                <a:lnTo>
                  <a:pt x="277766" y="4377786"/>
                </a:lnTo>
                <a:cubicBezTo>
                  <a:pt x="98656" y="4192564"/>
                  <a:pt x="0" y="3948879"/>
                  <a:pt x="0" y="3691509"/>
                </a:cubicBezTo>
                <a:cubicBezTo>
                  <a:pt x="0" y="3434139"/>
                  <a:pt x="98656" y="3190388"/>
                  <a:pt x="277833" y="3005233"/>
                </a:cubicBezTo>
                <a:lnTo>
                  <a:pt x="284675" y="2998257"/>
                </a:lnTo>
                <a:lnTo>
                  <a:pt x="1095584" y="2186884"/>
                </a:lnTo>
                <a:cubicBezTo>
                  <a:pt x="1278081" y="2004253"/>
                  <a:pt x="1529937" y="1899485"/>
                  <a:pt x="1786444" y="1899485"/>
                </a:cubicBezTo>
                <a:cubicBezTo>
                  <a:pt x="1792091" y="1899485"/>
                  <a:pt x="1797671" y="1899618"/>
                  <a:pt x="1803318" y="1899684"/>
                </a:cubicBezTo>
                <a:cubicBezTo>
                  <a:pt x="1792423" y="1841620"/>
                  <a:pt x="1786776" y="1782293"/>
                  <a:pt x="1786776" y="1722501"/>
                </a:cubicBezTo>
                <a:cubicBezTo>
                  <a:pt x="1786776" y="1459351"/>
                  <a:pt x="1888621" y="1212544"/>
                  <a:pt x="2073510" y="1027389"/>
                </a:cubicBezTo>
                <a:lnTo>
                  <a:pt x="2075437" y="1025463"/>
                </a:lnTo>
                <a:lnTo>
                  <a:pt x="2890863" y="215351"/>
                </a:lnTo>
                <a:cubicBezTo>
                  <a:pt x="2983474" y="122907"/>
                  <a:pt x="3090999" y="51240"/>
                  <a:pt x="3208523" y="2684"/>
                </a:cubicBezTo>
                <a:close/>
              </a:path>
            </a:pathLst>
          </a:custGeom>
          <a:solidFill>
            <a:schemeClr val="bg1"/>
          </a:solidFill>
          <a:ln w="26850" cap="flat">
            <a:noFill/>
            <a:prstDash val="solid"/>
            <a:miter/>
          </a:ln>
          <a:effectLst>
            <a:innerShdw blurRad="114300">
              <a:prstClr val="black">
                <a:alpha val="12000"/>
              </a:prstClr>
            </a:innerShdw>
          </a:effectLst>
        </p:spPr>
        <p:txBody>
          <a:bodyPr wrap="square">
            <a:noAutofit/>
          </a:bodyPr>
          <a:lstStyle/>
          <a:p>
            <a:endParaRPr lang="en-IN"/>
          </a:p>
        </p:txBody>
      </p:sp>
      <p:sp>
        <p:nvSpPr>
          <p:cNvPr id="51" name="Freeform: Shape 50">
            <a:extLst>
              <a:ext uri="{FF2B5EF4-FFF2-40B4-BE49-F238E27FC236}">
                <a16:creationId xmlns:a16="http://schemas.microsoft.com/office/drawing/2014/main" id="{2601432E-A6FE-C492-7FCF-3BD4F8EF2907}"/>
              </a:ext>
            </a:extLst>
          </p:cNvPr>
          <p:cNvSpPr/>
          <p:nvPr/>
        </p:nvSpPr>
        <p:spPr>
          <a:xfrm>
            <a:off x="7453856" y="523212"/>
            <a:ext cx="4738144" cy="6334789"/>
          </a:xfrm>
          <a:custGeom>
            <a:avLst/>
            <a:gdLst>
              <a:gd name="csX0" fmla="*/ 4186035 w 4738144"/>
              <a:gd name="csY0" fmla="*/ 2644455 h 6334789"/>
              <a:gd name="csX1" fmla="*/ 4348270 w 4738144"/>
              <a:gd name="csY1" fmla="*/ 2683785 h 6334789"/>
              <a:gd name="csX2" fmla="*/ 4485924 w 4738144"/>
              <a:gd name="csY2" fmla="*/ 2777193 h 6334789"/>
              <a:gd name="csX3" fmla="*/ 4608829 w 4738144"/>
              <a:gd name="csY3" fmla="*/ 2900098 h 6334789"/>
              <a:gd name="csX4" fmla="*/ 4721902 w 4738144"/>
              <a:gd name="csY4" fmla="*/ 3023003 h 6334789"/>
              <a:gd name="csX5" fmla="*/ 4738144 w 4738144"/>
              <a:gd name="csY5" fmla="*/ 3039250 h 6334789"/>
              <a:gd name="csX6" fmla="*/ 4738144 w 4738144"/>
              <a:gd name="csY6" fmla="*/ 5277922 h 6334789"/>
              <a:gd name="csX7" fmla="*/ 4643110 w 4738144"/>
              <a:gd name="csY7" fmla="*/ 5181551 h 6334789"/>
              <a:gd name="csX8" fmla="*/ 4195801 w 4738144"/>
              <a:gd name="csY8" fmla="*/ 4999651 h 6334789"/>
              <a:gd name="csX9" fmla="*/ 3733744 w 4738144"/>
              <a:gd name="csY9" fmla="*/ 5191450 h 6334789"/>
              <a:gd name="csX10" fmla="*/ 2582571 w 4738144"/>
              <a:gd name="csY10" fmla="*/ 6334789 h 6334789"/>
              <a:gd name="csX11" fmla="*/ 1934114 w 4738144"/>
              <a:gd name="csY11" fmla="*/ 6334789 h 6334789"/>
              <a:gd name="csX12" fmla="*/ 1408577 w 4738144"/>
              <a:gd name="csY12" fmla="*/ 5806109 h 6334789"/>
              <a:gd name="csX13" fmla="*/ 1295504 w 4738144"/>
              <a:gd name="csY13" fmla="*/ 5540567 h 6334789"/>
              <a:gd name="csX14" fmla="*/ 1408577 w 4738144"/>
              <a:gd name="csY14" fmla="*/ 5265193 h 6334789"/>
              <a:gd name="csX15" fmla="*/ 3650168 w 4738144"/>
              <a:gd name="csY15" fmla="*/ 3023003 h 6334789"/>
              <a:gd name="csX16" fmla="*/ 3763241 w 4738144"/>
              <a:gd name="csY16" fmla="*/ 2900098 h 6334789"/>
              <a:gd name="csX17" fmla="*/ 3886147 w 4738144"/>
              <a:gd name="csY17" fmla="*/ 2777193 h 6334789"/>
              <a:gd name="csX18" fmla="*/ 4023800 w 4738144"/>
              <a:gd name="csY18" fmla="*/ 2683785 h 6334789"/>
              <a:gd name="csX19" fmla="*/ 4186035 w 4738144"/>
              <a:gd name="csY19" fmla="*/ 2644455 h 6334789"/>
              <a:gd name="csX20" fmla="*/ 1191799 w 4738144"/>
              <a:gd name="csY20" fmla="*/ 1970868 h 6334789"/>
              <a:gd name="csX21" fmla="*/ 1457207 w 4738144"/>
              <a:gd name="csY21" fmla="*/ 2083941 h 6334789"/>
              <a:gd name="csX22" fmla="*/ 2268116 w 4738144"/>
              <a:gd name="csY22" fmla="*/ 2895315 h 6334789"/>
              <a:gd name="csX23" fmla="*/ 2268116 w 4738144"/>
              <a:gd name="csY23" fmla="*/ 3441147 h 6334789"/>
              <a:gd name="csX24" fmla="*/ 1457207 w 4738144"/>
              <a:gd name="csY24" fmla="*/ 4252521 h 6334789"/>
              <a:gd name="csX25" fmla="*/ 1191799 w 4738144"/>
              <a:gd name="csY25" fmla="*/ 4365593 h 6334789"/>
              <a:gd name="csX26" fmla="*/ 921473 w 4738144"/>
              <a:gd name="csY26" fmla="*/ 4252521 h 6334789"/>
              <a:gd name="csX27" fmla="*/ 110565 w 4738144"/>
              <a:gd name="csY27" fmla="*/ 3441147 h 6334789"/>
              <a:gd name="csX28" fmla="*/ 110565 w 4738144"/>
              <a:gd name="csY28" fmla="*/ 2895315 h 6334789"/>
              <a:gd name="csX29" fmla="*/ 921473 w 4738144"/>
              <a:gd name="csY29" fmla="*/ 2083941 h 6334789"/>
              <a:gd name="csX30" fmla="*/ 1191799 w 4738144"/>
              <a:gd name="csY30" fmla="*/ 1970868 h 6334789"/>
              <a:gd name="csX31" fmla="*/ 4738144 w 4738144"/>
              <a:gd name="csY31" fmla="*/ 732845 h 6334789"/>
              <a:gd name="csX32" fmla="*/ 4738144 w 4738144"/>
              <a:gd name="csY32" fmla="*/ 1655901 h 6334789"/>
              <a:gd name="csX33" fmla="*/ 4545782 w 4738144"/>
              <a:gd name="csY33" fmla="*/ 1464698 h 6334789"/>
              <a:gd name="csX34" fmla="*/ 4432709 w 4738144"/>
              <a:gd name="csY34" fmla="*/ 1199289 h 6334789"/>
              <a:gd name="csX35" fmla="*/ 4545782 w 4738144"/>
              <a:gd name="csY35" fmla="*/ 924048 h 6334789"/>
              <a:gd name="csX36" fmla="*/ 2991530 w 4738144"/>
              <a:gd name="csY36" fmla="*/ 0 h 6334789"/>
              <a:gd name="csX37" fmla="*/ 3257071 w 4738144"/>
              <a:gd name="csY37" fmla="*/ 113073 h 6334789"/>
              <a:gd name="csX38" fmla="*/ 4068445 w 4738144"/>
              <a:gd name="csY38" fmla="*/ 924048 h 6334789"/>
              <a:gd name="csX39" fmla="*/ 4181518 w 4738144"/>
              <a:gd name="csY39" fmla="*/ 1199289 h 6334789"/>
              <a:gd name="csX40" fmla="*/ 4068445 w 4738144"/>
              <a:gd name="csY40" fmla="*/ 1464698 h 6334789"/>
              <a:gd name="csX41" fmla="*/ 3257071 w 4738144"/>
              <a:gd name="csY41" fmla="*/ 2275673 h 6334789"/>
              <a:gd name="csX42" fmla="*/ 2991530 w 4738144"/>
              <a:gd name="csY42" fmla="*/ 2388746 h 6334789"/>
              <a:gd name="csX43" fmla="*/ 2716156 w 4738144"/>
              <a:gd name="csY43" fmla="*/ 2275673 h 6334789"/>
              <a:gd name="csX44" fmla="*/ 1899866 w 4738144"/>
              <a:gd name="csY44" fmla="*/ 1464698 h 6334789"/>
              <a:gd name="csX45" fmla="*/ 1786793 w 4738144"/>
              <a:gd name="csY45" fmla="*/ 1199289 h 6334789"/>
              <a:gd name="csX46" fmla="*/ 1899866 w 4738144"/>
              <a:gd name="csY46" fmla="*/ 924048 h 6334789"/>
              <a:gd name="csX47" fmla="*/ 2716156 w 4738144"/>
              <a:gd name="csY47" fmla="*/ 113073 h 6334789"/>
              <a:gd name="csX48" fmla="*/ 2991530 w 4738144"/>
              <a:gd name="csY48" fmla="*/ 0 h 63347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4738144" h="6334789">
                <a:moveTo>
                  <a:pt x="4186035" y="2644455"/>
                </a:moveTo>
                <a:cubicBezTo>
                  <a:pt x="4245029" y="2644455"/>
                  <a:pt x="4299108" y="2659204"/>
                  <a:pt x="4348270" y="2683785"/>
                </a:cubicBezTo>
                <a:cubicBezTo>
                  <a:pt x="4397432" y="2708366"/>
                  <a:pt x="4441678" y="2742779"/>
                  <a:pt x="4485924" y="2777193"/>
                </a:cubicBezTo>
                <a:cubicBezTo>
                  <a:pt x="4530170" y="2816522"/>
                  <a:pt x="4569499" y="2855852"/>
                  <a:pt x="4608829" y="2900098"/>
                </a:cubicBezTo>
                <a:cubicBezTo>
                  <a:pt x="4648159" y="2949260"/>
                  <a:pt x="4687488" y="2988590"/>
                  <a:pt x="4721902" y="3023003"/>
                </a:cubicBezTo>
                <a:lnTo>
                  <a:pt x="4738144" y="3039250"/>
                </a:lnTo>
                <a:lnTo>
                  <a:pt x="4738144" y="5277922"/>
                </a:lnTo>
                <a:lnTo>
                  <a:pt x="4643110" y="5181551"/>
                </a:lnTo>
                <a:cubicBezTo>
                  <a:pt x="4525187" y="5058646"/>
                  <a:pt x="4362952" y="4994735"/>
                  <a:pt x="4195801" y="4999651"/>
                </a:cubicBezTo>
                <a:cubicBezTo>
                  <a:pt x="4023800" y="4999651"/>
                  <a:pt x="3856649" y="5068544"/>
                  <a:pt x="3733744" y="5191450"/>
                </a:cubicBezTo>
                <a:lnTo>
                  <a:pt x="2582571" y="6334789"/>
                </a:lnTo>
                <a:lnTo>
                  <a:pt x="1934114" y="6334789"/>
                </a:lnTo>
                <a:lnTo>
                  <a:pt x="1408577" y="5806109"/>
                </a:lnTo>
                <a:cubicBezTo>
                  <a:pt x="1334834" y="5737215"/>
                  <a:pt x="1295504" y="5643874"/>
                  <a:pt x="1295504" y="5540567"/>
                </a:cubicBezTo>
                <a:cubicBezTo>
                  <a:pt x="1295504" y="5437260"/>
                  <a:pt x="1334834" y="5338936"/>
                  <a:pt x="1408577" y="5265193"/>
                </a:cubicBezTo>
                <a:lnTo>
                  <a:pt x="3650168" y="3023003"/>
                </a:lnTo>
                <a:cubicBezTo>
                  <a:pt x="3684582" y="2988590"/>
                  <a:pt x="3723912" y="2944344"/>
                  <a:pt x="3763241" y="2900098"/>
                </a:cubicBezTo>
                <a:cubicBezTo>
                  <a:pt x="3797655" y="2855852"/>
                  <a:pt x="3841900" y="2816522"/>
                  <a:pt x="3886147" y="2777193"/>
                </a:cubicBezTo>
                <a:cubicBezTo>
                  <a:pt x="3925476" y="2742779"/>
                  <a:pt x="3974638" y="2708366"/>
                  <a:pt x="4023800" y="2683785"/>
                </a:cubicBezTo>
                <a:cubicBezTo>
                  <a:pt x="4072962" y="2659204"/>
                  <a:pt x="4127041" y="2644455"/>
                  <a:pt x="4186035" y="2644455"/>
                </a:cubicBezTo>
                <a:close/>
                <a:moveTo>
                  <a:pt x="1191799" y="1970868"/>
                </a:moveTo>
                <a:cubicBezTo>
                  <a:pt x="1295039" y="1970868"/>
                  <a:pt x="1388380" y="2010198"/>
                  <a:pt x="1457207" y="2083941"/>
                </a:cubicBezTo>
                <a:lnTo>
                  <a:pt x="2268116" y="2895315"/>
                </a:lnTo>
                <a:cubicBezTo>
                  <a:pt x="2420452" y="3042867"/>
                  <a:pt x="2420452" y="3288744"/>
                  <a:pt x="2268116" y="3441147"/>
                </a:cubicBezTo>
                <a:lnTo>
                  <a:pt x="1457207" y="4252521"/>
                </a:lnTo>
                <a:cubicBezTo>
                  <a:pt x="1388380" y="4326264"/>
                  <a:pt x="1290123" y="4365593"/>
                  <a:pt x="1191799" y="4365593"/>
                </a:cubicBezTo>
                <a:cubicBezTo>
                  <a:pt x="1088558" y="4365593"/>
                  <a:pt x="990300" y="4326264"/>
                  <a:pt x="921473" y="4252521"/>
                </a:cubicBezTo>
                <a:lnTo>
                  <a:pt x="110565" y="3441147"/>
                </a:lnTo>
                <a:cubicBezTo>
                  <a:pt x="-36855" y="3288678"/>
                  <a:pt x="-36855" y="3047717"/>
                  <a:pt x="110565" y="2895315"/>
                </a:cubicBezTo>
                <a:lnTo>
                  <a:pt x="921473" y="2083941"/>
                </a:lnTo>
                <a:cubicBezTo>
                  <a:pt x="995217" y="2010198"/>
                  <a:pt x="1093474" y="1970868"/>
                  <a:pt x="1191799" y="1970868"/>
                </a:cubicBezTo>
                <a:close/>
                <a:moveTo>
                  <a:pt x="4738144" y="732845"/>
                </a:moveTo>
                <a:lnTo>
                  <a:pt x="4738144" y="1655901"/>
                </a:lnTo>
                <a:lnTo>
                  <a:pt x="4545782" y="1464698"/>
                </a:lnTo>
                <a:cubicBezTo>
                  <a:pt x="4472039" y="1395871"/>
                  <a:pt x="4432709" y="1297613"/>
                  <a:pt x="4432709" y="1199289"/>
                </a:cubicBezTo>
                <a:cubicBezTo>
                  <a:pt x="4432709" y="1096049"/>
                  <a:pt x="4472039" y="997791"/>
                  <a:pt x="4545782" y="924048"/>
                </a:cubicBezTo>
                <a:close/>
                <a:moveTo>
                  <a:pt x="2991530" y="0"/>
                </a:moveTo>
                <a:cubicBezTo>
                  <a:pt x="3094770" y="0"/>
                  <a:pt x="3188245" y="39330"/>
                  <a:pt x="3257071" y="113073"/>
                </a:cubicBezTo>
                <a:lnTo>
                  <a:pt x="4068445" y="924048"/>
                </a:lnTo>
                <a:cubicBezTo>
                  <a:pt x="4142188" y="997791"/>
                  <a:pt x="4181518" y="1096049"/>
                  <a:pt x="4181518" y="1199289"/>
                </a:cubicBezTo>
                <a:cubicBezTo>
                  <a:pt x="4181518" y="1302530"/>
                  <a:pt x="4142188" y="1395871"/>
                  <a:pt x="4068445" y="1464698"/>
                </a:cubicBezTo>
                <a:lnTo>
                  <a:pt x="3257071" y="2275673"/>
                </a:lnTo>
                <a:cubicBezTo>
                  <a:pt x="3188245" y="2349416"/>
                  <a:pt x="3089854" y="2388746"/>
                  <a:pt x="2991530" y="2388746"/>
                </a:cubicBezTo>
                <a:cubicBezTo>
                  <a:pt x="2888289" y="2388746"/>
                  <a:pt x="2789899" y="2349416"/>
                  <a:pt x="2716156" y="2275673"/>
                </a:cubicBezTo>
                <a:lnTo>
                  <a:pt x="1899866" y="1464698"/>
                </a:lnTo>
                <a:cubicBezTo>
                  <a:pt x="1826123" y="1395871"/>
                  <a:pt x="1786793" y="1297613"/>
                  <a:pt x="1786793" y="1199289"/>
                </a:cubicBezTo>
                <a:cubicBezTo>
                  <a:pt x="1786793" y="1096049"/>
                  <a:pt x="1826123" y="997791"/>
                  <a:pt x="1899866" y="924048"/>
                </a:cubicBezTo>
                <a:lnTo>
                  <a:pt x="2716156" y="113073"/>
                </a:lnTo>
                <a:cubicBezTo>
                  <a:pt x="2789899" y="39330"/>
                  <a:pt x="2888289" y="0"/>
                  <a:pt x="2991530" y="0"/>
                </a:cubicBezTo>
                <a:close/>
              </a:path>
            </a:pathLst>
          </a:custGeom>
          <a:solidFill>
            <a:schemeClr val="bg1">
              <a:lumMod val="95000"/>
            </a:schemeClr>
          </a:solidFill>
          <a:ln w="9207" cap="flat">
            <a:noFill/>
            <a:prstDash val="solid"/>
            <a:miter/>
          </a:ln>
        </p:spPr>
        <p:txBody>
          <a:bodyPr wrap="square">
            <a:noAutofit/>
          </a:bodyPr>
          <a:lstStyle/>
          <a:p>
            <a:endParaRPr lang="en-IN"/>
          </a:p>
        </p:txBody>
      </p:sp>
      <p:sp>
        <p:nvSpPr>
          <p:cNvPr id="4" name="Title Placeholder 1">
            <a:extLst>
              <a:ext uri="{FF2B5EF4-FFF2-40B4-BE49-F238E27FC236}">
                <a16:creationId xmlns:a16="http://schemas.microsoft.com/office/drawing/2014/main" id="{D87E8A6D-D6C8-DC8F-0A1D-3FB7F1A04072}"/>
              </a:ext>
            </a:extLst>
          </p:cNvPr>
          <p:cNvSpPr>
            <a:spLocks noGrp="1"/>
          </p:cNvSpPr>
          <p:nvPr>
            <p:ph type="title"/>
          </p:nvPr>
        </p:nvSpPr>
        <p:spPr>
          <a:xfrm>
            <a:off x="571501" y="2584587"/>
            <a:ext cx="5524499" cy="1477328"/>
          </a:xfrm>
          <a:prstGeom prst="rect">
            <a:avLst/>
          </a:prstGeom>
        </p:spPr>
        <p:txBody>
          <a:bodyPr vert="horz" wrap="square" lIns="0" tIns="0" rIns="0" bIns="0" rtlCol="0" anchor="b">
            <a:spAutoFit/>
          </a:bodyPr>
          <a:lstStyle>
            <a:lvl1pPr>
              <a:defRPr lang="en-US" sz="4800" b="0" kern="1200" cap="none" spc="-50" baseline="0" dirty="0">
                <a:ln w="3175">
                  <a:noFill/>
                </a:ln>
                <a:gradFill>
                  <a:gsLst>
                    <a:gs pos="0">
                      <a:schemeClr val="accent1"/>
                    </a:gs>
                    <a:gs pos="100000">
                      <a:schemeClr val="accent2"/>
                    </a:gs>
                  </a:gsLst>
                  <a:lin ang="0" scaled="1"/>
                </a:gradFill>
                <a:effectLst/>
                <a:latin typeface="+mj-lt"/>
                <a:ea typeface="+mn-ea"/>
                <a:cs typeface="Segoe Sans Display" pitchFamily="2" charset="0"/>
              </a:defRPr>
            </a:lvl1pPr>
          </a:lstStyle>
          <a:p>
            <a:r>
              <a:rPr lang="en-US"/>
              <a:t>Click to edit Master title style</a:t>
            </a:r>
          </a:p>
        </p:txBody>
      </p:sp>
      <p:sp>
        <p:nvSpPr>
          <p:cNvPr id="12" name="Text Placeholder 4">
            <a:extLst>
              <a:ext uri="{FF2B5EF4-FFF2-40B4-BE49-F238E27FC236}">
                <a16:creationId xmlns:a16="http://schemas.microsoft.com/office/drawing/2014/main" id="{1F2C7B78-E487-ADC7-A171-F1A20C42DD1E}"/>
              </a:ext>
            </a:extLst>
          </p:cNvPr>
          <p:cNvSpPr>
            <a:spLocks noGrp="1"/>
          </p:cNvSpPr>
          <p:nvPr>
            <p:ph type="body" sz="quarter" idx="12" hasCustomPrompt="1"/>
          </p:nvPr>
        </p:nvSpPr>
        <p:spPr>
          <a:xfrm>
            <a:off x="571501" y="4560449"/>
            <a:ext cx="5524499" cy="276999"/>
          </a:xfrm>
        </p:spPr>
        <p:txBody>
          <a:bodyPr/>
          <a:lstStyle>
            <a:lvl1pPr marL="0" indent="0">
              <a:buNone/>
              <a:defRPr lang="en-US" sz="1800" b="0" kern="1200" cap="none" spc="-50" baseline="0" dirty="0">
                <a:ln w="3175">
                  <a:noFill/>
                </a:ln>
                <a:solidFill>
                  <a:schemeClr val="tx1"/>
                </a:solidFill>
                <a:effectLst/>
                <a:latin typeface="+mj-lt"/>
                <a:ea typeface="+mn-ea"/>
                <a:cs typeface="Segoe Sans Display" pitchFamily="2" charset="0"/>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subtitle</a:t>
            </a:r>
          </a:p>
        </p:txBody>
      </p:sp>
      <p:sp>
        <p:nvSpPr>
          <p:cNvPr id="8" name="Graphic 27">
            <a:extLst>
              <a:ext uri="{FF2B5EF4-FFF2-40B4-BE49-F238E27FC236}">
                <a16:creationId xmlns:a16="http://schemas.microsoft.com/office/drawing/2014/main" id="{960AAD33-F50A-D229-C486-FDC056A16FA0}"/>
              </a:ext>
            </a:extLst>
          </p:cNvPr>
          <p:cNvSpPr/>
          <p:nvPr/>
        </p:nvSpPr>
        <p:spPr>
          <a:xfrm flipV="1">
            <a:off x="6495144" y="17"/>
            <a:ext cx="2835028" cy="1146744"/>
          </a:xfrm>
          <a:custGeom>
            <a:avLst/>
            <a:gdLst>
              <a:gd name="connsiteX0" fmla="*/ -306 w 2504827"/>
              <a:gd name="connsiteY0" fmla="*/ 1012775 h 1013181"/>
              <a:gd name="connsiteX1" fmla="*/ 17994 w 2504827"/>
              <a:gd name="connsiteY1" fmla="*/ 993637 h 1013181"/>
              <a:gd name="connsiteX2" fmla="*/ 17994 w 2504827"/>
              <a:gd name="connsiteY2" fmla="*/ 993637 h 1013181"/>
              <a:gd name="connsiteX3" fmla="*/ 842273 w 2504827"/>
              <a:gd name="connsiteY3" fmla="*/ 169357 h 1013181"/>
              <a:gd name="connsiteX4" fmla="*/ 1661929 w 2504827"/>
              <a:gd name="connsiteY4" fmla="*/ 169357 h 1013181"/>
              <a:gd name="connsiteX5" fmla="*/ 1661929 w 2504827"/>
              <a:gd name="connsiteY5" fmla="*/ 169357 h 1013181"/>
              <a:gd name="connsiteX6" fmla="*/ 2486221 w 2504827"/>
              <a:gd name="connsiteY6" fmla="*/ 993637 h 1013181"/>
              <a:gd name="connsiteX7" fmla="*/ 2504521 w 2504827"/>
              <a:gd name="connsiteY7" fmla="*/ 1012775 h 1013181"/>
              <a:gd name="connsiteX8" fmla="*/ 2504521 w 2504827"/>
              <a:gd name="connsiteY8" fmla="*/ 1012775 h 1013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4827" h="1013181">
                <a:moveTo>
                  <a:pt x="-306" y="1012775"/>
                </a:moveTo>
                <a:cubicBezTo>
                  <a:pt x="5625" y="1006286"/>
                  <a:pt x="11721" y="999910"/>
                  <a:pt x="17994" y="993637"/>
                </a:cubicBezTo>
                <a:lnTo>
                  <a:pt x="17994" y="993637"/>
                </a:lnTo>
                <a:lnTo>
                  <a:pt x="842273" y="169357"/>
                </a:lnTo>
                <a:cubicBezTo>
                  <a:pt x="1068612" y="-56994"/>
                  <a:pt x="1435578" y="-56994"/>
                  <a:pt x="1661929" y="169357"/>
                </a:cubicBezTo>
                <a:lnTo>
                  <a:pt x="1661929" y="169357"/>
                </a:lnTo>
                <a:lnTo>
                  <a:pt x="2486221" y="993637"/>
                </a:lnTo>
                <a:cubicBezTo>
                  <a:pt x="2492494" y="999910"/>
                  <a:pt x="2498591" y="1006286"/>
                  <a:pt x="2504521" y="1012775"/>
                </a:cubicBezTo>
                <a:lnTo>
                  <a:pt x="2504521" y="1012775"/>
                </a:lnTo>
                <a:close/>
              </a:path>
            </a:pathLst>
          </a:custGeom>
          <a:solidFill>
            <a:schemeClr val="accent2">
              <a:lumMod val="20000"/>
              <a:lumOff val="80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kumimoji="1" lang="en-US">
              <a:solidFill>
                <a:schemeClr val="bg1"/>
              </a:solidFill>
            </a:endParaRPr>
          </a:p>
        </p:txBody>
      </p:sp>
      <p:pic>
        <p:nvPicPr>
          <p:cNvPr id="18" name="Picture 17">
            <a:extLst>
              <a:ext uri="{FF2B5EF4-FFF2-40B4-BE49-F238E27FC236}">
                <a16:creationId xmlns:a16="http://schemas.microsoft.com/office/drawing/2014/main" id="{BE27D6A8-7B87-C38D-B43D-B28F4745E422}"/>
              </a:ext>
            </a:extLst>
          </p:cNvPr>
          <p:cNvPicPr>
            <a:picLocks noChangeAspect="1"/>
          </p:cNvPicPr>
          <p:nvPr/>
        </p:nvPicPr>
        <p:blipFill rotWithShape="1">
          <a:blip r:embed="rId2"/>
          <a:srcRect t="5593" b="5593"/>
          <a:stretch>
            <a:fillRect/>
          </a:stretch>
        </p:blipFill>
        <p:spPr>
          <a:xfrm>
            <a:off x="558302" y="461962"/>
            <a:ext cx="1366245" cy="292608"/>
          </a:xfrm>
          <a:prstGeom prst="rect">
            <a:avLst/>
          </a:prstGeom>
        </p:spPr>
      </p:pic>
      <p:pic>
        <p:nvPicPr>
          <p:cNvPr id="220" name="Graphic 219">
            <a:extLst>
              <a:ext uri="{FF2B5EF4-FFF2-40B4-BE49-F238E27FC236}">
                <a16:creationId xmlns:a16="http://schemas.microsoft.com/office/drawing/2014/main" id="{AA0EABDF-3F75-1D2A-35C6-659146B640DA}"/>
              </a:ext>
            </a:extLst>
          </p:cNvPr>
          <p:cNvPicPr>
            <a:picLocks noChangeAspect="1"/>
          </p:cNvPicPr>
          <p:nvPr/>
        </p:nvPicPr>
        <p:blipFill>
          <a:blip>
            <a:extLst>
              <a:ext uri="{96DAC541-7B7A-43D3-8B79-37D633B846F1}">
                <asvg:svgBlip xmlns:asvg="http://schemas.microsoft.com/office/drawing/2016/SVG/main" r:embed="rId3"/>
              </a:ext>
            </a:extLst>
          </a:blip>
          <a:srcRect b="48653"/>
          <a:stretch>
            <a:fillRect/>
          </a:stretch>
        </p:blipFill>
        <p:spPr>
          <a:xfrm>
            <a:off x="558302" y="1902206"/>
            <a:ext cx="1266825" cy="433114"/>
          </a:xfrm>
          <a:prstGeom prst="rect">
            <a:avLst/>
          </a:prstGeom>
        </p:spPr>
      </p:pic>
    </p:spTree>
    <p:extLst>
      <p:ext uri="{BB962C8B-B14F-4D97-AF65-F5344CB8AC3E}">
        <p14:creationId xmlns:p14="http://schemas.microsoft.com/office/powerpoint/2010/main" val="277334544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12">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Dark ">
    <p:bg>
      <p:bgPr>
        <a:solidFill>
          <a:schemeClr val="tx1"/>
        </a:solidFill>
        <a:effectLst/>
      </p:bgPr>
    </p:bg>
    <p:spTree>
      <p:nvGrpSpPr>
        <p:cNvPr id="1" name=""/>
        <p:cNvGrpSpPr/>
        <p:nvPr/>
      </p:nvGrpSpPr>
      <p:grpSpPr>
        <a:xfrm>
          <a:off x="0" y="0"/>
          <a:ext cx="0" cy="0"/>
          <a:chOff x="0" y="0"/>
          <a:chExt cx="0" cy="0"/>
        </a:xfrm>
      </p:grpSpPr>
      <p:pic>
        <p:nvPicPr>
          <p:cNvPr id="4" name="Image 22" descr="Une image contenant capture d’écran, Graphique, noir, conception&#10;&#10;Description générée automatiquement">
            <a:extLst>
              <a:ext uri="{FF2B5EF4-FFF2-40B4-BE49-F238E27FC236}">
                <a16:creationId xmlns:a16="http://schemas.microsoft.com/office/drawing/2014/main" id="{DDBF329E-9458-F000-C48C-D3B3FF840F07}"/>
              </a:ext>
            </a:extLst>
          </p:cNvPr>
          <p:cNvPicPr>
            <a:picLocks noChangeAspect="1"/>
          </p:cNvPicPr>
          <p:nvPr/>
        </p:nvPicPr>
        <p:blipFill>
          <a:blip r:embed="rId2">
            <a:alphaModFix amt="3000"/>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994400" y="0"/>
            <a:ext cx="6197600" cy="6858000"/>
          </a:xfrm>
          <a:prstGeom prst="rect">
            <a:avLst/>
          </a:prstGeom>
        </p:spPr>
      </p:pic>
      <p:pic>
        <p:nvPicPr>
          <p:cNvPr id="8" name="MS logo white - EMF" descr="Microsoft logo white text version">
            <a:extLst>
              <a:ext uri="{FF2B5EF4-FFF2-40B4-BE49-F238E27FC236}">
                <a16:creationId xmlns:a16="http://schemas.microsoft.com/office/drawing/2014/main" id="{B67AA539-EBD5-01B0-75EB-E9F159AD5CC0}"/>
              </a:ext>
            </a:extLst>
          </p:cNvPr>
          <p:cNvPicPr>
            <a:picLocks noChangeAspect="1"/>
          </p:cNvPicPr>
          <p:nvPr/>
        </p:nvPicPr>
        <p:blipFill>
          <a:blip r:embed="rId4"/>
          <a:stretch>
            <a:fillRect/>
          </a:stretch>
        </p:blipFill>
        <p:spPr bwMode="black">
          <a:xfrm>
            <a:off x="571500" y="457200"/>
            <a:ext cx="1366245" cy="292608"/>
          </a:xfrm>
          <a:prstGeom prst="rect">
            <a:avLst/>
          </a:prstGeom>
        </p:spPr>
      </p:pic>
      <p:pic>
        <p:nvPicPr>
          <p:cNvPr id="7" name="Graphic 6">
            <a:extLst>
              <a:ext uri="{FF2B5EF4-FFF2-40B4-BE49-F238E27FC236}">
                <a16:creationId xmlns:a16="http://schemas.microsoft.com/office/drawing/2014/main" id="{09EB34A2-8471-65A7-3BC3-915663575326}"/>
              </a:ext>
            </a:extLst>
          </p:cNvPr>
          <p:cNvPicPr>
            <a:picLocks noChangeAspect="1"/>
          </p:cNvPicPr>
          <p:nvPr/>
        </p:nvPicPr>
        <p:blipFill>
          <a:blip>
            <a:lum bright="100000"/>
            <a:extLst>
              <a:ext uri="{96DAC541-7B7A-43D3-8B79-37D633B846F1}">
                <asvg:svgBlip xmlns:asvg="http://schemas.microsoft.com/office/drawing/2016/SVG/main" r:embed="rId5"/>
              </a:ext>
            </a:extLst>
          </a:blip>
          <a:stretch>
            <a:fillRect/>
          </a:stretch>
        </p:blipFill>
        <p:spPr>
          <a:xfrm>
            <a:off x="571500" y="1454052"/>
            <a:ext cx="1266825" cy="843501"/>
          </a:xfrm>
          <a:prstGeom prst="rect">
            <a:avLst/>
          </a:prstGeom>
        </p:spPr>
      </p:pic>
      <p:sp>
        <p:nvSpPr>
          <p:cNvPr id="10" name="Title Placeholder 1">
            <a:extLst>
              <a:ext uri="{FF2B5EF4-FFF2-40B4-BE49-F238E27FC236}">
                <a16:creationId xmlns:a16="http://schemas.microsoft.com/office/drawing/2014/main" id="{58620EAA-8425-4902-306D-479FF1A007C4}"/>
              </a:ext>
            </a:extLst>
          </p:cNvPr>
          <p:cNvSpPr>
            <a:spLocks noGrp="1"/>
          </p:cNvSpPr>
          <p:nvPr>
            <p:ph type="title"/>
          </p:nvPr>
        </p:nvSpPr>
        <p:spPr>
          <a:xfrm>
            <a:off x="571501" y="2584587"/>
            <a:ext cx="5524499" cy="1477328"/>
          </a:xfrm>
          <a:prstGeom prst="rect">
            <a:avLst/>
          </a:prstGeom>
        </p:spPr>
        <p:txBody>
          <a:bodyPr vert="horz" wrap="square" lIns="0" tIns="0" rIns="0" bIns="0" rtlCol="0" anchor="b">
            <a:spAutoFit/>
          </a:bodyPr>
          <a:lstStyle>
            <a:lvl1pPr>
              <a:defRPr lang="en-US" sz="4800" b="0" kern="1200" cap="none" spc="-50" baseline="0" dirty="0">
                <a:ln w="3175">
                  <a:noFill/>
                </a:ln>
                <a:gradFill>
                  <a:gsLst>
                    <a:gs pos="0">
                      <a:schemeClr val="accent1"/>
                    </a:gs>
                    <a:gs pos="100000">
                      <a:schemeClr val="accent2"/>
                    </a:gs>
                  </a:gsLst>
                  <a:lin ang="0" scaled="1"/>
                </a:gradFill>
                <a:effectLst/>
                <a:latin typeface="+mj-lt"/>
                <a:ea typeface="+mn-ea"/>
                <a:cs typeface="Segoe Sans Display" pitchFamily="2" charset="0"/>
              </a:defRPr>
            </a:lvl1pPr>
          </a:lstStyle>
          <a:p>
            <a:r>
              <a:rPr lang="en-US"/>
              <a:t>Click to edit Master title style</a:t>
            </a:r>
          </a:p>
        </p:txBody>
      </p:sp>
      <p:sp>
        <p:nvSpPr>
          <p:cNvPr id="11" name="Text Placeholder 4">
            <a:extLst>
              <a:ext uri="{FF2B5EF4-FFF2-40B4-BE49-F238E27FC236}">
                <a16:creationId xmlns:a16="http://schemas.microsoft.com/office/drawing/2014/main" id="{29B43EF5-162B-00E9-3604-6F88D003D4F5}"/>
              </a:ext>
            </a:extLst>
          </p:cNvPr>
          <p:cNvSpPr>
            <a:spLocks noGrp="1"/>
          </p:cNvSpPr>
          <p:nvPr>
            <p:ph type="body" sz="quarter" idx="12" hasCustomPrompt="1"/>
          </p:nvPr>
        </p:nvSpPr>
        <p:spPr>
          <a:xfrm>
            <a:off x="571501" y="4560449"/>
            <a:ext cx="5524499" cy="276999"/>
          </a:xfrm>
        </p:spPr>
        <p:txBody>
          <a:bodyPr/>
          <a:lstStyle>
            <a:lvl1pPr marL="0" indent="0">
              <a:buNone/>
              <a:defRPr lang="en-US" sz="1800" b="0" kern="1200" cap="none" spc="-50" baseline="0" dirty="0">
                <a:ln w="3175">
                  <a:noFill/>
                </a:ln>
                <a:solidFill>
                  <a:schemeClr val="bg1"/>
                </a:solidFill>
                <a:effectLst/>
                <a:latin typeface="+mj-lt"/>
                <a:ea typeface="+mn-ea"/>
                <a:cs typeface="Segoe Sans Display" pitchFamily="2" charset="0"/>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subtitle</a:t>
            </a:r>
          </a:p>
        </p:txBody>
      </p:sp>
    </p:spTree>
    <p:extLst>
      <p:ext uri="{BB962C8B-B14F-4D97-AF65-F5344CB8AC3E}">
        <p14:creationId xmlns:p14="http://schemas.microsoft.com/office/powerpoint/2010/main" val="312503840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12">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Divider White">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2349C05B-56D4-AA81-6A0E-7FBFB9EF8923}"/>
              </a:ext>
              <a:ext uri="{C183D7F6-B498-43B3-948B-1728B52AA6E4}">
                <adec:decorative xmlns:adec="http://schemas.microsoft.com/office/drawing/2017/decorative" val="1"/>
              </a:ext>
            </a:extLst>
          </p:cNvPr>
          <p:cNvSpPr/>
          <p:nvPr/>
        </p:nvSpPr>
        <p:spPr bwMode="auto">
          <a:xfrm>
            <a:off x="418640" y="1973878"/>
            <a:ext cx="3162759" cy="3117280"/>
          </a:xfrm>
          <a:prstGeom prst="roundRect">
            <a:avLst>
              <a:gd name="adj" fmla="val 6804"/>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400">
              <a:gradFill>
                <a:gsLst>
                  <a:gs pos="0">
                    <a:srgbClr val="FFFFFF"/>
                  </a:gs>
                  <a:gs pos="100000">
                    <a:srgbClr val="FFFFFF"/>
                  </a:gs>
                </a:gsLst>
                <a:lin ang="5400000" scaled="0"/>
              </a:gradFill>
              <a:latin typeface="Segoe UI"/>
              <a:cs typeface="Segoe UI" pitchFamily="34" charset="0"/>
            </a:endParaRPr>
          </a:p>
        </p:txBody>
      </p:sp>
      <p:sp>
        <p:nvSpPr>
          <p:cNvPr id="3" name="Rectangle: Rounded Corners 2">
            <a:extLst>
              <a:ext uri="{FF2B5EF4-FFF2-40B4-BE49-F238E27FC236}">
                <a16:creationId xmlns:a16="http://schemas.microsoft.com/office/drawing/2014/main" id="{855604F5-DD0F-F9DC-6417-D28756035115}"/>
              </a:ext>
              <a:ext uri="{C183D7F6-B498-43B3-948B-1728B52AA6E4}">
                <adec:decorative xmlns:adec="http://schemas.microsoft.com/office/drawing/2017/decorative" val="1"/>
              </a:ext>
            </a:extLst>
          </p:cNvPr>
          <p:cNvSpPr/>
          <p:nvPr/>
        </p:nvSpPr>
        <p:spPr bwMode="auto">
          <a:xfrm>
            <a:off x="571500" y="2106321"/>
            <a:ext cx="10459356" cy="2852396"/>
          </a:xfrm>
          <a:prstGeom prst="roundRect">
            <a:avLst>
              <a:gd name="adj" fmla="val 4366"/>
            </a:avLst>
          </a:prstGeom>
          <a:solidFill>
            <a:srgbClr val="FFFFFF"/>
          </a:solidFill>
          <a:ln w="12700" cap="flat" cmpd="sng" algn="ctr">
            <a:gradFill flip="none" rotWithShape="1">
              <a:gsLst>
                <a:gs pos="0">
                  <a:srgbClr val="0078D4"/>
                </a:gs>
                <a:gs pos="100000">
                  <a:srgbClr val="C03BC4"/>
                </a:gs>
              </a:gsLst>
              <a:lin ang="2700000" scaled="1"/>
              <a:tileRect/>
            </a:gra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274320" tIns="548640" rIns="274320" bIns="0" numCol="1" spcCol="0" rtlCol="0" fromWordArt="0" anchor="ctr" anchorCtr="0" forceAA="0" compatLnSpc="1">
            <a:prstTxWarp prst="textNoShape">
              <a:avLst/>
            </a:prstTxWarp>
            <a:noAutofit/>
          </a:bodyPr>
          <a:lstStyle/>
          <a:p>
            <a:endParaRPr lang="en-US" sz="1400">
              <a:latin typeface="Segoe Sans Display Semilight" pitchFamily="2" charset="0"/>
              <a:cs typeface="Segoe Sans Display Semilight" pitchFamily="2" charset="0"/>
            </a:endParaRPr>
          </a:p>
        </p:txBody>
      </p:sp>
      <p:sp>
        <p:nvSpPr>
          <p:cNvPr id="4" name="Freeform: Shape 3">
            <a:extLst>
              <a:ext uri="{FF2B5EF4-FFF2-40B4-BE49-F238E27FC236}">
                <a16:creationId xmlns:a16="http://schemas.microsoft.com/office/drawing/2014/main" id="{59FDCCB6-390F-76D5-808A-6572C1B2FEF9}"/>
              </a:ext>
            </a:extLst>
          </p:cNvPr>
          <p:cNvSpPr/>
          <p:nvPr/>
        </p:nvSpPr>
        <p:spPr>
          <a:xfrm>
            <a:off x="6514155" y="1"/>
            <a:ext cx="5677845" cy="6423139"/>
          </a:xfrm>
          <a:custGeom>
            <a:avLst/>
            <a:gdLst>
              <a:gd name="connsiteX0" fmla="*/ 1482301 w 5677845"/>
              <a:gd name="connsiteY0" fmla="*/ 0 h 6423139"/>
              <a:gd name="connsiteX1" fmla="*/ 1823755 w 5677845"/>
              <a:gd name="connsiteY1" fmla="*/ 0 h 6423139"/>
              <a:gd name="connsiteX2" fmla="*/ 391712 w 5677845"/>
              <a:gd name="connsiteY2" fmla="*/ 1432043 h 6423139"/>
              <a:gd name="connsiteX3" fmla="*/ 391712 w 5677845"/>
              <a:gd name="connsiteY3" fmla="*/ 2062066 h 6423139"/>
              <a:gd name="connsiteX4" fmla="*/ 4361074 w 5677845"/>
              <a:gd name="connsiteY4" fmla="*/ 6031429 h 6423139"/>
              <a:gd name="connsiteX5" fmla="*/ 4991098 w 5677845"/>
              <a:gd name="connsiteY5" fmla="*/ 6031429 h 6423139"/>
              <a:gd name="connsiteX6" fmla="*/ 5677845 w 5677845"/>
              <a:gd name="connsiteY6" fmla="*/ 5344682 h 6423139"/>
              <a:gd name="connsiteX7" fmla="*/ 5677845 w 5677845"/>
              <a:gd name="connsiteY7" fmla="*/ 5686134 h 6423139"/>
              <a:gd name="connsiteX8" fmla="*/ 5128182 w 5677845"/>
              <a:gd name="connsiteY8" fmla="*/ 6235797 h 6423139"/>
              <a:gd name="connsiteX9" fmla="*/ 4223613 w 5677845"/>
              <a:gd name="connsiteY9" fmla="*/ 6235797 h 6423139"/>
              <a:gd name="connsiteX10" fmla="*/ 187343 w 5677845"/>
              <a:gd name="connsiteY10" fmla="*/ 2199527 h 6423139"/>
              <a:gd name="connsiteX11" fmla="*/ 187343 w 5677845"/>
              <a:gd name="connsiteY11" fmla="*/ 1294958 h 6423139"/>
              <a:gd name="connsiteX12" fmla="*/ 1482301 w 5677845"/>
              <a:gd name="connsiteY12" fmla="*/ 0 h 642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77845" h="6423139">
                <a:moveTo>
                  <a:pt x="1482301" y="0"/>
                </a:moveTo>
                <a:lnTo>
                  <a:pt x="1823755" y="0"/>
                </a:lnTo>
                <a:lnTo>
                  <a:pt x="391712" y="1432043"/>
                </a:lnTo>
                <a:cubicBezTo>
                  <a:pt x="217736" y="1606019"/>
                  <a:pt x="217736" y="1888090"/>
                  <a:pt x="391712" y="2062066"/>
                </a:cubicBezTo>
                <a:lnTo>
                  <a:pt x="4361074" y="6031429"/>
                </a:lnTo>
                <a:cubicBezTo>
                  <a:pt x="4535051" y="6205405"/>
                  <a:pt x="4817121" y="6205405"/>
                  <a:pt x="4991098" y="6031429"/>
                </a:cubicBezTo>
                <a:lnTo>
                  <a:pt x="5677845" y="5344682"/>
                </a:lnTo>
                <a:lnTo>
                  <a:pt x="5677845" y="5686134"/>
                </a:lnTo>
                <a:lnTo>
                  <a:pt x="5128182" y="6235797"/>
                </a:lnTo>
                <a:cubicBezTo>
                  <a:pt x="4878393" y="6485587"/>
                  <a:pt x="4473403" y="6485587"/>
                  <a:pt x="4223613" y="6235797"/>
                </a:cubicBezTo>
                <a:lnTo>
                  <a:pt x="187343" y="2199527"/>
                </a:lnTo>
                <a:cubicBezTo>
                  <a:pt x="-62447" y="1949737"/>
                  <a:pt x="-62447" y="1544747"/>
                  <a:pt x="187343" y="1294958"/>
                </a:cubicBezTo>
                <a:lnTo>
                  <a:pt x="1482301" y="0"/>
                </a:lnTo>
                <a:close/>
              </a:path>
            </a:pathLst>
          </a:custGeom>
          <a:solidFill>
            <a:schemeClr val="bg1"/>
          </a:solidFill>
          <a:ln w="12700" cap="flat">
            <a:noFill/>
            <a:prstDash val="solid"/>
            <a:miter/>
          </a:ln>
          <a:effectLst>
            <a:outerShdw blurRad="190500" dist="203200" dir="8100000" algn="tr" rotWithShape="0">
              <a:schemeClr val="accent1">
                <a:alpha val="18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367"/>
            <a:endParaRPr lang="en-US" sz="1765">
              <a:solidFill>
                <a:srgbClr val="000000"/>
              </a:solidFill>
              <a:latin typeface="Segoe UI"/>
            </a:endParaRPr>
          </a:p>
        </p:txBody>
      </p:sp>
      <p:sp>
        <p:nvSpPr>
          <p:cNvPr id="17" name="Picture Placeholder 16">
            <a:extLst>
              <a:ext uri="{FF2B5EF4-FFF2-40B4-BE49-F238E27FC236}">
                <a16:creationId xmlns:a16="http://schemas.microsoft.com/office/drawing/2014/main" id="{F9778F88-C96B-83C9-60EF-1FA7A8ABFD38}"/>
              </a:ext>
            </a:extLst>
          </p:cNvPr>
          <p:cNvSpPr>
            <a:spLocks noGrp="1"/>
          </p:cNvSpPr>
          <p:nvPr>
            <p:ph type="pic" sz="quarter" idx="10"/>
          </p:nvPr>
        </p:nvSpPr>
        <p:spPr>
          <a:xfrm>
            <a:off x="6775387" y="2"/>
            <a:ext cx="5416615" cy="6161911"/>
          </a:xfrm>
          <a:custGeom>
            <a:avLst/>
            <a:gdLst>
              <a:gd name="csX0" fmla="*/ 1562525 w 5416616"/>
              <a:gd name="csY0" fmla="*/ 0 h 6161911"/>
              <a:gd name="csX1" fmla="*/ 5416616 w 5416616"/>
              <a:gd name="csY1" fmla="*/ 0 h 6161911"/>
              <a:gd name="csX2" fmla="*/ 5416616 w 5416616"/>
              <a:gd name="csY2" fmla="*/ 5344682 h 6161911"/>
              <a:gd name="csX3" fmla="*/ 4729868 w 5416616"/>
              <a:gd name="csY3" fmla="*/ 6031429 h 6161911"/>
              <a:gd name="csX4" fmla="*/ 4099844 w 5416616"/>
              <a:gd name="csY4" fmla="*/ 6031429 h 6161911"/>
              <a:gd name="csX5" fmla="*/ 130482 w 5416616"/>
              <a:gd name="csY5" fmla="*/ 2062066 h 6161911"/>
              <a:gd name="csX6" fmla="*/ 130482 w 5416616"/>
              <a:gd name="csY6" fmla="*/ 1432043 h 616191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416616" h="6161911">
                <a:moveTo>
                  <a:pt x="1562525" y="0"/>
                </a:moveTo>
                <a:lnTo>
                  <a:pt x="5416616" y="0"/>
                </a:lnTo>
                <a:lnTo>
                  <a:pt x="5416616" y="5344682"/>
                </a:lnTo>
                <a:lnTo>
                  <a:pt x="4729868" y="6031429"/>
                </a:lnTo>
                <a:cubicBezTo>
                  <a:pt x="4555892" y="6205405"/>
                  <a:pt x="4273820" y="6205405"/>
                  <a:pt x="4099844" y="6031429"/>
                </a:cubicBezTo>
                <a:lnTo>
                  <a:pt x="130482" y="2062066"/>
                </a:lnTo>
                <a:cubicBezTo>
                  <a:pt x="-43494" y="1888090"/>
                  <a:pt x="-43494" y="1606019"/>
                  <a:pt x="130482" y="1432043"/>
                </a:cubicBezTo>
                <a:close/>
              </a:path>
            </a:pathLst>
          </a:custGeom>
        </p:spPr>
        <p:txBody>
          <a:bodyPr wrap="square">
            <a:noAutofit/>
          </a:bodyPr>
          <a:lstStyle/>
          <a:p>
            <a:r>
              <a:rPr lang="en-US"/>
              <a:t>Click icon to add picture</a:t>
            </a:r>
            <a:endParaRPr lang="en-IN"/>
          </a:p>
        </p:txBody>
      </p:sp>
      <p:pic>
        <p:nvPicPr>
          <p:cNvPr id="15" name="Graphic 14">
            <a:extLst>
              <a:ext uri="{FF2B5EF4-FFF2-40B4-BE49-F238E27FC236}">
                <a16:creationId xmlns:a16="http://schemas.microsoft.com/office/drawing/2014/main" id="{75985DDC-70BD-B850-19F3-485722756E1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4330" y="437748"/>
            <a:ext cx="1624995" cy="1086564"/>
          </a:xfrm>
          <a:prstGeom prst="rect">
            <a:avLst/>
          </a:prstGeom>
        </p:spPr>
      </p:pic>
      <p:sp>
        <p:nvSpPr>
          <p:cNvPr id="19" name="Title Placeholder 1">
            <a:extLst>
              <a:ext uri="{FF2B5EF4-FFF2-40B4-BE49-F238E27FC236}">
                <a16:creationId xmlns:a16="http://schemas.microsoft.com/office/drawing/2014/main" id="{25A49282-4535-27A2-5DD2-8AFD678BA1B3}"/>
              </a:ext>
            </a:extLst>
          </p:cNvPr>
          <p:cNvSpPr>
            <a:spLocks noGrp="1"/>
          </p:cNvSpPr>
          <p:nvPr>
            <p:ph type="title" hasCustomPrompt="1"/>
          </p:nvPr>
        </p:nvSpPr>
        <p:spPr>
          <a:xfrm>
            <a:off x="885825" y="3224743"/>
            <a:ext cx="5366004" cy="615553"/>
          </a:xfrm>
          <a:prstGeom prst="rect">
            <a:avLst/>
          </a:prstGeom>
        </p:spPr>
        <p:txBody>
          <a:bodyPr vert="horz" wrap="square" lIns="0" tIns="0" rIns="0" bIns="0" rtlCol="0" anchor="b">
            <a:spAutoFit/>
          </a:bodyPr>
          <a:lstStyle>
            <a:lvl1pPr>
              <a:defRPr lang="en-US" sz="4000" kern="1200" dirty="0">
                <a:gradFill>
                  <a:gsLst>
                    <a:gs pos="0">
                      <a:schemeClr val="accent1"/>
                    </a:gs>
                    <a:gs pos="100000">
                      <a:schemeClr val="accent2"/>
                    </a:gs>
                  </a:gsLst>
                  <a:lin ang="0" scaled="1"/>
                </a:gradFill>
                <a:latin typeface="+mj-lt"/>
                <a:ea typeface="+mn-ea"/>
                <a:cs typeface="+mn-cs"/>
              </a:defRPr>
            </a:lvl1pPr>
          </a:lstStyle>
          <a:p>
            <a:r>
              <a:rPr lang="en-US"/>
              <a:t>Edit Title</a:t>
            </a:r>
          </a:p>
        </p:txBody>
      </p:sp>
    </p:spTree>
    <p:extLst>
      <p:ext uri="{BB962C8B-B14F-4D97-AF65-F5344CB8AC3E}">
        <p14:creationId xmlns:p14="http://schemas.microsoft.com/office/powerpoint/2010/main" val="61553537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12">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Divider Dark">
    <p:bg>
      <p:bgPr>
        <a:solidFill>
          <a:schemeClr val="tx1"/>
        </a:solidFill>
        <a:effectLst/>
      </p:bgPr>
    </p:bg>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2349C05B-56D4-AA81-6A0E-7FBFB9EF8923}"/>
              </a:ext>
              <a:ext uri="{C183D7F6-B498-43B3-948B-1728B52AA6E4}">
                <adec:decorative xmlns:adec="http://schemas.microsoft.com/office/drawing/2017/decorative" val="1"/>
              </a:ext>
            </a:extLst>
          </p:cNvPr>
          <p:cNvSpPr/>
          <p:nvPr/>
        </p:nvSpPr>
        <p:spPr bwMode="auto">
          <a:xfrm>
            <a:off x="418640" y="1973878"/>
            <a:ext cx="3162759" cy="3117280"/>
          </a:xfrm>
          <a:prstGeom prst="roundRect">
            <a:avLst>
              <a:gd name="adj" fmla="val 6804"/>
            </a:avLst>
          </a:prstGeom>
          <a:solidFill>
            <a:srgbClr val="11263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400">
              <a:gradFill>
                <a:gsLst>
                  <a:gs pos="0">
                    <a:srgbClr val="FFFFFF"/>
                  </a:gs>
                  <a:gs pos="100000">
                    <a:srgbClr val="FFFFFF"/>
                  </a:gs>
                </a:gsLst>
                <a:lin ang="5400000" scaled="0"/>
              </a:gradFill>
              <a:latin typeface="Segoe UI"/>
              <a:cs typeface="Segoe UI" pitchFamily="34" charset="0"/>
            </a:endParaRPr>
          </a:p>
        </p:txBody>
      </p:sp>
      <p:sp>
        <p:nvSpPr>
          <p:cNvPr id="7" name="Rectangle: Rounded Corners 6">
            <a:extLst>
              <a:ext uri="{FF2B5EF4-FFF2-40B4-BE49-F238E27FC236}">
                <a16:creationId xmlns:a16="http://schemas.microsoft.com/office/drawing/2014/main" id="{35402272-D406-DA6F-5A53-8BDB738B83C0}"/>
              </a:ext>
              <a:ext uri="{C183D7F6-B498-43B3-948B-1728B52AA6E4}">
                <adec:decorative xmlns:adec="http://schemas.microsoft.com/office/drawing/2017/decorative" val="1"/>
              </a:ext>
            </a:extLst>
          </p:cNvPr>
          <p:cNvSpPr>
            <a:spLocks/>
          </p:cNvSpPr>
          <p:nvPr/>
        </p:nvSpPr>
        <p:spPr bwMode="auto">
          <a:xfrm>
            <a:off x="571500" y="2106321"/>
            <a:ext cx="10459356" cy="2852396"/>
          </a:xfrm>
          <a:prstGeom prst="roundRect">
            <a:avLst>
              <a:gd name="adj" fmla="val 4366"/>
            </a:avLst>
          </a:prstGeom>
          <a:solidFill>
            <a:srgbClr val="112633"/>
          </a:solidFill>
          <a:ln w="12700" cap="flat" cmpd="sng" algn="ctr">
            <a:gradFill flip="none" rotWithShape="1">
              <a:gsLst>
                <a:gs pos="0">
                  <a:srgbClr val="0078D4"/>
                </a:gs>
                <a:gs pos="100000">
                  <a:srgbClr val="C03BC4"/>
                </a:gs>
              </a:gsLst>
              <a:lin ang="2700000" scaled="1"/>
              <a:tileRect/>
            </a:gra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274320" tIns="548640" rIns="274320" bIns="0" numCol="1" spcCol="0" rtlCol="0" fromWordArt="0" anchor="ctr" anchorCtr="0" forceAA="0" compatLnSpc="1">
            <a:prstTxWarp prst="textNoShape">
              <a:avLst/>
            </a:prstTxWarp>
            <a:noAutofit/>
          </a:bodyPr>
          <a:lstStyle/>
          <a:p>
            <a:endParaRPr lang="en-US" sz="1400">
              <a:latin typeface="Segoe Sans Display Semilight" pitchFamily="2" charset="0"/>
              <a:cs typeface="Segoe Sans Display Semilight" pitchFamily="2" charset="0"/>
            </a:endParaRPr>
          </a:p>
        </p:txBody>
      </p:sp>
      <p:sp>
        <p:nvSpPr>
          <p:cNvPr id="8" name="Freeform: Shape 7">
            <a:extLst>
              <a:ext uri="{FF2B5EF4-FFF2-40B4-BE49-F238E27FC236}">
                <a16:creationId xmlns:a16="http://schemas.microsoft.com/office/drawing/2014/main" id="{B3A8E633-915C-22A7-D02F-002C4B99BE76}"/>
              </a:ext>
            </a:extLst>
          </p:cNvPr>
          <p:cNvSpPr>
            <a:spLocks/>
          </p:cNvSpPr>
          <p:nvPr/>
        </p:nvSpPr>
        <p:spPr>
          <a:xfrm>
            <a:off x="6514155" y="1"/>
            <a:ext cx="5677845" cy="6423139"/>
          </a:xfrm>
          <a:custGeom>
            <a:avLst/>
            <a:gdLst>
              <a:gd name="connsiteX0" fmla="*/ 1482301 w 5677845"/>
              <a:gd name="connsiteY0" fmla="*/ 0 h 6423139"/>
              <a:gd name="connsiteX1" fmla="*/ 1823755 w 5677845"/>
              <a:gd name="connsiteY1" fmla="*/ 0 h 6423139"/>
              <a:gd name="connsiteX2" fmla="*/ 391712 w 5677845"/>
              <a:gd name="connsiteY2" fmla="*/ 1432043 h 6423139"/>
              <a:gd name="connsiteX3" fmla="*/ 391712 w 5677845"/>
              <a:gd name="connsiteY3" fmla="*/ 2062066 h 6423139"/>
              <a:gd name="connsiteX4" fmla="*/ 4361074 w 5677845"/>
              <a:gd name="connsiteY4" fmla="*/ 6031429 h 6423139"/>
              <a:gd name="connsiteX5" fmla="*/ 4991098 w 5677845"/>
              <a:gd name="connsiteY5" fmla="*/ 6031429 h 6423139"/>
              <a:gd name="connsiteX6" fmla="*/ 5677845 w 5677845"/>
              <a:gd name="connsiteY6" fmla="*/ 5344682 h 6423139"/>
              <a:gd name="connsiteX7" fmla="*/ 5677845 w 5677845"/>
              <a:gd name="connsiteY7" fmla="*/ 5686134 h 6423139"/>
              <a:gd name="connsiteX8" fmla="*/ 5128182 w 5677845"/>
              <a:gd name="connsiteY8" fmla="*/ 6235797 h 6423139"/>
              <a:gd name="connsiteX9" fmla="*/ 4223613 w 5677845"/>
              <a:gd name="connsiteY9" fmla="*/ 6235797 h 6423139"/>
              <a:gd name="connsiteX10" fmla="*/ 187343 w 5677845"/>
              <a:gd name="connsiteY10" fmla="*/ 2199527 h 6423139"/>
              <a:gd name="connsiteX11" fmla="*/ 187343 w 5677845"/>
              <a:gd name="connsiteY11" fmla="*/ 1294958 h 6423139"/>
              <a:gd name="connsiteX12" fmla="*/ 1482301 w 5677845"/>
              <a:gd name="connsiteY12" fmla="*/ 0 h 642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77845" h="6423139">
                <a:moveTo>
                  <a:pt x="1482301" y="0"/>
                </a:moveTo>
                <a:lnTo>
                  <a:pt x="1823755" y="0"/>
                </a:lnTo>
                <a:lnTo>
                  <a:pt x="391712" y="1432043"/>
                </a:lnTo>
                <a:cubicBezTo>
                  <a:pt x="217736" y="1606019"/>
                  <a:pt x="217736" y="1888090"/>
                  <a:pt x="391712" y="2062066"/>
                </a:cubicBezTo>
                <a:lnTo>
                  <a:pt x="4361074" y="6031429"/>
                </a:lnTo>
                <a:cubicBezTo>
                  <a:pt x="4535051" y="6205405"/>
                  <a:pt x="4817121" y="6205405"/>
                  <a:pt x="4991098" y="6031429"/>
                </a:cubicBezTo>
                <a:lnTo>
                  <a:pt x="5677845" y="5344682"/>
                </a:lnTo>
                <a:lnTo>
                  <a:pt x="5677845" y="5686134"/>
                </a:lnTo>
                <a:lnTo>
                  <a:pt x="5128182" y="6235797"/>
                </a:lnTo>
                <a:cubicBezTo>
                  <a:pt x="4878393" y="6485587"/>
                  <a:pt x="4473403" y="6485587"/>
                  <a:pt x="4223613" y="6235797"/>
                </a:cubicBezTo>
                <a:lnTo>
                  <a:pt x="187343" y="2199527"/>
                </a:lnTo>
                <a:cubicBezTo>
                  <a:pt x="-62447" y="1949737"/>
                  <a:pt x="-62447" y="1544747"/>
                  <a:pt x="187343" y="1294958"/>
                </a:cubicBezTo>
                <a:lnTo>
                  <a:pt x="1482301" y="0"/>
                </a:lnTo>
                <a:close/>
              </a:path>
            </a:pathLst>
          </a:custGeom>
          <a:solidFill>
            <a:schemeClr val="tx1"/>
          </a:solidFill>
          <a:ln w="12700" cap="flat">
            <a:noFill/>
            <a:prstDash val="solid"/>
            <a:miter/>
          </a:ln>
          <a:effectLst>
            <a:outerShdw blurRad="190500" dist="203200" dir="8100000" algn="tr" rotWithShape="0">
              <a:schemeClr val="accent1">
                <a:alpha val="18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367"/>
            <a:endParaRPr lang="en-US" sz="1765">
              <a:solidFill>
                <a:srgbClr val="000000"/>
              </a:solidFill>
              <a:latin typeface="Segoe UI"/>
            </a:endParaRPr>
          </a:p>
        </p:txBody>
      </p:sp>
      <p:sp>
        <p:nvSpPr>
          <p:cNvPr id="2" name="Picture Placeholder 1">
            <a:extLst>
              <a:ext uri="{FF2B5EF4-FFF2-40B4-BE49-F238E27FC236}">
                <a16:creationId xmlns:a16="http://schemas.microsoft.com/office/drawing/2014/main" id="{E6B438F0-7DF2-0D88-6EB7-7D15097C8D59}"/>
              </a:ext>
            </a:extLst>
          </p:cNvPr>
          <p:cNvSpPr>
            <a:spLocks noGrp="1"/>
          </p:cNvSpPr>
          <p:nvPr>
            <p:ph type="pic" sz="quarter" idx="10"/>
          </p:nvPr>
        </p:nvSpPr>
        <p:spPr>
          <a:xfrm>
            <a:off x="6775386" y="2"/>
            <a:ext cx="5416615" cy="6161911"/>
          </a:xfrm>
          <a:custGeom>
            <a:avLst/>
            <a:gdLst>
              <a:gd name="csX0" fmla="*/ 1562525 w 5416616"/>
              <a:gd name="csY0" fmla="*/ 0 h 6161911"/>
              <a:gd name="csX1" fmla="*/ 5416616 w 5416616"/>
              <a:gd name="csY1" fmla="*/ 0 h 6161911"/>
              <a:gd name="csX2" fmla="*/ 5416616 w 5416616"/>
              <a:gd name="csY2" fmla="*/ 5344682 h 6161911"/>
              <a:gd name="csX3" fmla="*/ 4729868 w 5416616"/>
              <a:gd name="csY3" fmla="*/ 6031429 h 6161911"/>
              <a:gd name="csX4" fmla="*/ 4099844 w 5416616"/>
              <a:gd name="csY4" fmla="*/ 6031429 h 6161911"/>
              <a:gd name="csX5" fmla="*/ 130482 w 5416616"/>
              <a:gd name="csY5" fmla="*/ 2062066 h 6161911"/>
              <a:gd name="csX6" fmla="*/ 130482 w 5416616"/>
              <a:gd name="csY6" fmla="*/ 1432043 h 616191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416616" h="6161911">
                <a:moveTo>
                  <a:pt x="1562525" y="0"/>
                </a:moveTo>
                <a:lnTo>
                  <a:pt x="5416616" y="0"/>
                </a:lnTo>
                <a:lnTo>
                  <a:pt x="5416616" y="5344682"/>
                </a:lnTo>
                <a:lnTo>
                  <a:pt x="4729868" y="6031429"/>
                </a:lnTo>
                <a:cubicBezTo>
                  <a:pt x="4555892" y="6205405"/>
                  <a:pt x="4273820" y="6205405"/>
                  <a:pt x="4099844" y="6031429"/>
                </a:cubicBezTo>
                <a:lnTo>
                  <a:pt x="130482" y="2062066"/>
                </a:lnTo>
                <a:cubicBezTo>
                  <a:pt x="-43494" y="1888090"/>
                  <a:pt x="-43494" y="1606019"/>
                  <a:pt x="130482" y="1432043"/>
                </a:cubicBezTo>
                <a:close/>
              </a:path>
            </a:pathLst>
          </a:custGeom>
        </p:spPr>
        <p:txBody>
          <a:bodyPr wrap="square">
            <a:noAutofit/>
          </a:bodyPr>
          <a:lstStyle/>
          <a:p>
            <a:r>
              <a:rPr lang="en-US"/>
              <a:t>Click icon to add picture</a:t>
            </a:r>
            <a:endParaRPr lang="en-IN"/>
          </a:p>
        </p:txBody>
      </p:sp>
      <p:pic>
        <p:nvPicPr>
          <p:cNvPr id="16" name="Graphic 15">
            <a:extLst>
              <a:ext uri="{FF2B5EF4-FFF2-40B4-BE49-F238E27FC236}">
                <a16:creationId xmlns:a16="http://schemas.microsoft.com/office/drawing/2014/main" id="{3FF71B01-3FDE-8359-35DC-224CD73E825F}"/>
              </a:ext>
            </a:extLst>
          </p:cNvPr>
          <p:cNvPicPr>
            <a:picLocks noChangeAspect="1"/>
          </p:cNvPicPr>
          <p:nvPr/>
        </p:nvPicPr>
        <p:blipFill>
          <a:blip>
            <a:lum bright="100000"/>
            <a:extLst>
              <a:ext uri="{96DAC541-7B7A-43D3-8B79-37D633B846F1}">
                <asvg:svgBlip xmlns:asvg="http://schemas.microsoft.com/office/drawing/2016/SVG/main" r:embed="rId2"/>
              </a:ext>
            </a:extLst>
          </a:blip>
          <a:stretch>
            <a:fillRect/>
          </a:stretch>
        </p:blipFill>
        <p:spPr>
          <a:xfrm>
            <a:off x="594330" y="437748"/>
            <a:ext cx="1624995" cy="1086564"/>
          </a:xfrm>
          <a:prstGeom prst="rect">
            <a:avLst/>
          </a:prstGeom>
        </p:spPr>
      </p:pic>
      <p:sp>
        <p:nvSpPr>
          <p:cNvPr id="17" name="Title Placeholder 1">
            <a:extLst>
              <a:ext uri="{FF2B5EF4-FFF2-40B4-BE49-F238E27FC236}">
                <a16:creationId xmlns:a16="http://schemas.microsoft.com/office/drawing/2014/main" id="{CE9E4D5D-598B-6244-839A-04539BA843B6}"/>
              </a:ext>
            </a:extLst>
          </p:cNvPr>
          <p:cNvSpPr>
            <a:spLocks noGrp="1"/>
          </p:cNvSpPr>
          <p:nvPr>
            <p:ph type="title" hasCustomPrompt="1"/>
          </p:nvPr>
        </p:nvSpPr>
        <p:spPr>
          <a:xfrm>
            <a:off x="885825" y="3224743"/>
            <a:ext cx="5366004" cy="615553"/>
          </a:xfrm>
          <a:prstGeom prst="rect">
            <a:avLst/>
          </a:prstGeom>
        </p:spPr>
        <p:txBody>
          <a:bodyPr vert="horz" wrap="square" lIns="0" tIns="0" rIns="0" bIns="0" rtlCol="0" anchor="b">
            <a:spAutoFit/>
          </a:bodyPr>
          <a:lstStyle>
            <a:lvl1pPr>
              <a:defRPr lang="en-US" sz="4000" kern="1200" dirty="0">
                <a:gradFill>
                  <a:gsLst>
                    <a:gs pos="0">
                      <a:schemeClr val="accent1"/>
                    </a:gs>
                    <a:gs pos="100000">
                      <a:schemeClr val="accent2"/>
                    </a:gs>
                  </a:gsLst>
                  <a:lin ang="0" scaled="1"/>
                </a:gradFill>
                <a:latin typeface="+mj-lt"/>
                <a:ea typeface="+mn-ea"/>
                <a:cs typeface="+mn-cs"/>
              </a:defRPr>
            </a:lvl1pPr>
          </a:lstStyle>
          <a:p>
            <a:r>
              <a:rPr lang="en-US"/>
              <a:t>Edit Title</a:t>
            </a:r>
          </a:p>
        </p:txBody>
      </p:sp>
    </p:spTree>
    <p:extLst>
      <p:ext uri="{BB962C8B-B14F-4D97-AF65-F5344CB8AC3E}">
        <p14:creationId xmlns:p14="http://schemas.microsoft.com/office/powerpoint/2010/main" val="428565206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12">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Divider White 2">
    <p:spTree>
      <p:nvGrpSpPr>
        <p:cNvPr id="1" name=""/>
        <p:cNvGrpSpPr/>
        <p:nvPr/>
      </p:nvGrpSpPr>
      <p:grpSpPr>
        <a:xfrm>
          <a:off x="0" y="0"/>
          <a:ext cx="0" cy="0"/>
          <a:chOff x="0" y="0"/>
          <a:chExt cx="0" cy="0"/>
        </a:xfrm>
      </p:grpSpPr>
      <p:sp>
        <p:nvSpPr>
          <p:cNvPr id="47" name="Graphic 6">
            <a:extLst>
              <a:ext uri="{FF2B5EF4-FFF2-40B4-BE49-F238E27FC236}">
                <a16:creationId xmlns:a16="http://schemas.microsoft.com/office/drawing/2014/main" id="{5F7EF46D-3AC9-F0C8-3364-F42BE9E080E7}"/>
              </a:ext>
            </a:extLst>
          </p:cNvPr>
          <p:cNvSpPr/>
          <p:nvPr/>
        </p:nvSpPr>
        <p:spPr>
          <a:xfrm flipV="1">
            <a:off x="10653123" y="0"/>
            <a:ext cx="1538877" cy="1113451"/>
          </a:xfrm>
          <a:custGeom>
            <a:avLst/>
            <a:gdLst>
              <a:gd name="connsiteX0" fmla="*/ -428 w 2576292"/>
              <a:gd name="connsiteY0" fmla="*/ 1863875 h 1864070"/>
              <a:gd name="connsiteX1" fmla="*/ 184723 w 2576292"/>
              <a:gd name="connsiteY1" fmla="*/ 1601241 h 1864070"/>
              <a:gd name="connsiteX2" fmla="*/ 184723 w 2576292"/>
              <a:gd name="connsiteY2" fmla="*/ 1601241 h 1864070"/>
              <a:gd name="connsiteX3" fmla="*/ 1511445 w 2576292"/>
              <a:gd name="connsiteY3" fmla="*/ 274567 h 1864070"/>
              <a:gd name="connsiteX4" fmla="*/ 2575865 w 2576292"/>
              <a:gd name="connsiteY4" fmla="*/ 89605 h 1864070"/>
              <a:gd name="connsiteX5" fmla="*/ 2575865 w 2576292"/>
              <a:gd name="connsiteY5" fmla="*/ 89605 h 1864070"/>
              <a:gd name="connsiteX6" fmla="*/ 2575865 w 2576292"/>
              <a:gd name="connsiteY6" fmla="*/ 1863875 h 1864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6292" h="1864070">
                <a:moveTo>
                  <a:pt x="-428" y="1863875"/>
                </a:moveTo>
                <a:cubicBezTo>
                  <a:pt x="44450" y="1768859"/>
                  <a:pt x="106151" y="1679814"/>
                  <a:pt x="184723" y="1601241"/>
                </a:cubicBezTo>
                <a:lnTo>
                  <a:pt x="184723" y="1601241"/>
                </a:lnTo>
                <a:lnTo>
                  <a:pt x="1511445" y="274567"/>
                </a:lnTo>
                <a:cubicBezTo>
                  <a:pt x="1799338" y="-13326"/>
                  <a:pt x="2227787" y="-74980"/>
                  <a:pt x="2575865" y="89605"/>
                </a:cubicBezTo>
                <a:lnTo>
                  <a:pt x="2575865" y="89605"/>
                </a:lnTo>
                <a:lnTo>
                  <a:pt x="2575865" y="1863875"/>
                </a:lnTo>
                <a:close/>
              </a:path>
            </a:pathLst>
          </a:custGeom>
          <a:solidFill>
            <a:schemeClr val="accent1">
              <a:lumMod val="20000"/>
              <a:lumOff val="80000"/>
            </a:schemeClr>
          </a:solidFill>
          <a:ln w="28575">
            <a:noFill/>
          </a:ln>
        </p:spPr>
        <p:style>
          <a:lnRef idx="1">
            <a:schemeClr val="accent1"/>
          </a:lnRef>
          <a:fillRef idx="0">
            <a:schemeClr val="accent1"/>
          </a:fillRef>
          <a:effectRef idx="0">
            <a:schemeClr val="accent1"/>
          </a:effectRef>
          <a:fontRef idx="minor">
            <a:schemeClr val="tx1"/>
          </a:fontRef>
        </p:style>
        <p:txBody>
          <a:bodyPr wrap="square" lIns="274320" tIns="640080" rtlCol="0" anchor="ctr"/>
          <a:lstStyle/>
          <a:p>
            <a:endParaRPr kumimoji="1" lang="en-US" sz="2200" b="1"/>
          </a:p>
        </p:txBody>
      </p:sp>
      <p:grpSp>
        <p:nvGrpSpPr>
          <p:cNvPr id="3" name="Group 2">
            <a:extLst>
              <a:ext uri="{FF2B5EF4-FFF2-40B4-BE49-F238E27FC236}">
                <a16:creationId xmlns:a16="http://schemas.microsoft.com/office/drawing/2014/main" id="{F2E940FB-6DB1-0C3E-249D-94777897484F}"/>
              </a:ext>
            </a:extLst>
          </p:cNvPr>
          <p:cNvGrpSpPr/>
          <p:nvPr/>
        </p:nvGrpSpPr>
        <p:grpSpPr>
          <a:xfrm>
            <a:off x="379661" y="2220666"/>
            <a:ext cx="6455783" cy="2416668"/>
            <a:chOff x="379661" y="2220686"/>
            <a:chExt cx="6455783" cy="2416668"/>
          </a:xfrm>
        </p:grpSpPr>
        <p:sp>
          <p:nvSpPr>
            <p:cNvPr id="9" name="Rectangle: Rounded Corners 8">
              <a:extLst>
                <a:ext uri="{FF2B5EF4-FFF2-40B4-BE49-F238E27FC236}">
                  <a16:creationId xmlns:a16="http://schemas.microsoft.com/office/drawing/2014/main" id="{DE607BD7-FCC3-909D-3B3C-7A16D35BB8B2}"/>
                </a:ext>
                <a:ext uri="{C183D7F6-B498-43B3-948B-1728B52AA6E4}">
                  <adec:decorative xmlns:adec="http://schemas.microsoft.com/office/drawing/2017/decorative" val="1"/>
                </a:ext>
              </a:extLst>
            </p:cNvPr>
            <p:cNvSpPr/>
            <p:nvPr userDrawn="1"/>
          </p:nvSpPr>
          <p:spPr bwMode="auto">
            <a:xfrm>
              <a:off x="379661" y="2220686"/>
              <a:ext cx="3476625" cy="2416668"/>
            </a:xfrm>
            <a:prstGeom prst="roundRect">
              <a:avLst>
                <a:gd name="adj" fmla="val 5000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400">
                <a:gradFill>
                  <a:gsLst>
                    <a:gs pos="0">
                      <a:srgbClr val="FFFFFF"/>
                    </a:gs>
                    <a:gs pos="100000">
                      <a:srgbClr val="FFFFFF"/>
                    </a:gs>
                  </a:gsLst>
                  <a:lin ang="5400000" scaled="0"/>
                </a:gradFill>
                <a:latin typeface="Segoe UI"/>
                <a:cs typeface="Segoe UI" pitchFamily="34" charset="0"/>
              </a:endParaRPr>
            </a:p>
          </p:txBody>
        </p:sp>
        <p:sp>
          <p:nvSpPr>
            <p:cNvPr id="10" name="Rectangle: Rounded Corners 9">
              <a:extLst>
                <a:ext uri="{FF2B5EF4-FFF2-40B4-BE49-F238E27FC236}">
                  <a16:creationId xmlns:a16="http://schemas.microsoft.com/office/drawing/2014/main" id="{8A5B2864-6C35-4650-DF01-B747BBB4371E}"/>
                </a:ext>
                <a:ext uri="{C183D7F6-B498-43B3-948B-1728B52AA6E4}">
                  <adec:decorative xmlns:adec="http://schemas.microsoft.com/office/drawing/2017/decorative" val="1"/>
                </a:ext>
              </a:extLst>
            </p:cNvPr>
            <p:cNvSpPr/>
            <p:nvPr userDrawn="1"/>
          </p:nvSpPr>
          <p:spPr bwMode="auto">
            <a:xfrm>
              <a:off x="583345" y="2373127"/>
              <a:ext cx="6252099" cy="2111788"/>
            </a:xfrm>
            <a:prstGeom prst="roundRect">
              <a:avLst>
                <a:gd name="adj" fmla="val 50000"/>
              </a:avLst>
            </a:prstGeom>
            <a:solidFill>
              <a:srgbClr val="FFFFFF"/>
            </a:solidFill>
            <a:ln w="12700" cap="flat" cmpd="sng" algn="ctr">
              <a:gradFill flip="none" rotWithShape="1">
                <a:gsLst>
                  <a:gs pos="0">
                    <a:srgbClr val="0078D4"/>
                  </a:gs>
                  <a:gs pos="100000">
                    <a:srgbClr val="C03BC4"/>
                  </a:gs>
                </a:gsLst>
                <a:lin ang="2700000" scaled="1"/>
                <a:tileRect/>
              </a:gra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274320" tIns="548640" rIns="274320" bIns="0" numCol="1" spcCol="0" rtlCol="0" fromWordArt="0" anchor="ctr" anchorCtr="0" forceAA="0" compatLnSpc="1">
              <a:prstTxWarp prst="textNoShape">
                <a:avLst/>
              </a:prstTxWarp>
              <a:noAutofit/>
            </a:bodyPr>
            <a:lstStyle/>
            <a:p>
              <a:endParaRPr lang="en-US" sz="1400">
                <a:solidFill>
                  <a:schemeClr val="tx1"/>
                </a:solidFill>
                <a:latin typeface="Segoe Sans Display Semilight" pitchFamily="2" charset="0"/>
                <a:cs typeface="Segoe Sans Display Semilight" pitchFamily="2" charset="0"/>
              </a:endParaRPr>
            </a:p>
          </p:txBody>
        </p:sp>
      </p:grpSp>
      <p:sp>
        <p:nvSpPr>
          <p:cNvPr id="19" name="Graphic 6">
            <a:extLst>
              <a:ext uri="{FF2B5EF4-FFF2-40B4-BE49-F238E27FC236}">
                <a16:creationId xmlns:a16="http://schemas.microsoft.com/office/drawing/2014/main" id="{594010C4-3E9C-BC04-B4D9-66E5474A98CC}"/>
              </a:ext>
            </a:extLst>
          </p:cNvPr>
          <p:cNvSpPr/>
          <p:nvPr/>
        </p:nvSpPr>
        <p:spPr>
          <a:xfrm>
            <a:off x="10653123" y="5744549"/>
            <a:ext cx="1538877" cy="1113451"/>
          </a:xfrm>
          <a:custGeom>
            <a:avLst/>
            <a:gdLst>
              <a:gd name="connsiteX0" fmla="*/ -428 w 2576292"/>
              <a:gd name="connsiteY0" fmla="*/ 1863875 h 1864070"/>
              <a:gd name="connsiteX1" fmla="*/ 184723 w 2576292"/>
              <a:gd name="connsiteY1" fmla="*/ 1601241 h 1864070"/>
              <a:gd name="connsiteX2" fmla="*/ 184723 w 2576292"/>
              <a:gd name="connsiteY2" fmla="*/ 1601241 h 1864070"/>
              <a:gd name="connsiteX3" fmla="*/ 1511445 w 2576292"/>
              <a:gd name="connsiteY3" fmla="*/ 274567 h 1864070"/>
              <a:gd name="connsiteX4" fmla="*/ 2575865 w 2576292"/>
              <a:gd name="connsiteY4" fmla="*/ 89605 h 1864070"/>
              <a:gd name="connsiteX5" fmla="*/ 2575865 w 2576292"/>
              <a:gd name="connsiteY5" fmla="*/ 89605 h 1864070"/>
              <a:gd name="connsiteX6" fmla="*/ 2575865 w 2576292"/>
              <a:gd name="connsiteY6" fmla="*/ 1863875 h 1864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6292" h="1864070">
                <a:moveTo>
                  <a:pt x="-428" y="1863875"/>
                </a:moveTo>
                <a:cubicBezTo>
                  <a:pt x="44450" y="1768859"/>
                  <a:pt x="106151" y="1679814"/>
                  <a:pt x="184723" y="1601241"/>
                </a:cubicBezTo>
                <a:lnTo>
                  <a:pt x="184723" y="1601241"/>
                </a:lnTo>
                <a:lnTo>
                  <a:pt x="1511445" y="274567"/>
                </a:lnTo>
                <a:cubicBezTo>
                  <a:pt x="1799338" y="-13326"/>
                  <a:pt x="2227787" y="-74980"/>
                  <a:pt x="2575865" y="89605"/>
                </a:cubicBezTo>
                <a:lnTo>
                  <a:pt x="2575865" y="89605"/>
                </a:lnTo>
                <a:lnTo>
                  <a:pt x="2575865" y="1863875"/>
                </a:lnTo>
                <a:close/>
              </a:path>
            </a:pathLst>
          </a:custGeom>
          <a:solidFill>
            <a:schemeClr val="accent1">
              <a:lumMod val="20000"/>
              <a:lumOff val="80000"/>
            </a:schemeClr>
          </a:solidFill>
          <a:ln w="28575">
            <a:noFill/>
          </a:ln>
        </p:spPr>
        <p:style>
          <a:lnRef idx="1">
            <a:schemeClr val="accent1"/>
          </a:lnRef>
          <a:fillRef idx="0">
            <a:schemeClr val="accent1"/>
          </a:fillRef>
          <a:effectRef idx="0">
            <a:schemeClr val="accent1"/>
          </a:effectRef>
          <a:fontRef idx="minor">
            <a:schemeClr val="tx1"/>
          </a:fontRef>
        </p:style>
        <p:txBody>
          <a:bodyPr wrap="square" lIns="274320" tIns="640080" rtlCol="0" anchor="ctr"/>
          <a:lstStyle/>
          <a:p>
            <a:endParaRPr kumimoji="1" lang="en-US" sz="2200" b="1"/>
          </a:p>
        </p:txBody>
      </p:sp>
      <p:sp>
        <p:nvSpPr>
          <p:cNvPr id="64" name="Freeform: Shape 63">
            <a:extLst>
              <a:ext uri="{FF2B5EF4-FFF2-40B4-BE49-F238E27FC236}">
                <a16:creationId xmlns:a16="http://schemas.microsoft.com/office/drawing/2014/main" id="{184A77FB-B6DD-D7B4-C485-1D84F692E260}"/>
              </a:ext>
            </a:extLst>
          </p:cNvPr>
          <p:cNvSpPr/>
          <p:nvPr/>
        </p:nvSpPr>
        <p:spPr>
          <a:xfrm rot="16200000">
            <a:off x="8016986" y="2086044"/>
            <a:ext cx="5664189" cy="2685838"/>
          </a:xfrm>
          <a:custGeom>
            <a:avLst/>
            <a:gdLst>
              <a:gd name="csX0" fmla="*/ 5664189 w 5664189"/>
              <a:gd name="csY0" fmla="*/ 2281591 h 2685838"/>
              <a:gd name="csX1" fmla="*/ 5503373 w 5664189"/>
              <a:gd name="csY1" fmla="*/ 2678579 h 2685838"/>
              <a:gd name="csX2" fmla="*/ 5499415 w 5664189"/>
              <a:gd name="csY2" fmla="*/ 2682613 h 2685838"/>
              <a:gd name="csX3" fmla="*/ 5496188 w 5664189"/>
              <a:gd name="csY3" fmla="*/ 2685838 h 2685838"/>
              <a:gd name="csX4" fmla="*/ 272985 w 5664189"/>
              <a:gd name="csY4" fmla="*/ 2685838 h 2685838"/>
              <a:gd name="csX5" fmla="*/ 161815 w 5664189"/>
              <a:gd name="csY5" fmla="*/ 2574596 h 2685838"/>
              <a:gd name="csX6" fmla="*/ 160663 w 5664189"/>
              <a:gd name="csY6" fmla="*/ 2573405 h 2685838"/>
              <a:gd name="csX7" fmla="*/ 0 w 5664189"/>
              <a:gd name="csY7" fmla="*/ 2176456 h 2685838"/>
              <a:gd name="csX8" fmla="*/ 160701 w 5664189"/>
              <a:gd name="csY8" fmla="*/ 1779507 h 2685838"/>
              <a:gd name="csX9" fmla="*/ 164659 w 5664189"/>
              <a:gd name="csY9" fmla="*/ 1775472 h 2685838"/>
              <a:gd name="csX10" fmla="*/ 633697 w 5664189"/>
              <a:gd name="csY10" fmla="*/ 1306165 h 2685838"/>
              <a:gd name="csX11" fmla="*/ 1033297 w 5664189"/>
              <a:gd name="csY11" fmla="*/ 1139931 h 2685838"/>
              <a:gd name="csX12" fmla="*/ 1043057 w 5664189"/>
              <a:gd name="csY12" fmla="*/ 1140046 h 2685838"/>
              <a:gd name="csX13" fmla="*/ 1033489 w 5664189"/>
              <a:gd name="csY13" fmla="*/ 1037562 h 2685838"/>
              <a:gd name="csX14" fmla="*/ 1199339 w 5664189"/>
              <a:gd name="csY14" fmla="*/ 635502 h 2685838"/>
              <a:gd name="csX15" fmla="*/ 1200454 w 5664189"/>
              <a:gd name="csY15" fmla="*/ 634388 h 2685838"/>
              <a:gd name="csX16" fmla="*/ 1672104 w 5664189"/>
              <a:gd name="csY16" fmla="*/ 165812 h 2685838"/>
              <a:gd name="csX17" fmla="*/ 2074279 w 5664189"/>
              <a:gd name="csY17" fmla="*/ 0 h 2685838"/>
              <a:gd name="csX18" fmla="*/ 2474226 w 5664189"/>
              <a:gd name="csY18" fmla="*/ 169232 h 2685838"/>
              <a:gd name="csX19" fmla="*/ 2835515 w 5664189"/>
              <a:gd name="csY19" fmla="*/ 530328 h 2685838"/>
              <a:gd name="csX20" fmla="*/ 3202452 w 5664189"/>
              <a:gd name="csY20" fmla="*/ 165581 h 2685838"/>
              <a:gd name="csX21" fmla="*/ 3601476 w 5664189"/>
              <a:gd name="csY21" fmla="*/ 0 h 2685838"/>
              <a:gd name="csX22" fmla="*/ 4001423 w 5664189"/>
              <a:gd name="csY22" fmla="*/ 169385 h 2685838"/>
              <a:gd name="csX23" fmla="*/ 4467271 w 5664189"/>
              <a:gd name="csY23" fmla="*/ 635233 h 2685838"/>
              <a:gd name="csX24" fmla="*/ 4633390 w 5664189"/>
              <a:gd name="csY24" fmla="*/ 1037600 h 2685838"/>
              <a:gd name="csX25" fmla="*/ 4593426 w 5664189"/>
              <a:gd name="csY25" fmla="*/ 1246681 h 2685838"/>
              <a:gd name="csX26" fmla="*/ 4630700 w 5664189"/>
              <a:gd name="csY26" fmla="*/ 1245451 h 2685838"/>
              <a:gd name="csX27" fmla="*/ 5030224 w 5664189"/>
              <a:gd name="csY27" fmla="*/ 1411493 h 2685838"/>
              <a:gd name="csX28" fmla="*/ 5502220 w 5664189"/>
              <a:gd name="csY28" fmla="*/ 1883336 h 2685838"/>
              <a:gd name="csX29" fmla="*/ 5503373 w 5664189"/>
              <a:gd name="csY29" fmla="*/ 1884527 h 2685838"/>
              <a:gd name="csX30" fmla="*/ 5503373 w 5664189"/>
              <a:gd name="csY30" fmla="*/ 1884604 h 2685838"/>
              <a:gd name="csX31" fmla="*/ 5664189 w 5664189"/>
              <a:gd name="csY31" fmla="*/ 2281591 h 26858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5664189" h="2685838">
                <a:moveTo>
                  <a:pt x="5664189" y="2281591"/>
                </a:moveTo>
                <a:cubicBezTo>
                  <a:pt x="5664189" y="2430495"/>
                  <a:pt x="5607087" y="2571445"/>
                  <a:pt x="5503373" y="2678579"/>
                </a:cubicBezTo>
                <a:lnTo>
                  <a:pt x="5499415" y="2682613"/>
                </a:lnTo>
                <a:lnTo>
                  <a:pt x="5496188" y="2685838"/>
                </a:lnTo>
                <a:lnTo>
                  <a:pt x="272985" y="2685838"/>
                </a:lnTo>
                <a:lnTo>
                  <a:pt x="161815" y="2574596"/>
                </a:lnTo>
                <a:lnTo>
                  <a:pt x="160663" y="2573405"/>
                </a:lnTo>
                <a:cubicBezTo>
                  <a:pt x="57064" y="2466271"/>
                  <a:pt x="0" y="2325321"/>
                  <a:pt x="0" y="2176456"/>
                </a:cubicBezTo>
                <a:cubicBezTo>
                  <a:pt x="0" y="2027590"/>
                  <a:pt x="57064" y="1886602"/>
                  <a:pt x="160701" y="1779507"/>
                </a:cubicBezTo>
                <a:lnTo>
                  <a:pt x="164659" y="1775472"/>
                </a:lnTo>
                <a:lnTo>
                  <a:pt x="633697" y="1306165"/>
                </a:lnTo>
                <a:cubicBezTo>
                  <a:pt x="739255" y="1200530"/>
                  <a:pt x="884931" y="1139931"/>
                  <a:pt x="1033297" y="1139931"/>
                </a:cubicBezTo>
                <a:cubicBezTo>
                  <a:pt x="1036563" y="1139931"/>
                  <a:pt x="1039791" y="1140008"/>
                  <a:pt x="1043057" y="1140046"/>
                </a:cubicBezTo>
                <a:cubicBezTo>
                  <a:pt x="1036755" y="1106461"/>
                  <a:pt x="1033489" y="1072146"/>
                  <a:pt x="1033489" y="1037562"/>
                </a:cubicBezTo>
                <a:cubicBezTo>
                  <a:pt x="1033489" y="885354"/>
                  <a:pt x="1092397" y="742598"/>
                  <a:pt x="1199339" y="635502"/>
                </a:cubicBezTo>
                <a:lnTo>
                  <a:pt x="1200454" y="634388"/>
                </a:lnTo>
                <a:lnTo>
                  <a:pt x="1672104" y="165812"/>
                </a:lnTo>
                <a:cubicBezTo>
                  <a:pt x="1779238" y="58870"/>
                  <a:pt x="1920880" y="0"/>
                  <a:pt x="2074279" y="0"/>
                </a:cubicBezTo>
                <a:cubicBezTo>
                  <a:pt x="2227679" y="0"/>
                  <a:pt x="2369551" y="60100"/>
                  <a:pt x="2474226" y="169232"/>
                </a:cubicBezTo>
                <a:lnTo>
                  <a:pt x="2835515" y="530328"/>
                </a:lnTo>
                <a:lnTo>
                  <a:pt x="3202452" y="165581"/>
                </a:lnTo>
                <a:cubicBezTo>
                  <a:pt x="3307972" y="60369"/>
                  <a:pt x="3448115" y="0"/>
                  <a:pt x="3601476" y="0"/>
                </a:cubicBezTo>
                <a:cubicBezTo>
                  <a:pt x="3754838" y="0"/>
                  <a:pt x="3896748" y="60100"/>
                  <a:pt x="4001423" y="169385"/>
                </a:cubicBezTo>
                <a:lnTo>
                  <a:pt x="4467271" y="635233"/>
                </a:lnTo>
                <a:cubicBezTo>
                  <a:pt x="4574405" y="742329"/>
                  <a:pt x="4633390" y="885238"/>
                  <a:pt x="4633390" y="1037600"/>
                </a:cubicBezTo>
                <a:cubicBezTo>
                  <a:pt x="4633390" y="1110842"/>
                  <a:pt x="4619671" y="1181470"/>
                  <a:pt x="4593426" y="1246681"/>
                </a:cubicBezTo>
                <a:cubicBezTo>
                  <a:pt x="4605799" y="1245874"/>
                  <a:pt x="4618211" y="1245451"/>
                  <a:pt x="4630700" y="1245451"/>
                </a:cubicBezTo>
                <a:cubicBezTo>
                  <a:pt x="4781218" y="1245451"/>
                  <a:pt x="4923090" y="1304398"/>
                  <a:pt x="5030224" y="1411493"/>
                </a:cubicBezTo>
                <a:lnTo>
                  <a:pt x="5502220" y="1883336"/>
                </a:lnTo>
                <a:lnTo>
                  <a:pt x="5503373" y="1884527"/>
                </a:lnTo>
                <a:lnTo>
                  <a:pt x="5503373" y="1884604"/>
                </a:lnTo>
                <a:cubicBezTo>
                  <a:pt x="5607087" y="1991738"/>
                  <a:pt x="5664189" y="2132688"/>
                  <a:pt x="5664189" y="2281591"/>
                </a:cubicBezTo>
                <a:close/>
              </a:path>
            </a:pathLst>
          </a:custGeom>
          <a:solidFill>
            <a:schemeClr val="bg1"/>
          </a:solidFill>
          <a:ln w="26850" cap="flat">
            <a:noFill/>
            <a:prstDash val="solid"/>
            <a:miter/>
          </a:ln>
          <a:effectLst>
            <a:innerShdw blurRad="114300">
              <a:prstClr val="black">
                <a:alpha val="12000"/>
              </a:prstClr>
            </a:innerShdw>
          </a:effectLst>
        </p:spPr>
        <p:txBody>
          <a:bodyPr wrap="square">
            <a:noAutofit/>
          </a:bodyPr>
          <a:lstStyle/>
          <a:p>
            <a:endParaRPr lang="en-IN"/>
          </a:p>
        </p:txBody>
      </p:sp>
      <p:sp>
        <p:nvSpPr>
          <p:cNvPr id="62" name="Freeform: Shape 61">
            <a:extLst>
              <a:ext uri="{FF2B5EF4-FFF2-40B4-BE49-F238E27FC236}">
                <a16:creationId xmlns:a16="http://schemas.microsoft.com/office/drawing/2014/main" id="{01D5D7C6-6CF5-EF55-3F2C-AD7C735B1470}"/>
              </a:ext>
            </a:extLst>
          </p:cNvPr>
          <p:cNvSpPr/>
          <p:nvPr/>
        </p:nvSpPr>
        <p:spPr>
          <a:xfrm rot="16200000">
            <a:off x="8532862" y="2258008"/>
            <a:ext cx="4976319" cy="2341958"/>
          </a:xfrm>
          <a:custGeom>
            <a:avLst/>
            <a:gdLst>
              <a:gd name="csX0" fmla="*/ 1377985 w 4976319"/>
              <a:gd name="csY0" fmla="*/ 1831484 h 2341958"/>
              <a:gd name="csX1" fmla="*/ 1311900 w 4976319"/>
              <a:gd name="csY1" fmla="*/ 1990394 h 2341958"/>
              <a:gd name="csX2" fmla="*/ 960537 w 4976319"/>
              <a:gd name="csY2" fmla="*/ 2341958 h 2341958"/>
              <a:gd name="csX3" fmla="*/ 415314 w 4976319"/>
              <a:gd name="csY3" fmla="*/ 2341958 h 2341958"/>
              <a:gd name="csX4" fmla="*/ 63951 w 4976319"/>
              <a:gd name="csY4" fmla="*/ 1990394 h 2341958"/>
              <a:gd name="csX5" fmla="*/ 63951 w 4976319"/>
              <a:gd name="csY5" fmla="*/ 1674678 h 2341958"/>
              <a:gd name="csX6" fmla="*/ 532989 w 4976319"/>
              <a:gd name="csY6" fmla="*/ 1205372 h 2341958"/>
              <a:gd name="csX7" fmla="*/ 689347 w 4976319"/>
              <a:gd name="csY7" fmla="*/ 1139970 h 2341958"/>
              <a:gd name="csX8" fmla="*/ 842862 w 4976319"/>
              <a:gd name="csY8" fmla="*/ 1205372 h 2341958"/>
              <a:gd name="csX9" fmla="*/ 1311900 w 4976319"/>
              <a:gd name="csY9" fmla="*/ 1674678 h 2341958"/>
              <a:gd name="csX10" fmla="*/ 1377985 w 4976319"/>
              <a:gd name="csY10" fmla="*/ 1831484 h 2341958"/>
              <a:gd name="csX11" fmla="*/ 2418630 w 4976319"/>
              <a:gd name="csY11" fmla="*/ 693682 h 2341958"/>
              <a:gd name="csX12" fmla="*/ 2353227 w 4976319"/>
              <a:gd name="csY12" fmla="*/ 847196 h 2341958"/>
              <a:gd name="csX13" fmla="*/ 1883921 w 4976319"/>
              <a:gd name="csY13" fmla="*/ 1316274 h 2341958"/>
              <a:gd name="csX14" fmla="*/ 1730329 w 4976319"/>
              <a:gd name="csY14" fmla="*/ 1381676 h 2341958"/>
              <a:gd name="csX15" fmla="*/ 1571050 w 4976319"/>
              <a:gd name="csY15" fmla="*/ 1316274 h 2341958"/>
              <a:gd name="csX16" fmla="*/ 1098899 w 4976319"/>
              <a:gd name="csY16" fmla="*/ 847196 h 2341958"/>
              <a:gd name="csX17" fmla="*/ 1033497 w 4976319"/>
              <a:gd name="csY17" fmla="*/ 693682 h 2341958"/>
              <a:gd name="csX18" fmla="*/ 1098899 w 4976319"/>
              <a:gd name="csY18" fmla="*/ 534478 h 2341958"/>
              <a:gd name="csX19" fmla="*/ 1571050 w 4976319"/>
              <a:gd name="csY19" fmla="*/ 65402 h 2341958"/>
              <a:gd name="csX20" fmla="*/ 1730329 w 4976319"/>
              <a:gd name="csY20" fmla="*/ 0 h 2341958"/>
              <a:gd name="csX21" fmla="*/ 1883921 w 4976319"/>
              <a:gd name="csY21" fmla="*/ 65402 h 2341958"/>
              <a:gd name="csX22" fmla="*/ 2353227 w 4976319"/>
              <a:gd name="csY22" fmla="*/ 534478 h 2341958"/>
              <a:gd name="csX23" fmla="*/ 2418630 w 4976319"/>
              <a:gd name="csY23" fmla="*/ 693682 h 2341958"/>
              <a:gd name="csX24" fmla="*/ 3324456 w 4976319"/>
              <a:gd name="csY24" fmla="*/ 2341958 h 2341958"/>
              <a:gd name="csX25" fmla="*/ 1518028 w 4976319"/>
              <a:gd name="csY25" fmla="*/ 2341958 h 2341958"/>
              <a:gd name="csX26" fmla="*/ 2111292 w 4976319"/>
              <a:gd name="csY26" fmla="*/ 1748536 h 2341958"/>
              <a:gd name="csX27" fmla="*/ 2176694 w 4976319"/>
              <a:gd name="csY27" fmla="*/ 1677446 h 2341958"/>
              <a:gd name="csX28" fmla="*/ 2247784 w 4976319"/>
              <a:gd name="csY28" fmla="*/ 1606358 h 2341958"/>
              <a:gd name="csX29" fmla="*/ 2327404 w 4976319"/>
              <a:gd name="csY29" fmla="*/ 1552330 h 2341958"/>
              <a:gd name="csX30" fmla="*/ 2421242 w 4976319"/>
              <a:gd name="csY30" fmla="*/ 1529580 h 2341958"/>
              <a:gd name="csX31" fmla="*/ 2515081 w 4976319"/>
              <a:gd name="csY31" fmla="*/ 1552330 h 2341958"/>
              <a:gd name="csX32" fmla="*/ 2594701 w 4976319"/>
              <a:gd name="csY32" fmla="*/ 1606358 h 2341958"/>
              <a:gd name="csX33" fmla="*/ 2665790 w 4976319"/>
              <a:gd name="csY33" fmla="*/ 1677446 h 2341958"/>
              <a:gd name="csX34" fmla="*/ 2731193 w 4976319"/>
              <a:gd name="csY34" fmla="*/ 1748536 h 2341958"/>
              <a:gd name="csX35" fmla="*/ 3945596 w 4976319"/>
              <a:gd name="csY35" fmla="*/ 693682 h 2341958"/>
              <a:gd name="csX36" fmla="*/ 3880193 w 4976319"/>
              <a:gd name="csY36" fmla="*/ 847196 h 2341958"/>
              <a:gd name="csX37" fmla="*/ 3411117 w 4976319"/>
              <a:gd name="csY37" fmla="*/ 1316274 h 2341958"/>
              <a:gd name="csX38" fmla="*/ 3257602 w 4976319"/>
              <a:gd name="csY38" fmla="*/ 1381676 h 2341958"/>
              <a:gd name="csX39" fmla="*/ 3101243 w 4976319"/>
              <a:gd name="csY39" fmla="*/ 1316274 h 2341958"/>
              <a:gd name="csX40" fmla="*/ 2629324 w 4976319"/>
              <a:gd name="csY40" fmla="*/ 847196 h 2341958"/>
              <a:gd name="csX41" fmla="*/ 2563921 w 4976319"/>
              <a:gd name="csY41" fmla="*/ 693682 h 2341958"/>
              <a:gd name="csX42" fmla="*/ 2629324 w 4976319"/>
              <a:gd name="csY42" fmla="*/ 534478 h 2341958"/>
              <a:gd name="csX43" fmla="*/ 3101243 w 4976319"/>
              <a:gd name="csY43" fmla="*/ 65402 h 2341958"/>
              <a:gd name="csX44" fmla="*/ 3257602 w 4976319"/>
              <a:gd name="csY44" fmla="*/ 0 h 2341958"/>
              <a:gd name="csX45" fmla="*/ 3411117 w 4976319"/>
              <a:gd name="csY45" fmla="*/ 65402 h 2341958"/>
              <a:gd name="csX46" fmla="*/ 3880193 w 4976319"/>
              <a:gd name="csY46" fmla="*/ 534478 h 2341958"/>
              <a:gd name="csX47" fmla="*/ 3945596 w 4976319"/>
              <a:gd name="csY47" fmla="*/ 693682 h 2341958"/>
              <a:gd name="csX48" fmla="*/ 4976319 w 4976319"/>
              <a:gd name="csY48" fmla="*/ 1937614 h 2341958"/>
              <a:gd name="csX49" fmla="*/ 4912338 w 4976319"/>
              <a:gd name="csY49" fmla="*/ 2095376 h 2341958"/>
              <a:gd name="csX50" fmla="*/ 4665654 w 4976319"/>
              <a:gd name="csY50" fmla="*/ 2341958 h 2341958"/>
              <a:gd name="csX51" fmla="*/ 3907844 w 4976319"/>
              <a:gd name="csY51" fmla="*/ 2341958 h 2341958"/>
              <a:gd name="csX52" fmla="*/ 3661161 w 4976319"/>
              <a:gd name="csY52" fmla="*/ 2095376 h 2341958"/>
              <a:gd name="csX53" fmla="*/ 3595759 w 4976319"/>
              <a:gd name="csY53" fmla="*/ 1936212 h 2341958"/>
              <a:gd name="csX54" fmla="*/ 3592915 w 4976319"/>
              <a:gd name="csY54" fmla="*/ 1936212 h 2341958"/>
              <a:gd name="csX55" fmla="*/ 3658318 w 4976319"/>
              <a:gd name="csY55" fmla="*/ 1779852 h 2341958"/>
              <a:gd name="csX56" fmla="*/ 4127509 w 4976319"/>
              <a:gd name="csY56" fmla="*/ 1310854 h 2341958"/>
              <a:gd name="csX57" fmla="*/ 4286749 w 4976319"/>
              <a:gd name="csY57" fmla="*/ 1245490 h 2341958"/>
              <a:gd name="csX58" fmla="*/ 4443146 w 4976319"/>
              <a:gd name="csY58" fmla="*/ 1310854 h 2341958"/>
              <a:gd name="csX59" fmla="*/ 4912338 w 4976319"/>
              <a:gd name="csY59" fmla="*/ 1779852 h 2341958"/>
              <a:gd name="csX60" fmla="*/ 4976319 w 4976319"/>
              <a:gd name="csY60" fmla="*/ 1937614 h 23419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4976319" h="2341958">
                <a:moveTo>
                  <a:pt x="1377985" y="1831484"/>
                </a:moveTo>
                <a:cubicBezTo>
                  <a:pt x="1377985" y="1888726"/>
                  <a:pt x="1355956" y="1946318"/>
                  <a:pt x="1311900" y="1990394"/>
                </a:cubicBezTo>
                <a:lnTo>
                  <a:pt x="960537" y="2341958"/>
                </a:lnTo>
                <a:lnTo>
                  <a:pt x="415314" y="2341958"/>
                </a:lnTo>
                <a:lnTo>
                  <a:pt x="63951" y="1990394"/>
                </a:lnTo>
                <a:cubicBezTo>
                  <a:pt x="-21318" y="1902204"/>
                  <a:pt x="-21318" y="1762830"/>
                  <a:pt x="63951" y="1674678"/>
                </a:cubicBezTo>
                <a:lnTo>
                  <a:pt x="532989" y="1205372"/>
                </a:lnTo>
                <a:cubicBezTo>
                  <a:pt x="575642" y="1162718"/>
                  <a:pt x="632476" y="1139970"/>
                  <a:pt x="689347" y="1139970"/>
                </a:cubicBezTo>
                <a:cubicBezTo>
                  <a:pt x="749062" y="1139970"/>
                  <a:pt x="803052" y="1162718"/>
                  <a:pt x="842862" y="1205372"/>
                </a:cubicBezTo>
                <a:lnTo>
                  <a:pt x="1311900" y="1674678"/>
                </a:lnTo>
                <a:cubicBezTo>
                  <a:pt x="1355956" y="1717352"/>
                  <a:pt x="1377985" y="1774242"/>
                  <a:pt x="1377985" y="1831484"/>
                </a:cubicBezTo>
                <a:close/>
                <a:moveTo>
                  <a:pt x="2418630" y="693682"/>
                </a:moveTo>
                <a:cubicBezTo>
                  <a:pt x="2418630" y="753396"/>
                  <a:pt x="2395881" y="807386"/>
                  <a:pt x="2353227" y="847196"/>
                </a:cubicBezTo>
                <a:lnTo>
                  <a:pt x="1883921" y="1316274"/>
                </a:lnTo>
                <a:cubicBezTo>
                  <a:pt x="1844111" y="1358926"/>
                  <a:pt x="1787201" y="1381676"/>
                  <a:pt x="1730329" y="1381676"/>
                </a:cubicBezTo>
                <a:cubicBezTo>
                  <a:pt x="1670614" y="1381676"/>
                  <a:pt x="1613703" y="1358926"/>
                  <a:pt x="1571050" y="1316274"/>
                </a:cubicBezTo>
                <a:lnTo>
                  <a:pt x="1098899" y="847196"/>
                </a:lnTo>
                <a:cubicBezTo>
                  <a:pt x="1056246" y="807386"/>
                  <a:pt x="1033497" y="750552"/>
                  <a:pt x="1033497" y="693682"/>
                </a:cubicBezTo>
                <a:cubicBezTo>
                  <a:pt x="1033497" y="633966"/>
                  <a:pt x="1056246" y="577132"/>
                  <a:pt x="1098899" y="534478"/>
                </a:cubicBezTo>
                <a:lnTo>
                  <a:pt x="1571050" y="65402"/>
                </a:lnTo>
                <a:cubicBezTo>
                  <a:pt x="1613703" y="22750"/>
                  <a:pt x="1670614" y="0"/>
                  <a:pt x="1730329" y="0"/>
                </a:cubicBezTo>
                <a:cubicBezTo>
                  <a:pt x="1790044" y="0"/>
                  <a:pt x="1844111" y="22750"/>
                  <a:pt x="1883921" y="65402"/>
                </a:cubicBezTo>
                <a:lnTo>
                  <a:pt x="2353227" y="534478"/>
                </a:lnTo>
                <a:cubicBezTo>
                  <a:pt x="2395881" y="577132"/>
                  <a:pt x="2418630" y="633966"/>
                  <a:pt x="2418630" y="693682"/>
                </a:cubicBezTo>
                <a:close/>
                <a:moveTo>
                  <a:pt x="3324456" y="2341958"/>
                </a:moveTo>
                <a:lnTo>
                  <a:pt x="1518028" y="2341958"/>
                </a:lnTo>
                <a:lnTo>
                  <a:pt x="2111292" y="1748536"/>
                </a:lnTo>
                <a:cubicBezTo>
                  <a:pt x="2131197" y="1728632"/>
                  <a:pt x="2153945" y="1703040"/>
                  <a:pt x="2176694" y="1677446"/>
                </a:cubicBezTo>
                <a:cubicBezTo>
                  <a:pt x="2196599" y="1651854"/>
                  <a:pt x="2222191" y="1629106"/>
                  <a:pt x="2247784" y="1606358"/>
                </a:cubicBezTo>
                <a:cubicBezTo>
                  <a:pt x="2270532" y="1586452"/>
                  <a:pt x="2298968" y="1566548"/>
                  <a:pt x="2327404" y="1552330"/>
                </a:cubicBezTo>
                <a:cubicBezTo>
                  <a:pt x="2355840" y="1538112"/>
                  <a:pt x="2387119" y="1529580"/>
                  <a:pt x="2421242" y="1529580"/>
                </a:cubicBezTo>
                <a:cubicBezTo>
                  <a:pt x="2455365" y="1529580"/>
                  <a:pt x="2486645" y="1538112"/>
                  <a:pt x="2515081" y="1552330"/>
                </a:cubicBezTo>
                <a:cubicBezTo>
                  <a:pt x="2543516" y="1566548"/>
                  <a:pt x="2569109" y="1586452"/>
                  <a:pt x="2594701" y="1606358"/>
                </a:cubicBezTo>
                <a:cubicBezTo>
                  <a:pt x="2620293" y="1629106"/>
                  <a:pt x="2643042" y="1651854"/>
                  <a:pt x="2665790" y="1677446"/>
                </a:cubicBezTo>
                <a:cubicBezTo>
                  <a:pt x="2688539" y="1705882"/>
                  <a:pt x="2711288" y="1728632"/>
                  <a:pt x="2731193" y="1748536"/>
                </a:cubicBezTo>
                <a:close/>
                <a:moveTo>
                  <a:pt x="3945596" y="693682"/>
                </a:moveTo>
                <a:cubicBezTo>
                  <a:pt x="3945596" y="753396"/>
                  <a:pt x="3922847" y="807386"/>
                  <a:pt x="3880193" y="847196"/>
                </a:cubicBezTo>
                <a:lnTo>
                  <a:pt x="3411117" y="1316274"/>
                </a:lnTo>
                <a:cubicBezTo>
                  <a:pt x="3371307" y="1358926"/>
                  <a:pt x="3314474" y="1381676"/>
                  <a:pt x="3257602" y="1381676"/>
                </a:cubicBezTo>
                <a:cubicBezTo>
                  <a:pt x="3197887" y="1381676"/>
                  <a:pt x="3141053" y="1358926"/>
                  <a:pt x="3101243" y="1316274"/>
                </a:cubicBezTo>
                <a:lnTo>
                  <a:pt x="2629324" y="847196"/>
                </a:lnTo>
                <a:cubicBezTo>
                  <a:pt x="2586670" y="807386"/>
                  <a:pt x="2563921" y="750552"/>
                  <a:pt x="2563921" y="693682"/>
                </a:cubicBezTo>
                <a:cubicBezTo>
                  <a:pt x="2563921" y="633966"/>
                  <a:pt x="2586670" y="577132"/>
                  <a:pt x="2629324" y="534478"/>
                </a:cubicBezTo>
                <a:lnTo>
                  <a:pt x="3101243" y="65402"/>
                </a:lnTo>
                <a:cubicBezTo>
                  <a:pt x="3143897" y="22750"/>
                  <a:pt x="3200730" y="0"/>
                  <a:pt x="3257602" y="0"/>
                </a:cubicBezTo>
                <a:cubicBezTo>
                  <a:pt x="3317317" y="0"/>
                  <a:pt x="3371307" y="22750"/>
                  <a:pt x="3411117" y="65402"/>
                </a:cubicBezTo>
                <a:lnTo>
                  <a:pt x="3880193" y="534478"/>
                </a:lnTo>
                <a:cubicBezTo>
                  <a:pt x="3922847" y="577132"/>
                  <a:pt x="3945596" y="633966"/>
                  <a:pt x="3945596" y="693682"/>
                </a:cubicBezTo>
                <a:close/>
                <a:moveTo>
                  <a:pt x="4976319" y="1937614"/>
                </a:moveTo>
                <a:cubicBezTo>
                  <a:pt x="4976319" y="1994466"/>
                  <a:pt x="4954992" y="2051320"/>
                  <a:pt x="4912338" y="2095376"/>
                </a:cubicBezTo>
                <a:lnTo>
                  <a:pt x="4665654" y="2341958"/>
                </a:lnTo>
                <a:lnTo>
                  <a:pt x="3907844" y="2341958"/>
                </a:lnTo>
                <a:lnTo>
                  <a:pt x="3661161" y="2095376"/>
                </a:lnTo>
                <a:cubicBezTo>
                  <a:pt x="3618507" y="2052722"/>
                  <a:pt x="3592915" y="1995888"/>
                  <a:pt x="3595759" y="1936212"/>
                </a:cubicBezTo>
                <a:lnTo>
                  <a:pt x="3592915" y="1936212"/>
                </a:lnTo>
                <a:cubicBezTo>
                  <a:pt x="3592915" y="1876534"/>
                  <a:pt x="3615664" y="1819662"/>
                  <a:pt x="3658318" y="1779852"/>
                </a:cubicBezTo>
                <a:lnTo>
                  <a:pt x="4127509" y="1310854"/>
                </a:lnTo>
                <a:cubicBezTo>
                  <a:pt x="4170162" y="1268200"/>
                  <a:pt x="4227034" y="1245490"/>
                  <a:pt x="4286749" y="1245490"/>
                </a:cubicBezTo>
                <a:cubicBezTo>
                  <a:pt x="4346465" y="1245490"/>
                  <a:pt x="4400493" y="1268238"/>
                  <a:pt x="4443146" y="1310854"/>
                </a:cubicBezTo>
                <a:lnTo>
                  <a:pt x="4912338" y="1779852"/>
                </a:lnTo>
                <a:cubicBezTo>
                  <a:pt x="4954992" y="1823910"/>
                  <a:pt x="4976319" y="1880762"/>
                  <a:pt x="4976319" y="1937614"/>
                </a:cubicBezTo>
                <a:close/>
              </a:path>
            </a:pathLst>
          </a:custGeom>
          <a:solidFill>
            <a:schemeClr val="bg1">
              <a:lumMod val="95000"/>
            </a:schemeClr>
          </a:solidFill>
          <a:ln w="9207" cap="flat">
            <a:noFill/>
            <a:prstDash val="solid"/>
            <a:miter/>
          </a:ln>
        </p:spPr>
        <p:txBody>
          <a:bodyPr wrap="square">
            <a:noAutofit/>
          </a:bodyPr>
          <a:lstStyle/>
          <a:p>
            <a:endParaRPr lang="en-IN"/>
          </a:p>
        </p:txBody>
      </p:sp>
      <p:sp>
        <p:nvSpPr>
          <p:cNvPr id="2" name="Title Placeholder 1">
            <a:extLst>
              <a:ext uri="{FF2B5EF4-FFF2-40B4-BE49-F238E27FC236}">
                <a16:creationId xmlns:a16="http://schemas.microsoft.com/office/drawing/2014/main" id="{796F2378-9234-FE1F-8A21-94FAF5C75315}"/>
              </a:ext>
            </a:extLst>
          </p:cNvPr>
          <p:cNvSpPr>
            <a:spLocks noGrp="1"/>
          </p:cNvSpPr>
          <p:nvPr>
            <p:ph type="title" hasCustomPrompt="1"/>
          </p:nvPr>
        </p:nvSpPr>
        <p:spPr>
          <a:xfrm>
            <a:off x="885825" y="3121224"/>
            <a:ext cx="5366004" cy="615553"/>
          </a:xfrm>
          <a:prstGeom prst="rect">
            <a:avLst/>
          </a:prstGeom>
        </p:spPr>
        <p:txBody>
          <a:bodyPr vert="horz" wrap="square" lIns="0" tIns="0" rIns="0" bIns="0" rtlCol="0" anchor="b">
            <a:spAutoFit/>
          </a:bodyPr>
          <a:lstStyle>
            <a:lvl1pPr>
              <a:defRPr lang="en-US" sz="4000" kern="1200" dirty="0">
                <a:gradFill>
                  <a:gsLst>
                    <a:gs pos="0">
                      <a:schemeClr val="accent1"/>
                    </a:gs>
                    <a:gs pos="100000">
                      <a:schemeClr val="accent2"/>
                    </a:gs>
                  </a:gsLst>
                  <a:lin ang="0" scaled="1"/>
                </a:gradFill>
                <a:latin typeface="+mj-lt"/>
                <a:ea typeface="+mn-ea"/>
                <a:cs typeface="+mn-cs"/>
              </a:defRPr>
            </a:lvl1pPr>
          </a:lstStyle>
          <a:p>
            <a:r>
              <a:rPr lang="en-US"/>
              <a:t>Edit Title</a:t>
            </a:r>
          </a:p>
        </p:txBody>
      </p:sp>
    </p:spTree>
    <p:extLst>
      <p:ext uri="{BB962C8B-B14F-4D97-AF65-F5344CB8AC3E}">
        <p14:creationId xmlns:p14="http://schemas.microsoft.com/office/powerpoint/2010/main" val="276286642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Divider Dark 2">
    <p:bg>
      <p:bgPr>
        <a:solidFill>
          <a:schemeClr val="tx1"/>
        </a:solidFill>
        <a:effectLst/>
      </p:bgPr>
    </p:bg>
    <p:spTree>
      <p:nvGrpSpPr>
        <p:cNvPr id="1" name=""/>
        <p:cNvGrpSpPr/>
        <p:nvPr/>
      </p:nvGrpSpPr>
      <p:grpSpPr>
        <a:xfrm>
          <a:off x="0" y="0"/>
          <a:ext cx="0" cy="0"/>
          <a:chOff x="0" y="0"/>
          <a:chExt cx="0" cy="0"/>
        </a:xfrm>
      </p:grpSpPr>
      <p:sp>
        <p:nvSpPr>
          <p:cNvPr id="5" name="Graphic 6">
            <a:extLst>
              <a:ext uri="{FF2B5EF4-FFF2-40B4-BE49-F238E27FC236}">
                <a16:creationId xmlns:a16="http://schemas.microsoft.com/office/drawing/2014/main" id="{3EDDFB97-4D38-828B-951D-F1FD6A381149}"/>
              </a:ext>
            </a:extLst>
          </p:cNvPr>
          <p:cNvSpPr/>
          <p:nvPr/>
        </p:nvSpPr>
        <p:spPr>
          <a:xfrm flipV="1">
            <a:off x="10653123" y="0"/>
            <a:ext cx="1538877" cy="1113451"/>
          </a:xfrm>
          <a:custGeom>
            <a:avLst/>
            <a:gdLst>
              <a:gd name="connsiteX0" fmla="*/ -428 w 2576292"/>
              <a:gd name="connsiteY0" fmla="*/ 1863875 h 1864070"/>
              <a:gd name="connsiteX1" fmla="*/ 184723 w 2576292"/>
              <a:gd name="connsiteY1" fmla="*/ 1601241 h 1864070"/>
              <a:gd name="connsiteX2" fmla="*/ 184723 w 2576292"/>
              <a:gd name="connsiteY2" fmla="*/ 1601241 h 1864070"/>
              <a:gd name="connsiteX3" fmla="*/ 1511445 w 2576292"/>
              <a:gd name="connsiteY3" fmla="*/ 274567 h 1864070"/>
              <a:gd name="connsiteX4" fmla="*/ 2575865 w 2576292"/>
              <a:gd name="connsiteY4" fmla="*/ 89605 h 1864070"/>
              <a:gd name="connsiteX5" fmla="*/ 2575865 w 2576292"/>
              <a:gd name="connsiteY5" fmla="*/ 89605 h 1864070"/>
              <a:gd name="connsiteX6" fmla="*/ 2575865 w 2576292"/>
              <a:gd name="connsiteY6" fmla="*/ 1863875 h 1864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6292" h="1864070">
                <a:moveTo>
                  <a:pt x="-428" y="1863875"/>
                </a:moveTo>
                <a:cubicBezTo>
                  <a:pt x="44450" y="1768859"/>
                  <a:pt x="106151" y="1679814"/>
                  <a:pt x="184723" y="1601241"/>
                </a:cubicBezTo>
                <a:lnTo>
                  <a:pt x="184723" y="1601241"/>
                </a:lnTo>
                <a:lnTo>
                  <a:pt x="1511445" y="274567"/>
                </a:lnTo>
                <a:cubicBezTo>
                  <a:pt x="1799338" y="-13326"/>
                  <a:pt x="2227787" y="-74980"/>
                  <a:pt x="2575865" y="89605"/>
                </a:cubicBezTo>
                <a:lnTo>
                  <a:pt x="2575865" y="89605"/>
                </a:lnTo>
                <a:lnTo>
                  <a:pt x="2575865" y="1863875"/>
                </a:lnTo>
                <a:close/>
              </a:path>
            </a:pathLst>
          </a:custGeom>
          <a:solidFill>
            <a:schemeClr val="accent1">
              <a:alpha val="24000"/>
            </a:schemeClr>
          </a:solidFill>
          <a:ln w="1328" cap="flat">
            <a:noFill/>
            <a:prstDash val="solid"/>
            <a:miter/>
          </a:ln>
          <a:effectLst>
            <a:outerShdw blurRad="50800" dist="38100" dir="5400000" algn="t" rotWithShape="0">
              <a:prstClr val="black">
                <a:alpha val="2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sz="3200" b="1">
              <a:solidFill>
                <a:schemeClr val="bg1"/>
              </a:solidFill>
            </a:endParaRPr>
          </a:p>
        </p:txBody>
      </p:sp>
      <p:sp>
        <p:nvSpPr>
          <p:cNvPr id="6" name="Graphic 6">
            <a:extLst>
              <a:ext uri="{FF2B5EF4-FFF2-40B4-BE49-F238E27FC236}">
                <a16:creationId xmlns:a16="http://schemas.microsoft.com/office/drawing/2014/main" id="{AFA2D3B9-0F4F-C843-CFA5-6E18AE23F494}"/>
              </a:ext>
            </a:extLst>
          </p:cNvPr>
          <p:cNvSpPr/>
          <p:nvPr/>
        </p:nvSpPr>
        <p:spPr>
          <a:xfrm>
            <a:off x="10653123" y="5744549"/>
            <a:ext cx="1538877" cy="1113451"/>
          </a:xfrm>
          <a:custGeom>
            <a:avLst/>
            <a:gdLst>
              <a:gd name="connsiteX0" fmla="*/ -428 w 2576292"/>
              <a:gd name="connsiteY0" fmla="*/ 1863875 h 1864070"/>
              <a:gd name="connsiteX1" fmla="*/ 184723 w 2576292"/>
              <a:gd name="connsiteY1" fmla="*/ 1601241 h 1864070"/>
              <a:gd name="connsiteX2" fmla="*/ 184723 w 2576292"/>
              <a:gd name="connsiteY2" fmla="*/ 1601241 h 1864070"/>
              <a:gd name="connsiteX3" fmla="*/ 1511445 w 2576292"/>
              <a:gd name="connsiteY3" fmla="*/ 274567 h 1864070"/>
              <a:gd name="connsiteX4" fmla="*/ 2575865 w 2576292"/>
              <a:gd name="connsiteY4" fmla="*/ 89605 h 1864070"/>
              <a:gd name="connsiteX5" fmla="*/ 2575865 w 2576292"/>
              <a:gd name="connsiteY5" fmla="*/ 89605 h 1864070"/>
              <a:gd name="connsiteX6" fmla="*/ 2575865 w 2576292"/>
              <a:gd name="connsiteY6" fmla="*/ 1863875 h 1864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6292" h="1864070">
                <a:moveTo>
                  <a:pt x="-428" y="1863875"/>
                </a:moveTo>
                <a:cubicBezTo>
                  <a:pt x="44450" y="1768859"/>
                  <a:pt x="106151" y="1679814"/>
                  <a:pt x="184723" y="1601241"/>
                </a:cubicBezTo>
                <a:lnTo>
                  <a:pt x="184723" y="1601241"/>
                </a:lnTo>
                <a:lnTo>
                  <a:pt x="1511445" y="274567"/>
                </a:lnTo>
                <a:cubicBezTo>
                  <a:pt x="1799338" y="-13326"/>
                  <a:pt x="2227787" y="-74980"/>
                  <a:pt x="2575865" y="89605"/>
                </a:cubicBezTo>
                <a:lnTo>
                  <a:pt x="2575865" y="89605"/>
                </a:lnTo>
                <a:lnTo>
                  <a:pt x="2575865" y="1863875"/>
                </a:lnTo>
                <a:close/>
              </a:path>
            </a:pathLst>
          </a:custGeom>
          <a:solidFill>
            <a:schemeClr val="accent1">
              <a:alpha val="24000"/>
            </a:schemeClr>
          </a:solidFill>
          <a:ln w="1328" cap="flat">
            <a:noFill/>
            <a:prstDash val="solid"/>
            <a:miter/>
          </a:ln>
          <a:effectLst>
            <a:outerShdw blurRad="50800" dist="38100" dir="5400000" algn="t" rotWithShape="0">
              <a:prstClr val="black">
                <a:alpha val="2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sz="3200" b="1">
              <a:solidFill>
                <a:schemeClr val="bg1"/>
              </a:solidFill>
            </a:endParaRPr>
          </a:p>
        </p:txBody>
      </p:sp>
      <p:sp>
        <p:nvSpPr>
          <p:cNvPr id="7" name="Freeform: Shape 6">
            <a:extLst>
              <a:ext uri="{FF2B5EF4-FFF2-40B4-BE49-F238E27FC236}">
                <a16:creationId xmlns:a16="http://schemas.microsoft.com/office/drawing/2014/main" id="{1885F6EF-1BE7-0D9D-9605-6A3F59CFDC6A}"/>
              </a:ext>
            </a:extLst>
          </p:cNvPr>
          <p:cNvSpPr/>
          <p:nvPr/>
        </p:nvSpPr>
        <p:spPr>
          <a:xfrm rot="16200000">
            <a:off x="8016986" y="2086044"/>
            <a:ext cx="5664189" cy="2685838"/>
          </a:xfrm>
          <a:custGeom>
            <a:avLst/>
            <a:gdLst>
              <a:gd name="csX0" fmla="*/ 5664189 w 5664189"/>
              <a:gd name="csY0" fmla="*/ 2281591 h 2685838"/>
              <a:gd name="csX1" fmla="*/ 5503373 w 5664189"/>
              <a:gd name="csY1" fmla="*/ 2678579 h 2685838"/>
              <a:gd name="csX2" fmla="*/ 5499415 w 5664189"/>
              <a:gd name="csY2" fmla="*/ 2682613 h 2685838"/>
              <a:gd name="csX3" fmla="*/ 5496188 w 5664189"/>
              <a:gd name="csY3" fmla="*/ 2685838 h 2685838"/>
              <a:gd name="csX4" fmla="*/ 272985 w 5664189"/>
              <a:gd name="csY4" fmla="*/ 2685838 h 2685838"/>
              <a:gd name="csX5" fmla="*/ 161815 w 5664189"/>
              <a:gd name="csY5" fmla="*/ 2574596 h 2685838"/>
              <a:gd name="csX6" fmla="*/ 160663 w 5664189"/>
              <a:gd name="csY6" fmla="*/ 2573405 h 2685838"/>
              <a:gd name="csX7" fmla="*/ 0 w 5664189"/>
              <a:gd name="csY7" fmla="*/ 2176456 h 2685838"/>
              <a:gd name="csX8" fmla="*/ 160701 w 5664189"/>
              <a:gd name="csY8" fmla="*/ 1779507 h 2685838"/>
              <a:gd name="csX9" fmla="*/ 164659 w 5664189"/>
              <a:gd name="csY9" fmla="*/ 1775472 h 2685838"/>
              <a:gd name="csX10" fmla="*/ 633697 w 5664189"/>
              <a:gd name="csY10" fmla="*/ 1306165 h 2685838"/>
              <a:gd name="csX11" fmla="*/ 1033297 w 5664189"/>
              <a:gd name="csY11" fmla="*/ 1139931 h 2685838"/>
              <a:gd name="csX12" fmla="*/ 1043057 w 5664189"/>
              <a:gd name="csY12" fmla="*/ 1140046 h 2685838"/>
              <a:gd name="csX13" fmla="*/ 1033489 w 5664189"/>
              <a:gd name="csY13" fmla="*/ 1037562 h 2685838"/>
              <a:gd name="csX14" fmla="*/ 1199339 w 5664189"/>
              <a:gd name="csY14" fmla="*/ 635502 h 2685838"/>
              <a:gd name="csX15" fmla="*/ 1200454 w 5664189"/>
              <a:gd name="csY15" fmla="*/ 634388 h 2685838"/>
              <a:gd name="csX16" fmla="*/ 1672104 w 5664189"/>
              <a:gd name="csY16" fmla="*/ 165812 h 2685838"/>
              <a:gd name="csX17" fmla="*/ 2074279 w 5664189"/>
              <a:gd name="csY17" fmla="*/ 0 h 2685838"/>
              <a:gd name="csX18" fmla="*/ 2474226 w 5664189"/>
              <a:gd name="csY18" fmla="*/ 169232 h 2685838"/>
              <a:gd name="csX19" fmla="*/ 2835515 w 5664189"/>
              <a:gd name="csY19" fmla="*/ 530328 h 2685838"/>
              <a:gd name="csX20" fmla="*/ 3202452 w 5664189"/>
              <a:gd name="csY20" fmla="*/ 165581 h 2685838"/>
              <a:gd name="csX21" fmla="*/ 3601476 w 5664189"/>
              <a:gd name="csY21" fmla="*/ 0 h 2685838"/>
              <a:gd name="csX22" fmla="*/ 4001423 w 5664189"/>
              <a:gd name="csY22" fmla="*/ 169385 h 2685838"/>
              <a:gd name="csX23" fmla="*/ 4467271 w 5664189"/>
              <a:gd name="csY23" fmla="*/ 635233 h 2685838"/>
              <a:gd name="csX24" fmla="*/ 4633390 w 5664189"/>
              <a:gd name="csY24" fmla="*/ 1037600 h 2685838"/>
              <a:gd name="csX25" fmla="*/ 4593426 w 5664189"/>
              <a:gd name="csY25" fmla="*/ 1246681 h 2685838"/>
              <a:gd name="csX26" fmla="*/ 4630700 w 5664189"/>
              <a:gd name="csY26" fmla="*/ 1245451 h 2685838"/>
              <a:gd name="csX27" fmla="*/ 5030224 w 5664189"/>
              <a:gd name="csY27" fmla="*/ 1411493 h 2685838"/>
              <a:gd name="csX28" fmla="*/ 5502220 w 5664189"/>
              <a:gd name="csY28" fmla="*/ 1883336 h 2685838"/>
              <a:gd name="csX29" fmla="*/ 5503373 w 5664189"/>
              <a:gd name="csY29" fmla="*/ 1884527 h 2685838"/>
              <a:gd name="csX30" fmla="*/ 5503373 w 5664189"/>
              <a:gd name="csY30" fmla="*/ 1884604 h 2685838"/>
              <a:gd name="csX31" fmla="*/ 5664189 w 5664189"/>
              <a:gd name="csY31" fmla="*/ 2281591 h 26858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5664189" h="2685838">
                <a:moveTo>
                  <a:pt x="5664189" y="2281591"/>
                </a:moveTo>
                <a:cubicBezTo>
                  <a:pt x="5664189" y="2430495"/>
                  <a:pt x="5607087" y="2571445"/>
                  <a:pt x="5503373" y="2678579"/>
                </a:cubicBezTo>
                <a:lnTo>
                  <a:pt x="5499415" y="2682613"/>
                </a:lnTo>
                <a:lnTo>
                  <a:pt x="5496188" y="2685838"/>
                </a:lnTo>
                <a:lnTo>
                  <a:pt x="272985" y="2685838"/>
                </a:lnTo>
                <a:lnTo>
                  <a:pt x="161815" y="2574596"/>
                </a:lnTo>
                <a:lnTo>
                  <a:pt x="160663" y="2573405"/>
                </a:lnTo>
                <a:cubicBezTo>
                  <a:pt x="57064" y="2466271"/>
                  <a:pt x="0" y="2325321"/>
                  <a:pt x="0" y="2176456"/>
                </a:cubicBezTo>
                <a:cubicBezTo>
                  <a:pt x="0" y="2027590"/>
                  <a:pt x="57064" y="1886602"/>
                  <a:pt x="160701" y="1779507"/>
                </a:cubicBezTo>
                <a:lnTo>
                  <a:pt x="164659" y="1775472"/>
                </a:lnTo>
                <a:lnTo>
                  <a:pt x="633697" y="1306165"/>
                </a:lnTo>
                <a:cubicBezTo>
                  <a:pt x="739255" y="1200530"/>
                  <a:pt x="884931" y="1139931"/>
                  <a:pt x="1033297" y="1139931"/>
                </a:cubicBezTo>
                <a:cubicBezTo>
                  <a:pt x="1036563" y="1139931"/>
                  <a:pt x="1039791" y="1140008"/>
                  <a:pt x="1043057" y="1140046"/>
                </a:cubicBezTo>
                <a:cubicBezTo>
                  <a:pt x="1036755" y="1106461"/>
                  <a:pt x="1033489" y="1072146"/>
                  <a:pt x="1033489" y="1037562"/>
                </a:cubicBezTo>
                <a:cubicBezTo>
                  <a:pt x="1033489" y="885354"/>
                  <a:pt x="1092397" y="742598"/>
                  <a:pt x="1199339" y="635502"/>
                </a:cubicBezTo>
                <a:lnTo>
                  <a:pt x="1200454" y="634388"/>
                </a:lnTo>
                <a:lnTo>
                  <a:pt x="1672104" y="165812"/>
                </a:lnTo>
                <a:cubicBezTo>
                  <a:pt x="1779238" y="58870"/>
                  <a:pt x="1920880" y="0"/>
                  <a:pt x="2074279" y="0"/>
                </a:cubicBezTo>
                <a:cubicBezTo>
                  <a:pt x="2227679" y="0"/>
                  <a:pt x="2369551" y="60100"/>
                  <a:pt x="2474226" y="169232"/>
                </a:cubicBezTo>
                <a:lnTo>
                  <a:pt x="2835515" y="530328"/>
                </a:lnTo>
                <a:lnTo>
                  <a:pt x="3202452" y="165581"/>
                </a:lnTo>
                <a:cubicBezTo>
                  <a:pt x="3307972" y="60369"/>
                  <a:pt x="3448115" y="0"/>
                  <a:pt x="3601476" y="0"/>
                </a:cubicBezTo>
                <a:cubicBezTo>
                  <a:pt x="3754838" y="0"/>
                  <a:pt x="3896748" y="60100"/>
                  <a:pt x="4001423" y="169385"/>
                </a:cubicBezTo>
                <a:lnTo>
                  <a:pt x="4467271" y="635233"/>
                </a:lnTo>
                <a:cubicBezTo>
                  <a:pt x="4574405" y="742329"/>
                  <a:pt x="4633390" y="885238"/>
                  <a:pt x="4633390" y="1037600"/>
                </a:cubicBezTo>
                <a:cubicBezTo>
                  <a:pt x="4633390" y="1110842"/>
                  <a:pt x="4619671" y="1181470"/>
                  <a:pt x="4593426" y="1246681"/>
                </a:cubicBezTo>
                <a:cubicBezTo>
                  <a:pt x="4605799" y="1245874"/>
                  <a:pt x="4618211" y="1245451"/>
                  <a:pt x="4630700" y="1245451"/>
                </a:cubicBezTo>
                <a:cubicBezTo>
                  <a:pt x="4781218" y="1245451"/>
                  <a:pt x="4923090" y="1304398"/>
                  <a:pt x="5030224" y="1411493"/>
                </a:cubicBezTo>
                <a:lnTo>
                  <a:pt x="5502220" y="1883336"/>
                </a:lnTo>
                <a:lnTo>
                  <a:pt x="5503373" y="1884527"/>
                </a:lnTo>
                <a:lnTo>
                  <a:pt x="5503373" y="1884604"/>
                </a:lnTo>
                <a:cubicBezTo>
                  <a:pt x="5607087" y="1991738"/>
                  <a:pt x="5664189" y="2132688"/>
                  <a:pt x="5664189" y="2281591"/>
                </a:cubicBezTo>
                <a:close/>
              </a:path>
            </a:pathLst>
          </a:custGeom>
          <a:solidFill>
            <a:srgbClr val="112633"/>
          </a:solidFill>
          <a:ln w="12700" cap="flat" cmpd="sng" algn="ctr">
            <a:no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274320" tIns="548640" rIns="274320" bIns="0" numCol="1" spcCol="0" rtlCol="0" fromWordArt="0" anchor="ctr" anchorCtr="0" forceAA="0" compatLnSpc="1">
            <a:prstTxWarp prst="textNoShape">
              <a:avLst/>
            </a:prstTxWarp>
            <a:noAutofit/>
          </a:bodyPr>
          <a:lstStyle/>
          <a:p>
            <a:endParaRPr lang="en-IN" sz="1400">
              <a:latin typeface="Segoe Sans Display Semilight" pitchFamily="2" charset="0"/>
              <a:cs typeface="Segoe Sans Display Semilight" pitchFamily="2" charset="0"/>
            </a:endParaRPr>
          </a:p>
        </p:txBody>
      </p:sp>
      <p:sp>
        <p:nvSpPr>
          <p:cNvPr id="8" name="Rectangle: Rounded Corners 7">
            <a:extLst>
              <a:ext uri="{FF2B5EF4-FFF2-40B4-BE49-F238E27FC236}">
                <a16:creationId xmlns:a16="http://schemas.microsoft.com/office/drawing/2014/main" id="{E760EC9C-2CAE-D02A-3D10-29ED157E59D2}"/>
              </a:ext>
              <a:ext uri="{C183D7F6-B498-43B3-948B-1728B52AA6E4}">
                <adec:decorative xmlns:adec="http://schemas.microsoft.com/office/drawing/2017/decorative" val="1"/>
              </a:ext>
            </a:extLst>
          </p:cNvPr>
          <p:cNvSpPr/>
          <p:nvPr/>
        </p:nvSpPr>
        <p:spPr bwMode="auto">
          <a:xfrm>
            <a:off x="379661" y="2220686"/>
            <a:ext cx="3476625" cy="2416668"/>
          </a:xfrm>
          <a:prstGeom prst="roundRect">
            <a:avLst>
              <a:gd name="adj" fmla="val 50000"/>
            </a:avLst>
          </a:prstGeom>
          <a:solidFill>
            <a:schemeClr val="accent1">
              <a:alpha val="24000"/>
            </a:schemeClr>
          </a:solidFill>
          <a:ln w="1328" cap="flat">
            <a:noFill/>
            <a:prstDash val="solid"/>
            <a:miter/>
          </a:ln>
          <a:effectLst>
            <a:outerShdw blurRad="50800" dist="38100" dir="5400000" algn="t" rotWithShape="0">
              <a:prstClr val="black">
                <a:alpha val="2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sz="3200" b="1">
              <a:solidFill>
                <a:schemeClr val="bg1"/>
              </a:solidFill>
            </a:endParaRPr>
          </a:p>
        </p:txBody>
      </p:sp>
      <p:sp>
        <p:nvSpPr>
          <p:cNvPr id="11" name="Rectangle: Rounded Corners 10">
            <a:extLst>
              <a:ext uri="{FF2B5EF4-FFF2-40B4-BE49-F238E27FC236}">
                <a16:creationId xmlns:a16="http://schemas.microsoft.com/office/drawing/2014/main" id="{EB5B540C-5DD3-69B8-97F7-D286355FF5F5}"/>
              </a:ext>
              <a:ext uri="{C183D7F6-B498-43B3-948B-1728B52AA6E4}">
                <adec:decorative xmlns:adec="http://schemas.microsoft.com/office/drawing/2017/decorative" val="1"/>
              </a:ext>
            </a:extLst>
          </p:cNvPr>
          <p:cNvSpPr/>
          <p:nvPr/>
        </p:nvSpPr>
        <p:spPr bwMode="auto">
          <a:xfrm>
            <a:off x="583345" y="2373127"/>
            <a:ext cx="6252099" cy="2111788"/>
          </a:xfrm>
          <a:prstGeom prst="roundRect">
            <a:avLst>
              <a:gd name="adj" fmla="val 50000"/>
            </a:avLst>
          </a:prstGeom>
          <a:solidFill>
            <a:srgbClr val="112633"/>
          </a:solidFill>
          <a:ln w="12700" cap="flat" cmpd="sng" algn="ctr">
            <a:gradFill flip="none" rotWithShape="1">
              <a:gsLst>
                <a:gs pos="0">
                  <a:srgbClr val="0078D4"/>
                </a:gs>
                <a:gs pos="100000">
                  <a:srgbClr val="C03BC4"/>
                </a:gs>
              </a:gsLst>
              <a:lin ang="2700000" scaled="1"/>
              <a:tileRect/>
            </a:gra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274320" tIns="548640" rIns="274320" bIns="0" numCol="1" spcCol="0" rtlCol="0" fromWordArt="0" anchor="ctr" anchorCtr="0" forceAA="0" compatLnSpc="1">
            <a:prstTxWarp prst="textNoShape">
              <a:avLst/>
            </a:prstTxWarp>
            <a:noAutofit/>
          </a:bodyPr>
          <a:lstStyle/>
          <a:p>
            <a:endParaRPr lang="en-US" sz="1400">
              <a:latin typeface="Segoe Sans Display Semilight" pitchFamily="2" charset="0"/>
              <a:cs typeface="Segoe Sans Display Semilight" pitchFamily="2" charset="0"/>
            </a:endParaRPr>
          </a:p>
        </p:txBody>
      </p:sp>
      <p:sp>
        <p:nvSpPr>
          <p:cNvPr id="12" name="Freeform: Shape 11">
            <a:extLst>
              <a:ext uri="{FF2B5EF4-FFF2-40B4-BE49-F238E27FC236}">
                <a16:creationId xmlns:a16="http://schemas.microsoft.com/office/drawing/2014/main" id="{8A74F03D-AC6C-5432-83A3-04F98432D193}"/>
              </a:ext>
            </a:extLst>
          </p:cNvPr>
          <p:cNvSpPr/>
          <p:nvPr/>
        </p:nvSpPr>
        <p:spPr>
          <a:xfrm rot="16200000">
            <a:off x="8532862" y="2258008"/>
            <a:ext cx="4976319" cy="2341958"/>
          </a:xfrm>
          <a:custGeom>
            <a:avLst/>
            <a:gdLst>
              <a:gd name="csX0" fmla="*/ 1377985 w 4976319"/>
              <a:gd name="csY0" fmla="*/ 1831484 h 2341958"/>
              <a:gd name="csX1" fmla="*/ 1311900 w 4976319"/>
              <a:gd name="csY1" fmla="*/ 1990394 h 2341958"/>
              <a:gd name="csX2" fmla="*/ 960537 w 4976319"/>
              <a:gd name="csY2" fmla="*/ 2341958 h 2341958"/>
              <a:gd name="csX3" fmla="*/ 415314 w 4976319"/>
              <a:gd name="csY3" fmla="*/ 2341958 h 2341958"/>
              <a:gd name="csX4" fmla="*/ 63951 w 4976319"/>
              <a:gd name="csY4" fmla="*/ 1990394 h 2341958"/>
              <a:gd name="csX5" fmla="*/ 63951 w 4976319"/>
              <a:gd name="csY5" fmla="*/ 1674678 h 2341958"/>
              <a:gd name="csX6" fmla="*/ 532989 w 4976319"/>
              <a:gd name="csY6" fmla="*/ 1205372 h 2341958"/>
              <a:gd name="csX7" fmla="*/ 689347 w 4976319"/>
              <a:gd name="csY7" fmla="*/ 1139970 h 2341958"/>
              <a:gd name="csX8" fmla="*/ 842862 w 4976319"/>
              <a:gd name="csY8" fmla="*/ 1205372 h 2341958"/>
              <a:gd name="csX9" fmla="*/ 1311900 w 4976319"/>
              <a:gd name="csY9" fmla="*/ 1674678 h 2341958"/>
              <a:gd name="csX10" fmla="*/ 1377985 w 4976319"/>
              <a:gd name="csY10" fmla="*/ 1831484 h 2341958"/>
              <a:gd name="csX11" fmla="*/ 2418630 w 4976319"/>
              <a:gd name="csY11" fmla="*/ 693682 h 2341958"/>
              <a:gd name="csX12" fmla="*/ 2353227 w 4976319"/>
              <a:gd name="csY12" fmla="*/ 847196 h 2341958"/>
              <a:gd name="csX13" fmla="*/ 1883921 w 4976319"/>
              <a:gd name="csY13" fmla="*/ 1316274 h 2341958"/>
              <a:gd name="csX14" fmla="*/ 1730329 w 4976319"/>
              <a:gd name="csY14" fmla="*/ 1381676 h 2341958"/>
              <a:gd name="csX15" fmla="*/ 1571050 w 4976319"/>
              <a:gd name="csY15" fmla="*/ 1316274 h 2341958"/>
              <a:gd name="csX16" fmla="*/ 1098899 w 4976319"/>
              <a:gd name="csY16" fmla="*/ 847196 h 2341958"/>
              <a:gd name="csX17" fmla="*/ 1033497 w 4976319"/>
              <a:gd name="csY17" fmla="*/ 693682 h 2341958"/>
              <a:gd name="csX18" fmla="*/ 1098899 w 4976319"/>
              <a:gd name="csY18" fmla="*/ 534478 h 2341958"/>
              <a:gd name="csX19" fmla="*/ 1571050 w 4976319"/>
              <a:gd name="csY19" fmla="*/ 65402 h 2341958"/>
              <a:gd name="csX20" fmla="*/ 1730329 w 4976319"/>
              <a:gd name="csY20" fmla="*/ 0 h 2341958"/>
              <a:gd name="csX21" fmla="*/ 1883921 w 4976319"/>
              <a:gd name="csY21" fmla="*/ 65402 h 2341958"/>
              <a:gd name="csX22" fmla="*/ 2353227 w 4976319"/>
              <a:gd name="csY22" fmla="*/ 534478 h 2341958"/>
              <a:gd name="csX23" fmla="*/ 2418630 w 4976319"/>
              <a:gd name="csY23" fmla="*/ 693682 h 2341958"/>
              <a:gd name="csX24" fmla="*/ 3324456 w 4976319"/>
              <a:gd name="csY24" fmla="*/ 2341958 h 2341958"/>
              <a:gd name="csX25" fmla="*/ 1518028 w 4976319"/>
              <a:gd name="csY25" fmla="*/ 2341958 h 2341958"/>
              <a:gd name="csX26" fmla="*/ 2111292 w 4976319"/>
              <a:gd name="csY26" fmla="*/ 1748536 h 2341958"/>
              <a:gd name="csX27" fmla="*/ 2176694 w 4976319"/>
              <a:gd name="csY27" fmla="*/ 1677446 h 2341958"/>
              <a:gd name="csX28" fmla="*/ 2247784 w 4976319"/>
              <a:gd name="csY28" fmla="*/ 1606358 h 2341958"/>
              <a:gd name="csX29" fmla="*/ 2327404 w 4976319"/>
              <a:gd name="csY29" fmla="*/ 1552330 h 2341958"/>
              <a:gd name="csX30" fmla="*/ 2421242 w 4976319"/>
              <a:gd name="csY30" fmla="*/ 1529580 h 2341958"/>
              <a:gd name="csX31" fmla="*/ 2515081 w 4976319"/>
              <a:gd name="csY31" fmla="*/ 1552330 h 2341958"/>
              <a:gd name="csX32" fmla="*/ 2594701 w 4976319"/>
              <a:gd name="csY32" fmla="*/ 1606358 h 2341958"/>
              <a:gd name="csX33" fmla="*/ 2665790 w 4976319"/>
              <a:gd name="csY33" fmla="*/ 1677446 h 2341958"/>
              <a:gd name="csX34" fmla="*/ 2731193 w 4976319"/>
              <a:gd name="csY34" fmla="*/ 1748536 h 2341958"/>
              <a:gd name="csX35" fmla="*/ 3945596 w 4976319"/>
              <a:gd name="csY35" fmla="*/ 693682 h 2341958"/>
              <a:gd name="csX36" fmla="*/ 3880193 w 4976319"/>
              <a:gd name="csY36" fmla="*/ 847196 h 2341958"/>
              <a:gd name="csX37" fmla="*/ 3411117 w 4976319"/>
              <a:gd name="csY37" fmla="*/ 1316274 h 2341958"/>
              <a:gd name="csX38" fmla="*/ 3257602 w 4976319"/>
              <a:gd name="csY38" fmla="*/ 1381676 h 2341958"/>
              <a:gd name="csX39" fmla="*/ 3101243 w 4976319"/>
              <a:gd name="csY39" fmla="*/ 1316274 h 2341958"/>
              <a:gd name="csX40" fmla="*/ 2629324 w 4976319"/>
              <a:gd name="csY40" fmla="*/ 847196 h 2341958"/>
              <a:gd name="csX41" fmla="*/ 2563921 w 4976319"/>
              <a:gd name="csY41" fmla="*/ 693682 h 2341958"/>
              <a:gd name="csX42" fmla="*/ 2629324 w 4976319"/>
              <a:gd name="csY42" fmla="*/ 534478 h 2341958"/>
              <a:gd name="csX43" fmla="*/ 3101243 w 4976319"/>
              <a:gd name="csY43" fmla="*/ 65402 h 2341958"/>
              <a:gd name="csX44" fmla="*/ 3257602 w 4976319"/>
              <a:gd name="csY44" fmla="*/ 0 h 2341958"/>
              <a:gd name="csX45" fmla="*/ 3411117 w 4976319"/>
              <a:gd name="csY45" fmla="*/ 65402 h 2341958"/>
              <a:gd name="csX46" fmla="*/ 3880193 w 4976319"/>
              <a:gd name="csY46" fmla="*/ 534478 h 2341958"/>
              <a:gd name="csX47" fmla="*/ 3945596 w 4976319"/>
              <a:gd name="csY47" fmla="*/ 693682 h 2341958"/>
              <a:gd name="csX48" fmla="*/ 4976319 w 4976319"/>
              <a:gd name="csY48" fmla="*/ 1937614 h 2341958"/>
              <a:gd name="csX49" fmla="*/ 4912338 w 4976319"/>
              <a:gd name="csY49" fmla="*/ 2095376 h 2341958"/>
              <a:gd name="csX50" fmla="*/ 4665654 w 4976319"/>
              <a:gd name="csY50" fmla="*/ 2341958 h 2341958"/>
              <a:gd name="csX51" fmla="*/ 3907844 w 4976319"/>
              <a:gd name="csY51" fmla="*/ 2341958 h 2341958"/>
              <a:gd name="csX52" fmla="*/ 3661161 w 4976319"/>
              <a:gd name="csY52" fmla="*/ 2095376 h 2341958"/>
              <a:gd name="csX53" fmla="*/ 3595759 w 4976319"/>
              <a:gd name="csY53" fmla="*/ 1936212 h 2341958"/>
              <a:gd name="csX54" fmla="*/ 3592915 w 4976319"/>
              <a:gd name="csY54" fmla="*/ 1936212 h 2341958"/>
              <a:gd name="csX55" fmla="*/ 3658318 w 4976319"/>
              <a:gd name="csY55" fmla="*/ 1779852 h 2341958"/>
              <a:gd name="csX56" fmla="*/ 4127509 w 4976319"/>
              <a:gd name="csY56" fmla="*/ 1310854 h 2341958"/>
              <a:gd name="csX57" fmla="*/ 4286749 w 4976319"/>
              <a:gd name="csY57" fmla="*/ 1245490 h 2341958"/>
              <a:gd name="csX58" fmla="*/ 4443146 w 4976319"/>
              <a:gd name="csY58" fmla="*/ 1310854 h 2341958"/>
              <a:gd name="csX59" fmla="*/ 4912338 w 4976319"/>
              <a:gd name="csY59" fmla="*/ 1779852 h 2341958"/>
              <a:gd name="csX60" fmla="*/ 4976319 w 4976319"/>
              <a:gd name="csY60" fmla="*/ 1937614 h 23419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4976319" h="2341958">
                <a:moveTo>
                  <a:pt x="1377985" y="1831484"/>
                </a:moveTo>
                <a:cubicBezTo>
                  <a:pt x="1377985" y="1888726"/>
                  <a:pt x="1355956" y="1946318"/>
                  <a:pt x="1311900" y="1990394"/>
                </a:cubicBezTo>
                <a:lnTo>
                  <a:pt x="960537" y="2341958"/>
                </a:lnTo>
                <a:lnTo>
                  <a:pt x="415314" y="2341958"/>
                </a:lnTo>
                <a:lnTo>
                  <a:pt x="63951" y="1990394"/>
                </a:lnTo>
                <a:cubicBezTo>
                  <a:pt x="-21318" y="1902204"/>
                  <a:pt x="-21318" y="1762830"/>
                  <a:pt x="63951" y="1674678"/>
                </a:cubicBezTo>
                <a:lnTo>
                  <a:pt x="532989" y="1205372"/>
                </a:lnTo>
                <a:cubicBezTo>
                  <a:pt x="575642" y="1162718"/>
                  <a:pt x="632476" y="1139970"/>
                  <a:pt x="689347" y="1139970"/>
                </a:cubicBezTo>
                <a:cubicBezTo>
                  <a:pt x="749062" y="1139970"/>
                  <a:pt x="803052" y="1162718"/>
                  <a:pt x="842862" y="1205372"/>
                </a:cubicBezTo>
                <a:lnTo>
                  <a:pt x="1311900" y="1674678"/>
                </a:lnTo>
                <a:cubicBezTo>
                  <a:pt x="1355956" y="1717352"/>
                  <a:pt x="1377985" y="1774242"/>
                  <a:pt x="1377985" y="1831484"/>
                </a:cubicBezTo>
                <a:close/>
                <a:moveTo>
                  <a:pt x="2418630" y="693682"/>
                </a:moveTo>
                <a:cubicBezTo>
                  <a:pt x="2418630" y="753396"/>
                  <a:pt x="2395881" y="807386"/>
                  <a:pt x="2353227" y="847196"/>
                </a:cubicBezTo>
                <a:lnTo>
                  <a:pt x="1883921" y="1316274"/>
                </a:lnTo>
                <a:cubicBezTo>
                  <a:pt x="1844111" y="1358926"/>
                  <a:pt x="1787201" y="1381676"/>
                  <a:pt x="1730329" y="1381676"/>
                </a:cubicBezTo>
                <a:cubicBezTo>
                  <a:pt x="1670614" y="1381676"/>
                  <a:pt x="1613703" y="1358926"/>
                  <a:pt x="1571050" y="1316274"/>
                </a:cubicBezTo>
                <a:lnTo>
                  <a:pt x="1098899" y="847196"/>
                </a:lnTo>
                <a:cubicBezTo>
                  <a:pt x="1056246" y="807386"/>
                  <a:pt x="1033497" y="750552"/>
                  <a:pt x="1033497" y="693682"/>
                </a:cubicBezTo>
                <a:cubicBezTo>
                  <a:pt x="1033497" y="633966"/>
                  <a:pt x="1056246" y="577132"/>
                  <a:pt x="1098899" y="534478"/>
                </a:cubicBezTo>
                <a:lnTo>
                  <a:pt x="1571050" y="65402"/>
                </a:lnTo>
                <a:cubicBezTo>
                  <a:pt x="1613703" y="22750"/>
                  <a:pt x="1670614" y="0"/>
                  <a:pt x="1730329" y="0"/>
                </a:cubicBezTo>
                <a:cubicBezTo>
                  <a:pt x="1790044" y="0"/>
                  <a:pt x="1844111" y="22750"/>
                  <a:pt x="1883921" y="65402"/>
                </a:cubicBezTo>
                <a:lnTo>
                  <a:pt x="2353227" y="534478"/>
                </a:lnTo>
                <a:cubicBezTo>
                  <a:pt x="2395881" y="577132"/>
                  <a:pt x="2418630" y="633966"/>
                  <a:pt x="2418630" y="693682"/>
                </a:cubicBezTo>
                <a:close/>
                <a:moveTo>
                  <a:pt x="3324456" y="2341958"/>
                </a:moveTo>
                <a:lnTo>
                  <a:pt x="1518028" y="2341958"/>
                </a:lnTo>
                <a:lnTo>
                  <a:pt x="2111292" y="1748536"/>
                </a:lnTo>
                <a:cubicBezTo>
                  <a:pt x="2131197" y="1728632"/>
                  <a:pt x="2153945" y="1703040"/>
                  <a:pt x="2176694" y="1677446"/>
                </a:cubicBezTo>
                <a:cubicBezTo>
                  <a:pt x="2196599" y="1651854"/>
                  <a:pt x="2222191" y="1629106"/>
                  <a:pt x="2247784" y="1606358"/>
                </a:cubicBezTo>
                <a:cubicBezTo>
                  <a:pt x="2270532" y="1586452"/>
                  <a:pt x="2298968" y="1566548"/>
                  <a:pt x="2327404" y="1552330"/>
                </a:cubicBezTo>
                <a:cubicBezTo>
                  <a:pt x="2355840" y="1538112"/>
                  <a:pt x="2387119" y="1529580"/>
                  <a:pt x="2421242" y="1529580"/>
                </a:cubicBezTo>
                <a:cubicBezTo>
                  <a:pt x="2455365" y="1529580"/>
                  <a:pt x="2486645" y="1538112"/>
                  <a:pt x="2515081" y="1552330"/>
                </a:cubicBezTo>
                <a:cubicBezTo>
                  <a:pt x="2543516" y="1566548"/>
                  <a:pt x="2569109" y="1586452"/>
                  <a:pt x="2594701" y="1606358"/>
                </a:cubicBezTo>
                <a:cubicBezTo>
                  <a:pt x="2620293" y="1629106"/>
                  <a:pt x="2643042" y="1651854"/>
                  <a:pt x="2665790" y="1677446"/>
                </a:cubicBezTo>
                <a:cubicBezTo>
                  <a:pt x="2688539" y="1705882"/>
                  <a:pt x="2711288" y="1728632"/>
                  <a:pt x="2731193" y="1748536"/>
                </a:cubicBezTo>
                <a:close/>
                <a:moveTo>
                  <a:pt x="3945596" y="693682"/>
                </a:moveTo>
                <a:cubicBezTo>
                  <a:pt x="3945596" y="753396"/>
                  <a:pt x="3922847" y="807386"/>
                  <a:pt x="3880193" y="847196"/>
                </a:cubicBezTo>
                <a:lnTo>
                  <a:pt x="3411117" y="1316274"/>
                </a:lnTo>
                <a:cubicBezTo>
                  <a:pt x="3371307" y="1358926"/>
                  <a:pt x="3314474" y="1381676"/>
                  <a:pt x="3257602" y="1381676"/>
                </a:cubicBezTo>
                <a:cubicBezTo>
                  <a:pt x="3197887" y="1381676"/>
                  <a:pt x="3141053" y="1358926"/>
                  <a:pt x="3101243" y="1316274"/>
                </a:cubicBezTo>
                <a:lnTo>
                  <a:pt x="2629324" y="847196"/>
                </a:lnTo>
                <a:cubicBezTo>
                  <a:pt x="2586670" y="807386"/>
                  <a:pt x="2563921" y="750552"/>
                  <a:pt x="2563921" y="693682"/>
                </a:cubicBezTo>
                <a:cubicBezTo>
                  <a:pt x="2563921" y="633966"/>
                  <a:pt x="2586670" y="577132"/>
                  <a:pt x="2629324" y="534478"/>
                </a:cubicBezTo>
                <a:lnTo>
                  <a:pt x="3101243" y="65402"/>
                </a:lnTo>
                <a:cubicBezTo>
                  <a:pt x="3143897" y="22750"/>
                  <a:pt x="3200730" y="0"/>
                  <a:pt x="3257602" y="0"/>
                </a:cubicBezTo>
                <a:cubicBezTo>
                  <a:pt x="3317317" y="0"/>
                  <a:pt x="3371307" y="22750"/>
                  <a:pt x="3411117" y="65402"/>
                </a:cubicBezTo>
                <a:lnTo>
                  <a:pt x="3880193" y="534478"/>
                </a:lnTo>
                <a:cubicBezTo>
                  <a:pt x="3922847" y="577132"/>
                  <a:pt x="3945596" y="633966"/>
                  <a:pt x="3945596" y="693682"/>
                </a:cubicBezTo>
                <a:close/>
                <a:moveTo>
                  <a:pt x="4976319" y="1937614"/>
                </a:moveTo>
                <a:cubicBezTo>
                  <a:pt x="4976319" y="1994466"/>
                  <a:pt x="4954992" y="2051320"/>
                  <a:pt x="4912338" y="2095376"/>
                </a:cubicBezTo>
                <a:lnTo>
                  <a:pt x="4665654" y="2341958"/>
                </a:lnTo>
                <a:lnTo>
                  <a:pt x="3907844" y="2341958"/>
                </a:lnTo>
                <a:lnTo>
                  <a:pt x="3661161" y="2095376"/>
                </a:lnTo>
                <a:cubicBezTo>
                  <a:pt x="3618507" y="2052722"/>
                  <a:pt x="3592915" y="1995888"/>
                  <a:pt x="3595759" y="1936212"/>
                </a:cubicBezTo>
                <a:lnTo>
                  <a:pt x="3592915" y="1936212"/>
                </a:lnTo>
                <a:cubicBezTo>
                  <a:pt x="3592915" y="1876534"/>
                  <a:pt x="3615664" y="1819662"/>
                  <a:pt x="3658318" y="1779852"/>
                </a:cubicBezTo>
                <a:lnTo>
                  <a:pt x="4127509" y="1310854"/>
                </a:lnTo>
                <a:cubicBezTo>
                  <a:pt x="4170162" y="1268200"/>
                  <a:pt x="4227034" y="1245490"/>
                  <a:pt x="4286749" y="1245490"/>
                </a:cubicBezTo>
                <a:cubicBezTo>
                  <a:pt x="4346465" y="1245490"/>
                  <a:pt x="4400493" y="1268238"/>
                  <a:pt x="4443146" y="1310854"/>
                </a:cubicBezTo>
                <a:lnTo>
                  <a:pt x="4912338" y="1779852"/>
                </a:lnTo>
                <a:cubicBezTo>
                  <a:pt x="4954992" y="1823910"/>
                  <a:pt x="4976319" y="1880762"/>
                  <a:pt x="4976319" y="1937614"/>
                </a:cubicBezTo>
                <a:close/>
              </a:path>
            </a:pathLst>
          </a:custGeom>
          <a:solidFill>
            <a:schemeClr val="tx1"/>
          </a:solidFill>
          <a:ln w="3838" cap="flat">
            <a:noFill/>
            <a:prstDash val="solid"/>
            <a:miter/>
          </a:ln>
        </p:spPr>
        <p:txBody>
          <a:bodyPr wrap="square">
            <a:noAutofit/>
          </a:bodyPr>
          <a:lstStyle/>
          <a:p>
            <a:endParaRPr lang="en-IN"/>
          </a:p>
        </p:txBody>
      </p:sp>
      <p:sp>
        <p:nvSpPr>
          <p:cNvPr id="4" name="Title Placeholder 1">
            <a:extLst>
              <a:ext uri="{FF2B5EF4-FFF2-40B4-BE49-F238E27FC236}">
                <a16:creationId xmlns:a16="http://schemas.microsoft.com/office/drawing/2014/main" id="{99A5EAA7-D7C3-5B15-ACF0-0B66C43019AE}"/>
              </a:ext>
            </a:extLst>
          </p:cNvPr>
          <p:cNvSpPr>
            <a:spLocks noGrp="1"/>
          </p:cNvSpPr>
          <p:nvPr>
            <p:ph type="title" hasCustomPrompt="1"/>
          </p:nvPr>
        </p:nvSpPr>
        <p:spPr>
          <a:xfrm>
            <a:off x="885825" y="3121245"/>
            <a:ext cx="5366004" cy="615553"/>
          </a:xfrm>
          <a:prstGeom prst="rect">
            <a:avLst/>
          </a:prstGeom>
        </p:spPr>
        <p:txBody>
          <a:bodyPr vert="horz" wrap="square" lIns="0" tIns="0" rIns="0" bIns="0" rtlCol="0" anchor="b">
            <a:spAutoFit/>
          </a:bodyPr>
          <a:lstStyle>
            <a:lvl1pPr>
              <a:defRPr lang="en-US" sz="4000" kern="1200" dirty="0">
                <a:gradFill>
                  <a:gsLst>
                    <a:gs pos="0">
                      <a:schemeClr val="accent1"/>
                    </a:gs>
                    <a:gs pos="100000">
                      <a:schemeClr val="accent2"/>
                    </a:gs>
                  </a:gsLst>
                  <a:lin ang="0" scaled="1"/>
                </a:gradFill>
                <a:latin typeface="+mj-lt"/>
                <a:ea typeface="+mn-ea"/>
                <a:cs typeface="+mn-cs"/>
              </a:defRPr>
            </a:lvl1pPr>
          </a:lstStyle>
          <a:p>
            <a:r>
              <a:rPr lang="en-US"/>
              <a:t>Edit Title</a:t>
            </a:r>
          </a:p>
        </p:txBody>
      </p:sp>
    </p:spTree>
    <p:extLst>
      <p:ext uri="{BB962C8B-B14F-4D97-AF65-F5344CB8AC3E}">
        <p14:creationId xmlns:p14="http://schemas.microsoft.com/office/powerpoint/2010/main" val="2220023985"/>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Video Placeholder White">
    <p:spTree>
      <p:nvGrpSpPr>
        <p:cNvPr id="1" name=""/>
        <p:cNvGrpSpPr/>
        <p:nvPr/>
      </p:nvGrpSpPr>
      <p:grpSpPr>
        <a:xfrm>
          <a:off x="0" y="0"/>
          <a:ext cx="0" cy="0"/>
          <a:chOff x="0" y="0"/>
          <a:chExt cx="0" cy="0"/>
        </a:xfrm>
      </p:grpSpPr>
      <p:grpSp>
        <p:nvGrpSpPr>
          <p:cNvPr id="88" name="Group 87">
            <a:extLst>
              <a:ext uri="{FF2B5EF4-FFF2-40B4-BE49-F238E27FC236}">
                <a16:creationId xmlns:a16="http://schemas.microsoft.com/office/drawing/2014/main" id="{3B8B35AA-8D05-4374-38CA-7C91EA1FAA8E}"/>
              </a:ext>
            </a:extLst>
          </p:cNvPr>
          <p:cNvGrpSpPr/>
          <p:nvPr/>
        </p:nvGrpSpPr>
        <p:grpSpPr>
          <a:xfrm>
            <a:off x="19238" y="93940"/>
            <a:ext cx="12225915" cy="6723916"/>
            <a:chOff x="19238" y="93940"/>
            <a:chExt cx="12225915" cy="6723916"/>
          </a:xfrm>
        </p:grpSpPr>
        <p:pic>
          <p:nvPicPr>
            <p:cNvPr id="5" name="Graphic 4">
              <a:extLst>
                <a:ext uri="{FF2B5EF4-FFF2-40B4-BE49-F238E27FC236}">
                  <a16:creationId xmlns:a16="http://schemas.microsoft.com/office/drawing/2014/main" id="{4CDBD176-21DE-66DF-989E-1FB11730E0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1190098"/>
              <a:ext cx="679161" cy="508637"/>
            </a:xfrm>
            <a:prstGeom prst="rect">
              <a:avLst/>
            </a:prstGeom>
          </p:spPr>
        </p:pic>
        <p:pic>
          <p:nvPicPr>
            <p:cNvPr id="6" name="Graphic 5">
              <a:extLst>
                <a:ext uri="{FF2B5EF4-FFF2-40B4-BE49-F238E27FC236}">
                  <a16:creationId xmlns:a16="http://schemas.microsoft.com/office/drawing/2014/main" id="{0588986B-086D-51D9-1159-A2D1552B7D8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1190098"/>
              <a:ext cx="679161" cy="508637"/>
            </a:xfrm>
            <a:prstGeom prst="rect">
              <a:avLst/>
            </a:prstGeom>
          </p:spPr>
        </p:pic>
        <p:pic>
          <p:nvPicPr>
            <p:cNvPr id="7" name="Graphic 6">
              <a:extLst>
                <a:ext uri="{FF2B5EF4-FFF2-40B4-BE49-F238E27FC236}">
                  <a16:creationId xmlns:a16="http://schemas.microsoft.com/office/drawing/2014/main" id="{51DD189B-4558-1820-D761-97ED6FE415F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1190098"/>
              <a:ext cx="679161" cy="508637"/>
            </a:xfrm>
            <a:prstGeom prst="rect">
              <a:avLst/>
            </a:prstGeom>
          </p:spPr>
        </p:pic>
        <p:pic>
          <p:nvPicPr>
            <p:cNvPr id="8" name="Graphic 7">
              <a:extLst>
                <a:ext uri="{FF2B5EF4-FFF2-40B4-BE49-F238E27FC236}">
                  <a16:creationId xmlns:a16="http://schemas.microsoft.com/office/drawing/2014/main" id="{4F4B15AC-9008-B7D4-F28F-E2C0AE501CD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1190098"/>
              <a:ext cx="679161" cy="508637"/>
            </a:xfrm>
            <a:prstGeom prst="rect">
              <a:avLst/>
            </a:prstGeom>
          </p:spPr>
        </p:pic>
        <p:pic>
          <p:nvPicPr>
            <p:cNvPr id="10" name="Graphic 9">
              <a:extLst>
                <a:ext uri="{FF2B5EF4-FFF2-40B4-BE49-F238E27FC236}">
                  <a16:creationId xmlns:a16="http://schemas.microsoft.com/office/drawing/2014/main" id="{F71ACC4D-1E92-B030-29CE-17383411509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1190098"/>
              <a:ext cx="679161" cy="508637"/>
            </a:xfrm>
            <a:prstGeom prst="rect">
              <a:avLst/>
            </a:prstGeom>
          </p:spPr>
        </p:pic>
        <p:pic>
          <p:nvPicPr>
            <p:cNvPr id="11" name="Graphic 10">
              <a:extLst>
                <a:ext uri="{FF2B5EF4-FFF2-40B4-BE49-F238E27FC236}">
                  <a16:creationId xmlns:a16="http://schemas.microsoft.com/office/drawing/2014/main" id="{16423B23-DA24-FE2B-439D-D67FB8C15F7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1190098"/>
              <a:ext cx="679161" cy="508637"/>
            </a:xfrm>
            <a:prstGeom prst="rect">
              <a:avLst/>
            </a:prstGeom>
          </p:spPr>
        </p:pic>
        <p:pic>
          <p:nvPicPr>
            <p:cNvPr id="12" name="Graphic 11">
              <a:extLst>
                <a:ext uri="{FF2B5EF4-FFF2-40B4-BE49-F238E27FC236}">
                  <a16:creationId xmlns:a16="http://schemas.microsoft.com/office/drawing/2014/main" id="{F0FFDCD4-92FB-2548-D0D4-20895697699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1190098"/>
              <a:ext cx="679161" cy="508637"/>
            </a:xfrm>
            <a:prstGeom prst="rect">
              <a:avLst/>
            </a:prstGeom>
          </p:spPr>
        </p:pic>
        <p:pic>
          <p:nvPicPr>
            <p:cNvPr id="13" name="Graphic 12">
              <a:extLst>
                <a:ext uri="{FF2B5EF4-FFF2-40B4-BE49-F238E27FC236}">
                  <a16:creationId xmlns:a16="http://schemas.microsoft.com/office/drawing/2014/main" id="{23E35347-86CB-C566-C349-C3A6C5E9B9A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1190098"/>
              <a:ext cx="679161" cy="508637"/>
            </a:xfrm>
            <a:prstGeom prst="rect">
              <a:avLst/>
            </a:prstGeom>
          </p:spPr>
        </p:pic>
        <p:pic>
          <p:nvPicPr>
            <p:cNvPr id="14" name="Graphic 13">
              <a:extLst>
                <a:ext uri="{FF2B5EF4-FFF2-40B4-BE49-F238E27FC236}">
                  <a16:creationId xmlns:a16="http://schemas.microsoft.com/office/drawing/2014/main" id="{35D26C47-73D1-7017-C07B-BF76E113882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1190098"/>
              <a:ext cx="679161" cy="508637"/>
            </a:xfrm>
            <a:prstGeom prst="rect">
              <a:avLst/>
            </a:prstGeom>
          </p:spPr>
        </p:pic>
        <p:pic>
          <p:nvPicPr>
            <p:cNvPr id="15" name="Graphic 14">
              <a:extLst>
                <a:ext uri="{FF2B5EF4-FFF2-40B4-BE49-F238E27FC236}">
                  <a16:creationId xmlns:a16="http://schemas.microsoft.com/office/drawing/2014/main" id="{E9EDCE93-5838-963A-2D4A-00591529C02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1190098"/>
              <a:ext cx="679161" cy="508637"/>
            </a:xfrm>
            <a:prstGeom prst="rect">
              <a:avLst/>
            </a:prstGeom>
          </p:spPr>
        </p:pic>
        <p:pic>
          <p:nvPicPr>
            <p:cNvPr id="16" name="Graphic 15">
              <a:extLst>
                <a:ext uri="{FF2B5EF4-FFF2-40B4-BE49-F238E27FC236}">
                  <a16:creationId xmlns:a16="http://schemas.microsoft.com/office/drawing/2014/main" id="{5852626D-DE86-08C1-DD17-35AA003C915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1190098"/>
              <a:ext cx="679161" cy="508637"/>
            </a:xfrm>
            <a:prstGeom prst="rect">
              <a:avLst/>
            </a:prstGeom>
          </p:spPr>
        </p:pic>
        <p:pic>
          <p:nvPicPr>
            <p:cNvPr id="17" name="Graphic 16">
              <a:extLst>
                <a:ext uri="{FF2B5EF4-FFF2-40B4-BE49-F238E27FC236}">
                  <a16:creationId xmlns:a16="http://schemas.microsoft.com/office/drawing/2014/main" id="{9C809754-D283-3DFF-1F38-B721DBAAEBA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2213922"/>
              <a:ext cx="679161" cy="508637"/>
            </a:xfrm>
            <a:prstGeom prst="rect">
              <a:avLst/>
            </a:prstGeom>
          </p:spPr>
        </p:pic>
        <p:pic>
          <p:nvPicPr>
            <p:cNvPr id="18" name="Graphic 17">
              <a:extLst>
                <a:ext uri="{FF2B5EF4-FFF2-40B4-BE49-F238E27FC236}">
                  <a16:creationId xmlns:a16="http://schemas.microsoft.com/office/drawing/2014/main" id="{A109D2B2-61A4-0ABB-0CCE-F83420781DD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2213922"/>
              <a:ext cx="679161" cy="508637"/>
            </a:xfrm>
            <a:prstGeom prst="rect">
              <a:avLst/>
            </a:prstGeom>
          </p:spPr>
        </p:pic>
        <p:pic>
          <p:nvPicPr>
            <p:cNvPr id="19" name="Graphic 18">
              <a:extLst>
                <a:ext uri="{FF2B5EF4-FFF2-40B4-BE49-F238E27FC236}">
                  <a16:creationId xmlns:a16="http://schemas.microsoft.com/office/drawing/2014/main" id="{CDB8EA3F-C975-125E-73A1-56B6E518621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2213922"/>
              <a:ext cx="679161" cy="508637"/>
            </a:xfrm>
            <a:prstGeom prst="rect">
              <a:avLst/>
            </a:prstGeom>
          </p:spPr>
        </p:pic>
        <p:pic>
          <p:nvPicPr>
            <p:cNvPr id="20" name="Graphic 19">
              <a:extLst>
                <a:ext uri="{FF2B5EF4-FFF2-40B4-BE49-F238E27FC236}">
                  <a16:creationId xmlns:a16="http://schemas.microsoft.com/office/drawing/2014/main" id="{86111229-138C-DF70-EB83-CEA073FE875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2213922"/>
              <a:ext cx="679161" cy="508637"/>
            </a:xfrm>
            <a:prstGeom prst="rect">
              <a:avLst/>
            </a:prstGeom>
          </p:spPr>
        </p:pic>
        <p:pic>
          <p:nvPicPr>
            <p:cNvPr id="21" name="Graphic 20">
              <a:extLst>
                <a:ext uri="{FF2B5EF4-FFF2-40B4-BE49-F238E27FC236}">
                  <a16:creationId xmlns:a16="http://schemas.microsoft.com/office/drawing/2014/main" id="{C3A16467-49D4-A50F-9C4A-5B7730C3D93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2213922"/>
              <a:ext cx="679161" cy="508637"/>
            </a:xfrm>
            <a:prstGeom prst="rect">
              <a:avLst/>
            </a:prstGeom>
          </p:spPr>
        </p:pic>
        <p:pic>
          <p:nvPicPr>
            <p:cNvPr id="22" name="Graphic 21">
              <a:extLst>
                <a:ext uri="{FF2B5EF4-FFF2-40B4-BE49-F238E27FC236}">
                  <a16:creationId xmlns:a16="http://schemas.microsoft.com/office/drawing/2014/main" id="{C55F4368-DFC1-1762-FF8A-74CDDEDBD1D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2213922"/>
              <a:ext cx="679161" cy="508637"/>
            </a:xfrm>
            <a:prstGeom prst="rect">
              <a:avLst/>
            </a:prstGeom>
          </p:spPr>
        </p:pic>
        <p:pic>
          <p:nvPicPr>
            <p:cNvPr id="23" name="Graphic 22">
              <a:extLst>
                <a:ext uri="{FF2B5EF4-FFF2-40B4-BE49-F238E27FC236}">
                  <a16:creationId xmlns:a16="http://schemas.microsoft.com/office/drawing/2014/main" id="{00FCCEC4-7EE4-18B7-F7F9-0FF7DC8D31F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2213922"/>
              <a:ext cx="679161" cy="508637"/>
            </a:xfrm>
            <a:prstGeom prst="rect">
              <a:avLst/>
            </a:prstGeom>
          </p:spPr>
        </p:pic>
        <p:pic>
          <p:nvPicPr>
            <p:cNvPr id="24" name="Graphic 23">
              <a:extLst>
                <a:ext uri="{FF2B5EF4-FFF2-40B4-BE49-F238E27FC236}">
                  <a16:creationId xmlns:a16="http://schemas.microsoft.com/office/drawing/2014/main" id="{24F1CE13-AAB5-39EA-54F9-2C8871BC426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2213922"/>
              <a:ext cx="679161" cy="508637"/>
            </a:xfrm>
            <a:prstGeom prst="rect">
              <a:avLst/>
            </a:prstGeom>
          </p:spPr>
        </p:pic>
        <p:pic>
          <p:nvPicPr>
            <p:cNvPr id="25" name="Graphic 24">
              <a:extLst>
                <a:ext uri="{FF2B5EF4-FFF2-40B4-BE49-F238E27FC236}">
                  <a16:creationId xmlns:a16="http://schemas.microsoft.com/office/drawing/2014/main" id="{E54F6C18-01A2-59BA-F8CE-DCC777BFB1E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2213922"/>
              <a:ext cx="679161" cy="508637"/>
            </a:xfrm>
            <a:prstGeom prst="rect">
              <a:avLst/>
            </a:prstGeom>
          </p:spPr>
        </p:pic>
        <p:pic>
          <p:nvPicPr>
            <p:cNvPr id="26" name="Graphic 25">
              <a:extLst>
                <a:ext uri="{FF2B5EF4-FFF2-40B4-BE49-F238E27FC236}">
                  <a16:creationId xmlns:a16="http://schemas.microsoft.com/office/drawing/2014/main" id="{84100EC3-C543-66A5-7E55-63A73E8A6A2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2213922"/>
              <a:ext cx="679161" cy="508637"/>
            </a:xfrm>
            <a:prstGeom prst="rect">
              <a:avLst/>
            </a:prstGeom>
          </p:spPr>
        </p:pic>
        <p:pic>
          <p:nvPicPr>
            <p:cNvPr id="27" name="Graphic 26">
              <a:extLst>
                <a:ext uri="{FF2B5EF4-FFF2-40B4-BE49-F238E27FC236}">
                  <a16:creationId xmlns:a16="http://schemas.microsoft.com/office/drawing/2014/main" id="{CAD6B816-6446-F020-8365-C43491F8C47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2213922"/>
              <a:ext cx="679161" cy="508637"/>
            </a:xfrm>
            <a:prstGeom prst="rect">
              <a:avLst/>
            </a:prstGeom>
          </p:spPr>
        </p:pic>
        <p:pic>
          <p:nvPicPr>
            <p:cNvPr id="28" name="Graphic 27">
              <a:extLst>
                <a:ext uri="{FF2B5EF4-FFF2-40B4-BE49-F238E27FC236}">
                  <a16:creationId xmlns:a16="http://schemas.microsoft.com/office/drawing/2014/main" id="{CEDA78E9-920A-C6F9-93F9-7B41DA0752D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3237746"/>
              <a:ext cx="679161" cy="508637"/>
            </a:xfrm>
            <a:prstGeom prst="rect">
              <a:avLst/>
            </a:prstGeom>
          </p:spPr>
        </p:pic>
        <p:pic>
          <p:nvPicPr>
            <p:cNvPr id="29" name="Graphic 28">
              <a:extLst>
                <a:ext uri="{FF2B5EF4-FFF2-40B4-BE49-F238E27FC236}">
                  <a16:creationId xmlns:a16="http://schemas.microsoft.com/office/drawing/2014/main" id="{17E3DEE2-3B53-9EB3-4CC5-5F6C0E01ED8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3237746"/>
              <a:ext cx="679161" cy="508637"/>
            </a:xfrm>
            <a:prstGeom prst="rect">
              <a:avLst/>
            </a:prstGeom>
          </p:spPr>
        </p:pic>
        <p:pic>
          <p:nvPicPr>
            <p:cNvPr id="30" name="Graphic 29">
              <a:extLst>
                <a:ext uri="{FF2B5EF4-FFF2-40B4-BE49-F238E27FC236}">
                  <a16:creationId xmlns:a16="http://schemas.microsoft.com/office/drawing/2014/main" id="{48777EC4-A041-CF80-354C-91ADEF76830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3237746"/>
              <a:ext cx="679161" cy="508637"/>
            </a:xfrm>
            <a:prstGeom prst="rect">
              <a:avLst/>
            </a:prstGeom>
          </p:spPr>
        </p:pic>
        <p:pic>
          <p:nvPicPr>
            <p:cNvPr id="31" name="Graphic 30">
              <a:extLst>
                <a:ext uri="{FF2B5EF4-FFF2-40B4-BE49-F238E27FC236}">
                  <a16:creationId xmlns:a16="http://schemas.microsoft.com/office/drawing/2014/main" id="{FDC2C355-AB05-41B7-B35C-ACFC037E641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3237746"/>
              <a:ext cx="679161" cy="508637"/>
            </a:xfrm>
            <a:prstGeom prst="rect">
              <a:avLst/>
            </a:prstGeom>
          </p:spPr>
        </p:pic>
        <p:pic>
          <p:nvPicPr>
            <p:cNvPr id="32" name="Graphic 31">
              <a:extLst>
                <a:ext uri="{FF2B5EF4-FFF2-40B4-BE49-F238E27FC236}">
                  <a16:creationId xmlns:a16="http://schemas.microsoft.com/office/drawing/2014/main" id="{44476781-FAB8-3776-124B-2EC5413ACF4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3237746"/>
              <a:ext cx="679161" cy="508637"/>
            </a:xfrm>
            <a:prstGeom prst="rect">
              <a:avLst/>
            </a:prstGeom>
          </p:spPr>
        </p:pic>
        <p:pic>
          <p:nvPicPr>
            <p:cNvPr id="33" name="Graphic 32">
              <a:extLst>
                <a:ext uri="{FF2B5EF4-FFF2-40B4-BE49-F238E27FC236}">
                  <a16:creationId xmlns:a16="http://schemas.microsoft.com/office/drawing/2014/main" id="{CB314193-A2BB-FE5F-9676-259318ADE72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3237746"/>
              <a:ext cx="679161" cy="508637"/>
            </a:xfrm>
            <a:prstGeom prst="rect">
              <a:avLst/>
            </a:prstGeom>
          </p:spPr>
        </p:pic>
        <p:pic>
          <p:nvPicPr>
            <p:cNvPr id="34" name="Graphic 33">
              <a:extLst>
                <a:ext uri="{FF2B5EF4-FFF2-40B4-BE49-F238E27FC236}">
                  <a16:creationId xmlns:a16="http://schemas.microsoft.com/office/drawing/2014/main" id="{C3C2C41C-152C-A83A-FF9A-A0F9C149F23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3237746"/>
              <a:ext cx="679161" cy="508637"/>
            </a:xfrm>
            <a:prstGeom prst="rect">
              <a:avLst/>
            </a:prstGeom>
          </p:spPr>
        </p:pic>
        <p:pic>
          <p:nvPicPr>
            <p:cNvPr id="35" name="Graphic 34">
              <a:extLst>
                <a:ext uri="{FF2B5EF4-FFF2-40B4-BE49-F238E27FC236}">
                  <a16:creationId xmlns:a16="http://schemas.microsoft.com/office/drawing/2014/main" id="{885446E2-5565-4A1C-C12F-DF8DD32E999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3237746"/>
              <a:ext cx="679161" cy="508637"/>
            </a:xfrm>
            <a:prstGeom prst="rect">
              <a:avLst/>
            </a:prstGeom>
          </p:spPr>
        </p:pic>
        <p:pic>
          <p:nvPicPr>
            <p:cNvPr id="36" name="Graphic 35">
              <a:extLst>
                <a:ext uri="{FF2B5EF4-FFF2-40B4-BE49-F238E27FC236}">
                  <a16:creationId xmlns:a16="http://schemas.microsoft.com/office/drawing/2014/main" id="{3319AC17-62B5-6CB7-B065-D23E861F868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3237746"/>
              <a:ext cx="679161" cy="508637"/>
            </a:xfrm>
            <a:prstGeom prst="rect">
              <a:avLst/>
            </a:prstGeom>
          </p:spPr>
        </p:pic>
        <p:pic>
          <p:nvPicPr>
            <p:cNvPr id="37" name="Graphic 36">
              <a:extLst>
                <a:ext uri="{FF2B5EF4-FFF2-40B4-BE49-F238E27FC236}">
                  <a16:creationId xmlns:a16="http://schemas.microsoft.com/office/drawing/2014/main" id="{5052BEDC-8FE8-D0A0-22E5-5816EA443CC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3237746"/>
              <a:ext cx="679161" cy="508637"/>
            </a:xfrm>
            <a:prstGeom prst="rect">
              <a:avLst/>
            </a:prstGeom>
          </p:spPr>
        </p:pic>
        <p:pic>
          <p:nvPicPr>
            <p:cNvPr id="38" name="Graphic 37">
              <a:extLst>
                <a:ext uri="{FF2B5EF4-FFF2-40B4-BE49-F238E27FC236}">
                  <a16:creationId xmlns:a16="http://schemas.microsoft.com/office/drawing/2014/main" id="{9E090465-B429-2D25-EF08-23455D4EA96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3237746"/>
              <a:ext cx="679161" cy="508637"/>
            </a:xfrm>
            <a:prstGeom prst="rect">
              <a:avLst/>
            </a:prstGeom>
          </p:spPr>
        </p:pic>
        <p:pic>
          <p:nvPicPr>
            <p:cNvPr id="39" name="Graphic 38">
              <a:extLst>
                <a:ext uri="{FF2B5EF4-FFF2-40B4-BE49-F238E27FC236}">
                  <a16:creationId xmlns:a16="http://schemas.microsoft.com/office/drawing/2014/main" id="{7BBBEB43-D4D6-9703-AA68-64BC828EC1D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4261570"/>
              <a:ext cx="679161" cy="508637"/>
            </a:xfrm>
            <a:prstGeom prst="rect">
              <a:avLst/>
            </a:prstGeom>
          </p:spPr>
        </p:pic>
        <p:pic>
          <p:nvPicPr>
            <p:cNvPr id="40" name="Graphic 39">
              <a:extLst>
                <a:ext uri="{FF2B5EF4-FFF2-40B4-BE49-F238E27FC236}">
                  <a16:creationId xmlns:a16="http://schemas.microsoft.com/office/drawing/2014/main" id="{D8E3E1E2-EB6D-2CC3-34FE-DED016B994C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4261570"/>
              <a:ext cx="679161" cy="508637"/>
            </a:xfrm>
            <a:prstGeom prst="rect">
              <a:avLst/>
            </a:prstGeom>
          </p:spPr>
        </p:pic>
        <p:pic>
          <p:nvPicPr>
            <p:cNvPr id="41" name="Graphic 40">
              <a:extLst>
                <a:ext uri="{FF2B5EF4-FFF2-40B4-BE49-F238E27FC236}">
                  <a16:creationId xmlns:a16="http://schemas.microsoft.com/office/drawing/2014/main" id="{3BC7A2CF-FB55-A669-174D-76A36979C92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4261570"/>
              <a:ext cx="679161" cy="508637"/>
            </a:xfrm>
            <a:prstGeom prst="rect">
              <a:avLst/>
            </a:prstGeom>
          </p:spPr>
        </p:pic>
        <p:pic>
          <p:nvPicPr>
            <p:cNvPr id="42" name="Graphic 41">
              <a:extLst>
                <a:ext uri="{FF2B5EF4-FFF2-40B4-BE49-F238E27FC236}">
                  <a16:creationId xmlns:a16="http://schemas.microsoft.com/office/drawing/2014/main" id="{3152E52C-997B-FFD0-9196-15FBF39D641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4261570"/>
              <a:ext cx="679161" cy="508637"/>
            </a:xfrm>
            <a:prstGeom prst="rect">
              <a:avLst/>
            </a:prstGeom>
          </p:spPr>
        </p:pic>
        <p:pic>
          <p:nvPicPr>
            <p:cNvPr id="43" name="Graphic 42">
              <a:extLst>
                <a:ext uri="{FF2B5EF4-FFF2-40B4-BE49-F238E27FC236}">
                  <a16:creationId xmlns:a16="http://schemas.microsoft.com/office/drawing/2014/main" id="{75EB3195-8F67-A1F1-1FF6-F8B5C7BF603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4261570"/>
              <a:ext cx="679161" cy="508637"/>
            </a:xfrm>
            <a:prstGeom prst="rect">
              <a:avLst/>
            </a:prstGeom>
          </p:spPr>
        </p:pic>
        <p:pic>
          <p:nvPicPr>
            <p:cNvPr id="44" name="Graphic 43">
              <a:extLst>
                <a:ext uri="{FF2B5EF4-FFF2-40B4-BE49-F238E27FC236}">
                  <a16:creationId xmlns:a16="http://schemas.microsoft.com/office/drawing/2014/main" id="{CF508737-1E42-0E4E-A1AC-7220F55FD70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4261570"/>
              <a:ext cx="679161" cy="508637"/>
            </a:xfrm>
            <a:prstGeom prst="rect">
              <a:avLst/>
            </a:prstGeom>
          </p:spPr>
        </p:pic>
        <p:pic>
          <p:nvPicPr>
            <p:cNvPr id="45" name="Graphic 44">
              <a:extLst>
                <a:ext uri="{FF2B5EF4-FFF2-40B4-BE49-F238E27FC236}">
                  <a16:creationId xmlns:a16="http://schemas.microsoft.com/office/drawing/2014/main" id="{28D42B93-CEAD-C189-E915-41134A9B099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4261570"/>
              <a:ext cx="679161" cy="508637"/>
            </a:xfrm>
            <a:prstGeom prst="rect">
              <a:avLst/>
            </a:prstGeom>
          </p:spPr>
        </p:pic>
        <p:pic>
          <p:nvPicPr>
            <p:cNvPr id="46" name="Graphic 45">
              <a:extLst>
                <a:ext uri="{FF2B5EF4-FFF2-40B4-BE49-F238E27FC236}">
                  <a16:creationId xmlns:a16="http://schemas.microsoft.com/office/drawing/2014/main" id="{A7BBDAD6-4026-ADCF-8B96-A46E98BD7D7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4261570"/>
              <a:ext cx="679161" cy="508637"/>
            </a:xfrm>
            <a:prstGeom prst="rect">
              <a:avLst/>
            </a:prstGeom>
          </p:spPr>
        </p:pic>
        <p:pic>
          <p:nvPicPr>
            <p:cNvPr id="47" name="Graphic 46">
              <a:extLst>
                <a:ext uri="{FF2B5EF4-FFF2-40B4-BE49-F238E27FC236}">
                  <a16:creationId xmlns:a16="http://schemas.microsoft.com/office/drawing/2014/main" id="{81974D86-CD1C-03D8-D561-59BC1A68D22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4261570"/>
              <a:ext cx="679161" cy="508637"/>
            </a:xfrm>
            <a:prstGeom prst="rect">
              <a:avLst/>
            </a:prstGeom>
          </p:spPr>
        </p:pic>
        <p:pic>
          <p:nvPicPr>
            <p:cNvPr id="48" name="Graphic 47">
              <a:extLst>
                <a:ext uri="{FF2B5EF4-FFF2-40B4-BE49-F238E27FC236}">
                  <a16:creationId xmlns:a16="http://schemas.microsoft.com/office/drawing/2014/main" id="{0E2A2CFE-3D1C-7BE4-3573-9A267EC1BAE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4261570"/>
              <a:ext cx="679161" cy="508637"/>
            </a:xfrm>
            <a:prstGeom prst="rect">
              <a:avLst/>
            </a:prstGeom>
          </p:spPr>
        </p:pic>
        <p:pic>
          <p:nvPicPr>
            <p:cNvPr id="49" name="Graphic 48">
              <a:extLst>
                <a:ext uri="{FF2B5EF4-FFF2-40B4-BE49-F238E27FC236}">
                  <a16:creationId xmlns:a16="http://schemas.microsoft.com/office/drawing/2014/main" id="{E4D60DAB-3AB5-158F-B682-47AD592690F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4261570"/>
              <a:ext cx="679161" cy="508637"/>
            </a:xfrm>
            <a:prstGeom prst="rect">
              <a:avLst/>
            </a:prstGeom>
          </p:spPr>
        </p:pic>
        <p:pic>
          <p:nvPicPr>
            <p:cNvPr id="50" name="Graphic 49">
              <a:extLst>
                <a:ext uri="{FF2B5EF4-FFF2-40B4-BE49-F238E27FC236}">
                  <a16:creationId xmlns:a16="http://schemas.microsoft.com/office/drawing/2014/main" id="{A8C7F979-AE5B-27FC-6700-0DC3A3E8346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5285395"/>
              <a:ext cx="679161" cy="508637"/>
            </a:xfrm>
            <a:prstGeom prst="rect">
              <a:avLst/>
            </a:prstGeom>
          </p:spPr>
        </p:pic>
        <p:pic>
          <p:nvPicPr>
            <p:cNvPr id="51" name="Graphic 50">
              <a:extLst>
                <a:ext uri="{FF2B5EF4-FFF2-40B4-BE49-F238E27FC236}">
                  <a16:creationId xmlns:a16="http://schemas.microsoft.com/office/drawing/2014/main" id="{8A02C113-BEAC-E6D6-F297-0AD2499D788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5285395"/>
              <a:ext cx="679161" cy="508637"/>
            </a:xfrm>
            <a:prstGeom prst="rect">
              <a:avLst/>
            </a:prstGeom>
          </p:spPr>
        </p:pic>
        <p:pic>
          <p:nvPicPr>
            <p:cNvPr id="52" name="Graphic 51">
              <a:extLst>
                <a:ext uri="{FF2B5EF4-FFF2-40B4-BE49-F238E27FC236}">
                  <a16:creationId xmlns:a16="http://schemas.microsoft.com/office/drawing/2014/main" id="{F0215B1F-EE77-E9E0-4B1C-70A0C9E9DE9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5285395"/>
              <a:ext cx="679161" cy="508637"/>
            </a:xfrm>
            <a:prstGeom prst="rect">
              <a:avLst/>
            </a:prstGeom>
          </p:spPr>
        </p:pic>
        <p:pic>
          <p:nvPicPr>
            <p:cNvPr id="53" name="Graphic 52">
              <a:extLst>
                <a:ext uri="{FF2B5EF4-FFF2-40B4-BE49-F238E27FC236}">
                  <a16:creationId xmlns:a16="http://schemas.microsoft.com/office/drawing/2014/main" id="{7E9F8880-47F6-2539-96A5-23EA179F2C2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5285395"/>
              <a:ext cx="679161" cy="508637"/>
            </a:xfrm>
            <a:prstGeom prst="rect">
              <a:avLst/>
            </a:prstGeom>
          </p:spPr>
        </p:pic>
        <p:pic>
          <p:nvPicPr>
            <p:cNvPr id="54" name="Graphic 53">
              <a:extLst>
                <a:ext uri="{FF2B5EF4-FFF2-40B4-BE49-F238E27FC236}">
                  <a16:creationId xmlns:a16="http://schemas.microsoft.com/office/drawing/2014/main" id="{246B522F-37F6-36AA-B3C6-1E8CD8DC18F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5285395"/>
              <a:ext cx="679161" cy="508637"/>
            </a:xfrm>
            <a:prstGeom prst="rect">
              <a:avLst/>
            </a:prstGeom>
          </p:spPr>
        </p:pic>
        <p:pic>
          <p:nvPicPr>
            <p:cNvPr id="55" name="Graphic 54">
              <a:extLst>
                <a:ext uri="{FF2B5EF4-FFF2-40B4-BE49-F238E27FC236}">
                  <a16:creationId xmlns:a16="http://schemas.microsoft.com/office/drawing/2014/main" id="{1DAFEC9F-7C13-D704-6DF8-8CCBA0DB378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5285395"/>
              <a:ext cx="679161" cy="508637"/>
            </a:xfrm>
            <a:prstGeom prst="rect">
              <a:avLst/>
            </a:prstGeom>
          </p:spPr>
        </p:pic>
        <p:pic>
          <p:nvPicPr>
            <p:cNvPr id="56" name="Graphic 55">
              <a:extLst>
                <a:ext uri="{FF2B5EF4-FFF2-40B4-BE49-F238E27FC236}">
                  <a16:creationId xmlns:a16="http://schemas.microsoft.com/office/drawing/2014/main" id="{1C6007CB-5C93-4A5A-9E65-ED28359C36D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5285395"/>
              <a:ext cx="679161" cy="508637"/>
            </a:xfrm>
            <a:prstGeom prst="rect">
              <a:avLst/>
            </a:prstGeom>
          </p:spPr>
        </p:pic>
        <p:pic>
          <p:nvPicPr>
            <p:cNvPr id="57" name="Graphic 56">
              <a:extLst>
                <a:ext uri="{FF2B5EF4-FFF2-40B4-BE49-F238E27FC236}">
                  <a16:creationId xmlns:a16="http://schemas.microsoft.com/office/drawing/2014/main" id="{174ACF43-5C03-3D29-E95E-09F752FF6E1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5285395"/>
              <a:ext cx="679161" cy="508637"/>
            </a:xfrm>
            <a:prstGeom prst="rect">
              <a:avLst/>
            </a:prstGeom>
          </p:spPr>
        </p:pic>
        <p:pic>
          <p:nvPicPr>
            <p:cNvPr id="58" name="Graphic 57">
              <a:extLst>
                <a:ext uri="{FF2B5EF4-FFF2-40B4-BE49-F238E27FC236}">
                  <a16:creationId xmlns:a16="http://schemas.microsoft.com/office/drawing/2014/main" id="{B23ACF01-531E-6A61-5EF4-4C7D0DE34A6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5285395"/>
              <a:ext cx="679161" cy="508637"/>
            </a:xfrm>
            <a:prstGeom prst="rect">
              <a:avLst/>
            </a:prstGeom>
          </p:spPr>
        </p:pic>
        <p:pic>
          <p:nvPicPr>
            <p:cNvPr id="59" name="Graphic 58">
              <a:extLst>
                <a:ext uri="{FF2B5EF4-FFF2-40B4-BE49-F238E27FC236}">
                  <a16:creationId xmlns:a16="http://schemas.microsoft.com/office/drawing/2014/main" id="{845036AC-FE03-BF20-9E1A-E7954957986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5285395"/>
              <a:ext cx="679161" cy="508637"/>
            </a:xfrm>
            <a:prstGeom prst="rect">
              <a:avLst/>
            </a:prstGeom>
          </p:spPr>
        </p:pic>
        <p:pic>
          <p:nvPicPr>
            <p:cNvPr id="60" name="Graphic 59">
              <a:extLst>
                <a:ext uri="{FF2B5EF4-FFF2-40B4-BE49-F238E27FC236}">
                  <a16:creationId xmlns:a16="http://schemas.microsoft.com/office/drawing/2014/main" id="{FF125387-4A63-BDB8-C778-ACE8FD304EA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5285395"/>
              <a:ext cx="679161" cy="508637"/>
            </a:xfrm>
            <a:prstGeom prst="rect">
              <a:avLst/>
            </a:prstGeom>
          </p:spPr>
        </p:pic>
        <p:pic>
          <p:nvPicPr>
            <p:cNvPr id="61" name="Graphic 60">
              <a:extLst>
                <a:ext uri="{FF2B5EF4-FFF2-40B4-BE49-F238E27FC236}">
                  <a16:creationId xmlns:a16="http://schemas.microsoft.com/office/drawing/2014/main" id="{D6F76253-8EDC-4B15-930F-2BDE2F9A504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6309219"/>
              <a:ext cx="679161" cy="508637"/>
            </a:xfrm>
            <a:prstGeom prst="rect">
              <a:avLst/>
            </a:prstGeom>
          </p:spPr>
        </p:pic>
        <p:pic>
          <p:nvPicPr>
            <p:cNvPr id="62" name="Graphic 61">
              <a:extLst>
                <a:ext uri="{FF2B5EF4-FFF2-40B4-BE49-F238E27FC236}">
                  <a16:creationId xmlns:a16="http://schemas.microsoft.com/office/drawing/2014/main" id="{479A61D5-4807-61E9-DFA6-DC592A5EA4D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6309219"/>
              <a:ext cx="679161" cy="508637"/>
            </a:xfrm>
            <a:prstGeom prst="rect">
              <a:avLst/>
            </a:prstGeom>
          </p:spPr>
        </p:pic>
        <p:pic>
          <p:nvPicPr>
            <p:cNvPr id="63" name="Graphic 62">
              <a:extLst>
                <a:ext uri="{FF2B5EF4-FFF2-40B4-BE49-F238E27FC236}">
                  <a16:creationId xmlns:a16="http://schemas.microsoft.com/office/drawing/2014/main" id="{80589AA0-14D4-3F86-F5EC-21B039866D7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6309219"/>
              <a:ext cx="679161" cy="508637"/>
            </a:xfrm>
            <a:prstGeom prst="rect">
              <a:avLst/>
            </a:prstGeom>
          </p:spPr>
        </p:pic>
        <p:pic>
          <p:nvPicPr>
            <p:cNvPr id="64" name="Graphic 63">
              <a:extLst>
                <a:ext uri="{FF2B5EF4-FFF2-40B4-BE49-F238E27FC236}">
                  <a16:creationId xmlns:a16="http://schemas.microsoft.com/office/drawing/2014/main" id="{5AD2E73F-6BB0-9626-894D-B5F9C47DCFE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6309219"/>
              <a:ext cx="679161" cy="508637"/>
            </a:xfrm>
            <a:prstGeom prst="rect">
              <a:avLst/>
            </a:prstGeom>
          </p:spPr>
        </p:pic>
        <p:pic>
          <p:nvPicPr>
            <p:cNvPr id="65" name="Graphic 64">
              <a:extLst>
                <a:ext uri="{FF2B5EF4-FFF2-40B4-BE49-F238E27FC236}">
                  <a16:creationId xmlns:a16="http://schemas.microsoft.com/office/drawing/2014/main" id="{E86DC303-582A-451F-E431-308BD6EECD1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6309219"/>
              <a:ext cx="679161" cy="508637"/>
            </a:xfrm>
            <a:prstGeom prst="rect">
              <a:avLst/>
            </a:prstGeom>
          </p:spPr>
        </p:pic>
        <p:pic>
          <p:nvPicPr>
            <p:cNvPr id="66" name="Graphic 65">
              <a:extLst>
                <a:ext uri="{FF2B5EF4-FFF2-40B4-BE49-F238E27FC236}">
                  <a16:creationId xmlns:a16="http://schemas.microsoft.com/office/drawing/2014/main" id="{CC893F3F-9C65-BCB0-E3B3-8EF003AEBB1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6309219"/>
              <a:ext cx="679161" cy="508637"/>
            </a:xfrm>
            <a:prstGeom prst="rect">
              <a:avLst/>
            </a:prstGeom>
          </p:spPr>
        </p:pic>
        <p:pic>
          <p:nvPicPr>
            <p:cNvPr id="67" name="Graphic 66">
              <a:extLst>
                <a:ext uri="{FF2B5EF4-FFF2-40B4-BE49-F238E27FC236}">
                  <a16:creationId xmlns:a16="http://schemas.microsoft.com/office/drawing/2014/main" id="{D373547E-231D-3025-0AB2-E588BCBE146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6309219"/>
              <a:ext cx="679161" cy="508637"/>
            </a:xfrm>
            <a:prstGeom prst="rect">
              <a:avLst/>
            </a:prstGeom>
          </p:spPr>
        </p:pic>
        <p:pic>
          <p:nvPicPr>
            <p:cNvPr id="68" name="Graphic 67">
              <a:extLst>
                <a:ext uri="{FF2B5EF4-FFF2-40B4-BE49-F238E27FC236}">
                  <a16:creationId xmlns:a16="http://schemas.microsoft.com/office/drawing/2014/main" id="{B1DBDDA6-7384-7135-3D84-BF87D19A4E5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6309219"/>
              <a:ext cx="679161" cy="508637"/>
            </a:xfrm>
            <a:prstGeom prst="rect">
              <a:avLst/>
            </a:prstGeom>
          </p:spPr>
        </p:pic>
        <p:pic>
          <p:nvPicPr>
            <p:cNvPr id="69" name="Graphic 68">
              <a:extLst>
                <a:ext uri="{FF2B5EF4-FFF2-40B4-BE49-F238E27FC236}">
                  <a16:creationId xmlns:a16="http://schemas.microsoft.com/office/drawing/2014/main" id="{73285318-FD86-0D9E-E869-800F54C0CA4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6309219"/>
              <a:ext cx="679161" cy="508637"/>
            </a:xfrm>
            <a:prstGeom prst="rect">
              <a:avLst/>
            </a:prstGeom>
          </p:spPr>
        </p:pic>
        <p:pic>
          <p:nvPicPr>
            <p:cNvPr id="70" name="Graphic 69">
              <a:extLst>
                <a:ext uri="{FF2B5EF4-FFF2-40B4-BE49-F238E27FC236}">
                  <a16:creationId xmlns:a16="http://schemas.microsoft.com/office/drawing/2014/main" id="{7ED2153A-78BB-4749-352A-6C97E1962C2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6309219"/>
              <a:ext cx="679161" cy="508637"/>
            </a:xfrm>
            <a:prstGeom prst="rect">
              <a:avLst/>
            </a:prstGeom>
          </p:spPr>
        </p:pic>
        <p:pic>
          <p:nvPicPr>
            <p:cNvPr id="71" name="Graphic 70">
              <a:extLst>
                <a:ext uri="{FF2B5EF4-FFF2-40B4-BE49-F238E27FC236}">
                  <a16:creationId xmlns:a16="http://schemas.microsoft.com/office/drawing/2014/main" id="{F6C1B82D-0CBE-0795-2266-DA8A8279B79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6309219"/>
              <a:ext cx="679161" cy="508637"/>
            </a:xfrm>
            <a:prstGeom prst="rect">
              <a:avLst/>
            </a:prstGeom>
          </p:spPr>
        </p:pic>
        <p:pic>
          <p:nvPicPr>
            <p:cNvPr id="72" name="Graphic 71">
              <a:extLst>
                <a:ext uri="{FF2B5EF4-FFF2-40B4-BE49-F238E27FC236}">
                  <a16:creationId xmlns:a16="http://schemas.microsoft.com/office/drawing/2014/main" id="{CE7469D3-F393-AD2D-CE91-B744F19C4CF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93940"/>
              <a:ext cx="679161" cy="508637"/>
            </a:xfrm>
            <a:prstGeom prst="rect">
              <a:avLst/>
            </a:prstGeom>
          </p:spPr>
        </p:pic>
        <p:pic>
          <p:nvPicPr>
            <p:cNvPr id="73" name="Graphic 72">
              <a:extLst>
                <a:ext uri="{FF2B5EF4-FFF2-40B4-BE49-F238E27FC236}">
                  <a16:creationId xmlns:a16="http://schemas.microsoft.com/office/drawing/2014/main" id="{246D498D-7D8C-A4B2-D1DA-956B7999D6A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93940"/>
              <a:ext cx="679161" cy="508637"/>
            </a:xfrm>
            <a:prstGeom prst="rect">
              <a:avLst/>
            </a:prstGeom>
          </p:spPr>
        </p:pic>
        <p:pic>
          <p:nvPicPr>
            <p:cNvPr id="74" name="Graphic 73">
              <a:extLst>
                <a:ext uri="{FF2B5EF4-FFF2-40B4-BE49-F238E27FC236}">
                  <a16:creationId xmlns:a16="http://schemas.microsoft.com/office/drawing/2014/main" id="{1FBA314F-7CD1-864D-5040-AF328857F05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93940"/>
              <a:ext cx="679161" cy="508637"/>
            </a:xfrm>
            <a:prstGeom prst="rect">
              <a:avLst/>
            </a:prstGeom>
          </p:spPr>
        </p:pic>
        <p:pic>
          <p:nvPicPr>
            <p:cNvPr id="75" name="Graphic 74">
              <a:extLst>
                <a:ext uri="{FF2B5EF4-FFF2-40B4-BE49-F238E27FC236}">
                  <a16:creationId xmlns:a16="http://schemas.microsoft.com/office/drawing/2014/main" id="{0889AA1C-DE60-76F0-DF74-B6D0CFB28DF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93940"/>
              <a:ext cx="679161" cy="508637"/>
            </a:xfrm>
            <a:prstGeom prst="rect">
              <a:avLst/>
            </a:prstGeom>
          </p:spPr>
        </p:pic>
        <p:pic>
          <p:nvPicPr>
            <p:cNvPr id="76" name="Graphic 75">
              <a:extLst>
                <a:ext uri="{FF2B5EF4-FFF2-40B4-BE49-F238E27FC236}">
                  <a16:creationId xmlns:a16="http://schemas.microsoft.com/office/drawing/2014/main" id="{62E7310B-8C04-C74C-0D65-2D2235524B7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93940"/>
              <a:ext cx="679161" cy="508637"/>
            </a:xfrm>
            <a:prstGeom prst="rect">
              <a:avLst/>
            </a:prstGeom>
          </p:spPr>
        </p:pic>
        <p:pic>
          <p:nvPicPr>
            <p:cNvPr id="77" name="Graphic 76">
              <a:extLst>
                <a:ext uri="{FF2B5EF4-FFF2-40B4-BE49-F238E27FC236}">
                  <a16:creationId xmlns:a16="http://schemas.microsoft.com/office/drawing/2014/main" id="{C7739C02-2941-E3AF-521E-2F3986E2ADE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93940"/>
              <a:ext cx="679161" cy="508637"/>
            </a:xfrm>
            <a:prstGeom prst="rect">
              <a:avLst/>
            </a:prstGeom>
          </p:spPr>
        </p:pic>
        <p:pic>
          <p:nvPicPr>
            <p:cNvPr id="78" name="Graphic 77">
              <a:extLst>
                <a:ext uri="{FF2B5EF4-FFF2-40B4-BE49-F238E27FC236}">
                  <a16:creationId xmlns:a16="http://schemas.microsoft.com/office/drawing/2014/main" id="{B606E472-4187-1A0F-523E-7DA0220A18C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93940"/>
              <a:ext cx="679161" cy="508637"/>
            </a:xfrm>
            <a:prstGeom prst="rect">
              <a:avLst/>
            </a:prstGeom>
          </p:spPr>
        </p:pic>
        <p:pic>
          <p:nvPicPr>
            <p:cNvPr id="79" name="Graphic 78">
              <a:extLst>
                <a:ext uri="{FF2B5EF4-FFF2-40B4-BE49-F238E27FC236}">
                  <a16:creationId xmlns:a16="http://schemas.microsoft.com/office/drawing/2014/main" id="{2AA2707C-19D7-09FE-4249-8A8C038F3D8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93940"/>
              <a:ext cx="679161" cy="508637"/>
            </a:xfrm>
            <a:prstGeom prst="rect">
              <a:avLst/>
            </a:prstGeom>
          </p:spPr>
        </p:pic>
        <p:pic>
          <p:nvPicPr>
            <p:cNvPr id="80" name="Graphic 79">
              <a:extLst>
                <a:ext uri="{FF2B5EF4-FFF2-40B4-BE49-F238E27FC236}">
                  <a16:creationId xmlns:a16="http://schemas.microsoft.com/office/drawing/2014/main" id="{97DC7E07-D9B9-606D-DAD0-0FD83CDB9A4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93940"/>
              <a:ext cx="679161" cy="508637"/>
            </a:xfrm>
            <a:prstGeom prst="rect">
              <a:avLst/>
            </a:prstGeom>
          </p:spPr>
        </p:pic>
        <p:pic>
          <p:nvPicPr>
            <p:cNvPr id="81" name="Graphic 80">
              <a:extLst>
                <a:ext uri="{FF2B5EF4-FFF2-40B4-BE49-F238E27FC236}">
                  <a16:creationId xmlns:a16="http://schemas.microsoft.com/office/drawing/2014/main" id="{165E138C-C542-0E2E-EF61-69F44A13481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93940"/>
              <a:ext cx="679161" cy="508637"/>
            </a:xfrm>
            <a:prstGeom prst="rect">
              <a:avLst/>
            </a:prstGeom>
          </p:spPr>
        </p:pic>
        <p:pic>
          <p:nvPicPr>
            <p:cNvPr id="82" name="Graphic 81">
              <a:extLst>
                <a:ext uri="{FF2B5EF4-FFF2-40B4-BE49-F238E27FC236}">
                  <a16:creationId xmlns:a16="http://schemas.microsoft.com/office/drawing/2014/main" id="{226B90DC-4961-B78E-9111-7CA4F6F4671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93940"/>
              <a:ext cx="679161" cy="508637"/>
            </a:xfrm>
            <a:prstGeom prst="rect">
              <a:avLst/>
            </a:prstGeom>
          </p:spPr>
        </p:pic>
      </p:grpSp>
      <p:pic>
        <p:nvPicPr>
          <p:cNvPr id="9" name="Graphic 8">
            <a:extLst>
              <a:ext uri="{FF2B5EF4-FFF2-40B4-BE49-F238E27FC236}">
                <a16:creationId xmlns:a16="http://schemas.microsoft.com/office/drawing/2014/main" id="{261BC0D1-BFC8-B2CD-9E9E-BE3B757D19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1501" y="6274974"/>
            <a:ext cx="618133" cy="411576"/>
          </a:xfrm>
          <a:prstGeom prst="rect">
            <a:avLst/>
          </a:prstGeom>
        </p:spPr>
      </p:pic>
      <p:sp>
        <p:nvSpPr>
          <p:cNvPr id="86" name="Text Placeholder 4">
            <a:extLst>
              <a:ext uri="{FF2B5EF4-FFF2-40B4-BE49-F238E27FC236}">
                <a16:creationId xmlns:a16="http://schemas.microsoft.com/office/drawing/2014/main" id="{34BA542E-078F-87D0-6E9F-1FB6A2799F03}"/>
              </a:ext>
            </a:extLst>
          </p:cNvPr>
          <p:cNvSpPr>
            <a:spLocks noGrp="1"/>
          </p:cNvSpPr>
          <p:nvPr>
            <p:ph type="body" sz="quarter" idx="12" hasCustomPrompt="1"/>
          </p:nvPr>
        </p:nvSpPr>
        <p:spPr>
          <a:xfrm>
            <a:off x="1939924" y="6400799"/>
            <a:ext cx="9680575" cy="153888"/>
          </a:xfrm>
        </p:spPr>
        <p:txBody>
          <a:bodyPr/>
          <a:lstStyle>
            <a:lvl1pPr marL="0" indent="0">
              <a:buNone/>
              <a:defRPr sz="1000" cap="none" baseline="0"/>
            </a:lvl1pPr>
            <a:lvl2pPr marL="228600" indent="0">
              <a:buNone/>
              <a:defRPr/>
            </a:lvl2pPr>
            <a:lvl3pPr marL="457200" indent="0">
              <a:buNone/>
              <a:defRPr/>
            </a:lvl3pPr>
            <a:lvl4pPr marL="661988" indent="0">
              <a:buNone/>
              <a:defRPr/>
            </a:lvl4pPr>
            <a:lvl5pPr marL="855663" indent="0">
              <a:buNone/>
              <a:defRPr/>
            </a:lvl5pPr>
          </a:lstStyle>
          <a:p>
            <a:pPr lvl="0"/>
            <a:r>
              <a:rPr lang="en-US"/>
              <a:t>Footer</a:t>
            </a:r>
          </a:p>
        </p:txBody>
      </p:sp>
      <p:sp>
        <p:nvSpPr>
          <p:cNvPr id="4" name="Rectangle 3">
            <a:extLst>
              <a:ext uri="{FF2B5EF4-FFF2-40B4-BE49-F238E27FC236}">
                <a16:creationId xmlns:a16="http://schemas.microsoft.com/office/drawing/2014/main" id="{69A6728D-BF2E-5394-7E8C-FA885D15EB3A}"/>
              </a:ext>
            </a:extLst>
          </p:cNvPr>
          <p:cNvSpPr/>
          <p:nvPr/>
        </p:nvSpPr>
        <p:spPr>
          <a:xfrm>
            <a:off x="0" y="2143958"/>
            <a:ext cx="3949700" cy="2911531"/>
          </a:xfrm>
          <a:prstGeom prst="rect">
            <a:avLst/>
          </a:prstGeom>
          <a:solidFill>
            <a:schemeClr val="accent1">
              <a:lumMod val="20000"/>
              <a:lumOff val="80000"/>
            </a:schemeClr>
          </a:solidFill>
          <a:ln w="28575">
            <a:noFill/>
          </a:ln>
        </p:spPr>
        <p:style>
          <a:lnRef idx="1">
            <a:schemeClr val="accent1"/>
          </a:lnRef>
          <a:fillRef idx="0">
            <a:schemeClr val="accent1"/>
          </a:fillRef>
          <a:effectRef idx="0">
            <a:schemeClr val="accent1"/>
          </a:effectRef>
          <a:fontRef idx="minor">
            <a:schemeClr val="tx1"/>
          </a:fontRef>
        </p:style>
        <p:txBody>
          <a:bodyPr wrap="square" lIns="274320" tIns="640080" rtlCol="0" anchor="ctr"/>
          <a:lstStyle/>
          <a:p>
            <a:endParaRPr kumimoji="1" lang="en-US" sz="2200" b="1"/>
          </a:p>
        </p:txBody>
      </p:sp>
      <p:sp>
        <p:nvSpPr>
          <p:cNvPr id="84" name="Rectangle: Rounded Corners 83">
            <a:extLst>
              <a:ext uri="{FF2B5EF4-FFF2-40B4-BE49-F238E27FC236}">
                <a16:creationId xmlns:a16="http://schemas.microsoft.com/office/drawing/2014/main" id="{3369C3A3-365B-C485-7415-629B8F6124CA}"/>
              </a:ext>
            </a:extLst>
          </p:cNvPr>
          <p:cNvSpPr/>
          <p:nvPr/>
        </p:nvSpPr>
        <p:spPr>
          <a:xfrm>
            <a:off x="3664335" y="585788"/>
            <a:ext cx="7695447" cy="233100"/>
          </a:xfrm>
          <a:prstGeom prst="roundRect">
            <a:avLst>
              <a:gd name="adj" fmla="val 50000"/>
            </a:avLst>
          </a:prstGeom>
          <a:gradFill flip="none" rotWithShape="1">
            <a:gsLst>
              <a:gs pos="30000">
                <a:srgbClr val="079FE7"/>
              </a:gs>
              <a:gs pos="70100">
                <a:schemeClr val="accent4"/>
              </a:gs>
              <a:gs pos="0">
                <a:srgbClr val="4ACD87"/>
              </a:gs>
              <a:gs pos="50000">
                <a:schemeClr val="accent1"/>
              </a:gs>
              <a:gs pos="100000">
                <a:srgbClr val="E85CB8"/>
              </a:gs>
            </a:gsLst>
            <a:lin ang="0" scaled="1"/>
            <a:tileRect/>
          </a:gradFill>
          <a:ln w="1328" cap="flat">
            <a:noFill/>
            <a:prstDash val="solid"/>
            <a:miter/>
          </a:ln>
          <a:effectLst>
            <a:outerShdw blurRad="50800" dist="38100" dir="5400000" algn="t" rotWithShape="0">
              <a:prstClr val="black">
                <a:alpha val="2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sz="2000" b="1">
              <a:solidFill>
                <a:schemeClr val="bg1"/>
              </a:solidFill>
            </a:endParaRPr>
          </a:p>
        </p:txBody>
      </p:sp>
      <p:sp>
        <p:nvSpPr>
          <p:cNvPr id="85" name="Rectangle: Rounded Corners 84">
            <a:extLst>
              <a:ext uri="{FF2B5EF4-FFF2-40B4-BE49-F238E27FC236}">
                <a16:creationId xmlns:a16="http://schemas.microsoft.com/office/drawing/2014/main" id="{6527FE6B-F7FD-7984-5794-3D98D97586EA}"/>
              </a:ext>
              <a:ext uri="{C183D7F6-B498-43B3-948B-1728B52AA6E4}">
                <adec:decorative xmlns:adec="http://schemas.microsoft.com/office/drawing/2017/decorative" val="1"/>
              </a:ext>
            </a:extLst>
          </p:cNvPr>
          <p:cNvSpPr>
            <a:spLocks/>
          </p:cNvSpPr>
          <p:nvPr/>
        </p:nvSpPr>
        <p:spPr bwMode="auto">
          <a:xfrm>
            <a:off x="3413125" y="674560"/>
            <a:ext cx="8197865" cy="5464984"/>
          </a:xfrm>
          <a:prstGeom prst="roundRect">
            <a:avLst>
              <a:gd name="adj" fmla="val 3939"/>
            </a:avLst>
          </a:prstGeom>
          <a:solidFill>
            <a:srgbClr val="FFFFFF"/>
          </a:solidFill>
          <a:ln w="12700" cap="flat" cmpd="sng" algn="ctr">
            <a:gradFill flip="none" rotWithShape="1">
              <a:gsLst>
                <a:gs pos="0">
                  <a:srgbClr val="0078D4"/>
                </a:gs>
                <a:gs pos="100000">
                  <a:srgbClr val="C03BC4"/>
                </a:gs>
              </a:gsLst>
              <a:lin ang="2700000" scaled="1"/>
              <a:tileRect/>
            </a:gra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3200">
              <a:latin typeface="+mj-lt"/>
              <a:cs typeface="Segoe Sans Display Semilight" pitchFamily="2" charset="0"/>
            </a:endParaRPr>
          </a:p>
        </p:txBody>
      </p:sp>
      <p:sp>
        <p:nvSpPr>
          <p:cNvPr id="87" name="Title 1">
            <a:extLst>
              <a:ext uri="{FF2B5EF4-FFF2-40B4-BE49-F238E27FC236}">
                <a16:creationId xmlns:a16="http://schemas.microsoft.com/office/drawing/2014/main" id="{51502AB9-2E47-EA2D-CA6C-DE1569B9037F}"/>
              </a:ext>
            </a:extLst>
          </p:cNvPr>
          <p:cNvSpPr>
            <a:spLocks noGrp="1"/>
          </p:cNvSpPr>
          <p:nvPr>
            <p:ph type="title" hasCustomPrompt="1"/>
          </p:nvPr>
        </p:nvSpPr>
        <p:spPr>
          <a:xfrm>
            <a:off x="571500" y="3045726"/>
            <a:ext cx="2551113" cy="1107996"/>
          </a:xfrm>
        </p:spPr>
        <p:txBody>
          <a:bodyPr anchor="ctr"/>
          <a:lstStyle>
            <a:lvl1pPr>
              <a:defRPr sz="3600"/>
            </a:lvl1pPr>
          </a:lstStyle>
          <a:p>
            <a:r>
              <a:rPr lang="en-IN"/>
              <a:t>Click to add title</a:t>
            </a:r>
            <a:endParaRPr lang="en-US"/>
          </a:p>
        </p:txBody>
      </p:sp>
      <p:sp>
        <p:nvSpPr>
          <p:cNvPr id="93" name="Text Placeholder 91">
            <a:extLst>
              <a:ext uri="{FF2B5EF4-FFF2-40B4-BE49-F238E27FC236}">
                <a16:creationId xmlns:a16="http://schemas.microsoft.com/office/drawing/2014/main" id="{F655EA5A-355A-30C6-2E10-3F061D20DB90}"/>
              </a:ext>
            </a:extLst>
          </p:cNvPr>
          <p:cNvSpPr>
            <a:spLocks noGrp="1"/>
          </p:cNvSpPr>
          <p:nvPr>
            <p:ph type="body" sz="quarter" idx="13"/>
          </p:nvPr>
        </p:nvSpPr>
        <p:spPr>
          <a:xfrm>
            <a:off x="3413125" y="674560"/>
            <a:ext cx="8197866" cy="5464984"/>
          </a:xfrm>
          <a:prstGeom prst="roundRect">
            <a:avLst>
              <a:gd name="adj" fmla="val 3954"/>
            </a:avLst>
          </a:prstGeom>
        </p:spPr>
        <p:txBody>
          <a:bodyPr anchor="ctr">
            <a:noAutofit/>
          </a:bodyPr>
          <a:lstStyle>
            <a:lvl1pPr algn="ctr">
              <a:buNone/>
              <a:defRPr lang="en-IN" sz="3200" kern="1200" dirty="0">
                <a:solidFill>
                  <a:schemeClr val="tx1"/>
                </a:solidFill>
                <a:latin typeface="+mj-lt"/>
                <a:ea typeface="+mn-ea"/>
                <a:cs typeface="Segoe Sans Display Semilight" pitchFamily="2" charset="0"/>
              </a:defRPr>
            </a:lvl1pPr>
          </a:lstStyle>
          <a:p>
            <a:pPr lvl="0"/>
            <a:r>
              <a:rPr lang="en-US"/>
              <a:t>Click to edit Master text styles</a:t>
            </a:r>
          </a:p>
        </p:txBody>
      </p:sp>
    </p:spTree>
    <p:extLst>
      <p:ext uri="{BB962C8B-B14F-4D97-AF65-F5344CB8AC3E}">
        <p14:creationId xmlns:p14="http://schemas.microsoft.com/office/powerpoint/2010/main" val="410257913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8">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Video Placeholder Dark">
    <p:bg>
      <p:bgPr>
        <a:solidFill>
          <a:schemeClr val="tx1"/>
        </a:solidFill>
        <a:effectLst/>
      </p:bgPr>
    </p:bg>
    <p:spTree>
      <p:nvGrpSpPr>
        <p:cNvPr id="1" name=""/>
        <p:cNvGrpSpPr/>
        <p:nvPr/>
      </p:nvGrpSpPr>
      <p:grpSpPr>
        <a:xfrm>
          <a:off x="0" y="0"/>
          <a:ext cx="0" cy="0"/>
          <a:chOff x="0" y="0"/>
          <a:chExt cx="0" cy="0"/>
        </a:xfrm>
      </p:grpSpPr>
      <p:grpSp>
        <p:nvGrpSpPr>
          <p:cNvPr id="91" name="Group 90">
            <a:extLst>
              <a:ext uri="{FF2B5EF4-FFF2-40B4-BE49-F238E27FC236}">
                <a16:creationId xmlns:a16="http://schemas.microsoft.com/office/drawing/2014/main" id="{C289BDA8-AE05-465A-D927-8003A4C19158}"/>
              </a:ext>
            </a:extLst>
          </p:cNvPr>
          <p:cNvGrpSpPr/>
          <p:nvPr/>
        </p:nvGrpSpPr>
        <p:grpSpPr>
          <a:xfrm>
            <a:off x="-95560" y="93940"/>
            <a:ext cx="12383120" cy="6723916"/>
            <a:chOff x="452167" y="391518"/>
            <a:chExt cx="11287046" cy="6128759"/>
          </a:xfrm>
          <a:solidFill>
            <a:schemeClr val="tx2">
              <a:alpha val="6000"/>
            </a:schemeClr>
          </a:solidFill>
        </p:grpSpPr>
        <p:pic>
          <p:nvPicPr>
            <p:cNvPr id="93" name="Graphic 92">
              <a:extLst>
                <a:ext uri="{FF2B5EF4-FFF2-40B4-BE49-F238E27FC236}">
                  <a16:creationId xmlns:a16="http://schemas.microsoft.com/office/drawing/2014/main" id="{51271146-A720-F5F7-5309-14A3AAAE070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1390651"/>
              <a:ext cx="619046" cy="463616"/>
            </a:xfrm>
            <a:prstGeom prst="rect">
              <a:avLst/>
            </a:prstGeom>
          </p:spPr>
        </p:pic>
        <p:pic>
          <p:nvPicPr>
            <p:cNvPr id="94" name="Graphic 93">
              <a:extLst>
                <a:ext uri="{FF2B5EF4-FFF2-40B4-BE49-F238E27FC236}">
                  <a16:creationId xmlns:a16="http://schemas.microsoft.com/office/drawing/2014/main" id="{F0A0491B-8702-053E-4D92-47444A34ED3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1390651"/>
              <a:ext cx="619046" cy="463616"/>
            </a:xfrm>
            <a:prstGeom prst="rect">
              <a:avLst/>
            </a:prstGeom>
          </p:spPr>
        </p:pic>
        <p:pic>
          <p:nvPicPr>
            <p:cNvPr id="95" name="Graphic 94">
              <a:extLst>
                <a:ext uri="{FF2B5EF4-FFF2-40B4-BE49-F238E27FC236}">
                  <a16:creationId xmlns:a16="http://schemas.microsoft.com/office/drawing/2014/main" id="{772A71D0-DDEF-073C-149A-620F4573484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1390651"/>
              <a:ext cx="619046" cy="463616"/>
            </a:xfrm>
            <a:prstGeom prst="rect">
              <a:avLst/>
            </a:prstGeom>
          </p:spPr>
        </p:pic>
        <p:pic>
          <p:nvPicPr>
            <p:cNvPr id="96" name="Graphic 95">
              <a:extLst>
                <a:ext uri="{FF2B5EF4-FFF2-40B4-BE49-F238E27FC236}">
                  <a16:creationId xmlns:a16="http://schemas.microsoft.com/office/drawing/2014/main" id="{27BB8295-8447-2AD5-5262-D21A1399047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1390651"/>
              <a:ext cx="619046" cy="463616"/>
            </a:xfrm>
            <a:prstGeom prst="rect">
              <a:avLst/>
            </a:prstGeom>
          </p:spPr>
        </p:pic>
        <p:pic>
          <p:nvPicPr>
            <p:cNvPr id="97" name="Graphic 96">
              <a:extLst>
                <a:ext uri="{FF2B5EF4-FFF2-40B4-BE49-F238E27FC236}">
                  <a16:creationId xmlns:a16="http://schemas.microsoft.com/office/drawing/2014/main" id="{457B314A-825B-6EC9-4D0F-505D2920E66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1390651"/>
              <a:ext cx="619046" cy="463616"/>
            </a:xfrm>
            <a:prstGeom prst="rect">
              <a:avLst/>
            </a:prstGeom>
          </p:spPr>
        </p:pic>
        <p:pic>
          <p:nvPicPr>
            <p:cNvPr id="98" name="Graphic 97">
              <a:extLst>
                <a:ext uri="{FF2B5EF4-FFF2-40B4-BE49-F238E27FC236}">
                  <a16:creationId xmlns:a16="http://schemas.microsoft.com/office/drawing/2014/main" id="{D315D5BC-007E-7428-C2FE-51E5FE42FAD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1390651"/>
              <a:ext cx="619046" cy="463616"/>
            </a:xfrm>
            <a:prstGeom prst="rect">
              <a:avLst/>
            </a:prstGeom>
          </p:spPr>
        </p:pic>
        <p:pic>
          <p:nvPicPr>
            <p:cNvPr id="99" name="Graphic 98">
              <a:extLst>
                <a:ext uri="{FF2B5EF4-FFF2-40B4-BE49-F238E27FC236}">
                  <a16:creationId xmlns:a16="http://schemas.microsoft.com/office/drawing/2014/main" id="{16B7673D-75A5-E738-EE0C-0D77484D90B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1390651"/>
              <a:ext cx="619046" cy="463616"/>
            </a:xfrm>
            <a:prstGeom prst="rect">
              <a:avLst/>
            </a:prstGeom>
          </p:spPr>
        </p:pic>
        <p:pic>
          <p:nvPicPr>
            <p:cNvPr id="100" name="Graphic 99">
              <a:extLst>
                <a:ext uri="{FF2B5EF4-FFF2-40B4-BE49-F238E27FC236}">
                  <a16:creationId xmlns:a16="http://schemas.microsoft.com/office/drawing/2014/main" id="{5DFEE4E3-36E5-93E1-E747-618CA4CE0ED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1390651"/>
              <a:ext cx="619046" cy="463616"/>
            </a:xfrm>
            <a:prstGeom prst="rect">
              <a:avLst/>
            </a:prstGeom>
          </p:spPr>
        </p:pic>
        <p:pic>
          <p:nvPicPr>
            <p:cNvPr id="101" name="Graphic 100">
              <a:extLst>
                <a:ext uri="{FF2B5EF4-FFF2-40B4-BE49-F238E27FC236}">
                  <a16:creationId xmlns:a16="http://schemas.microsoft.com/office/drawing/2014/main" id="{C1062DE9-7DED-8A5F-6589-4AE533464F1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1390651"/>
              <a:ext cx="619046" cy="463616"/>
            </a:xfrm>
            <a:prstGeom prst="rect">
              <a:avLst/>
            </a:prstGeom>
          </p:spPr>
        </p:pic>
        <p:pic>
          <p:nvPicPr>
            <p:cNvPr id="102" name="Graphic 101">
              <a:extLst>
                <a:ext uri="{FF2B5EF4-FFF2-40B4-BE49-F238E27FC236}">
                  <a16:creationId xmlns:a16="http://schemas.microsoft.com/office/drawing/2014/main" id="{9173B12C-EB6A-5E27-1DD6-FF1760B1B0A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1390651"/>
              <a:ext cx="619046" cy="463616"/>
            </a:xfrm>
            <a:prstGeom prst="rect">
              <a:avLst/>
            </a:prstGeom>
          </p:spPr>
        </p:pic>
        <p:pic>
          <p:nvPicPr>
            <p:cNvPr id="103" name="Graphic 102">
              <a:extLst>
                <a:ext uri="{FF2B5EF4-FFF2-40B4-BE49-F238E27FC236}">
                  <a16:creationId xmlns:a16="http://schemas.microsoft.com/office/drawing/2014/main" id="{3BCBDED0-0666-5FA2-D0F0-6E7FE79B0D5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1390651"/>
              <a:ext cx="619046" cy="463616"/>
            </a:xfrm>
            <a:prstGeom prst="rect">
              <a:avLst/>
            </a:prstGeom>
          </p:spPr>
        </p:pic>
        <p:pic>
          <p:nvPicPr>
            <p:cNvPr id="104" name="Graphic 103">
              <a:extLst>
                <a:ext uri="{FF2B5EF4-FFF2-40B4-BE49-F238E27FC236}">
                  <a16:creationId xmlns:a16="http://schemas.microsoft.com/office/drawing/2014/main" id="{696126F5-B863-65AE-CA83-0C0B858FF26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2323853"/>
              <a:ext cx="619046" cy="463616"/>
            </a:xfrm>
            <a:prstGeom prst="rect">
              <a:avLst/>
            </a:prstGeom>
          </p:spPr>
        </p:pic>
        <p:pic>
          <p:nvPicPr>
            <p:cNvPr id="105" name="Graphic 104">
              <a:extLst>
                <a:ext uri="{FF2B5EF4-FFF2-40B4-BE49-F238E27FC236}">
                  <a16:creationId xmlns:a16="http://schemas.microsoft.com/office/drawing/2014/main" id="{64426D73-9C5A-C115-BDD1-5E28875BE0D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2323853"/>
              <a:ext cx="619046" cy="463616"/>
            </a:xfrm>
            <a:prstGeom prst="rect">
              <a:avLst/>
            </a:prstGeom>
          </p:spPr>
        </p:pic>
        <p:pic>
          <p:nvPicPr>
            <p:cNvPr id="106" name="Graphic 105">
              <a:extLst>
                <a:ext uri="{FF2B5EF4-FFF2-40B4-BE49-F238E27FC236}">
                  <a16:creationId xmlns:a16="http://schemas.microsoft.com/office/drawing/2014/main" id="{7096BA35-73EB-A647-8ECC-40D1F5F7415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2323853"/>
              <a:ext cx="619046" cy="463616"/>
            </a:xfrm>
            <a:prstGeom prst="rect">
              <a:avLst/>
            </a:prstGeom>
          </p:spPr>
        </p:pic>
        <p:pic>
          <p:nvPicPr>
            <p:cNvPr id="107" name="Graphic 106">
              <a:extLst>
                <a:ext uri="{FF2B5EF4-FFF2-40B4-BE49-F238E27FC236}">
                  <a16:creationId xmlns:a16="http://schemas.microsoft.com/office/drawing/2014/main" id="{C618A831-92B0-E817-D9EA-33B11FECAA5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2323853"/>
              <a:ext cx="619046" cy="463616"/>
            </a:xfrm>
            <a:prstGeom prst="rect">
              <a:avLst/>
            </a:prstGeom>
          </p:spPr>
        </p:pic>
        <p:pic>
          <p:nvPicPr>
            <p:cNvPr id="108" name="Graphic 107">
              <a:extLst>
                <a:ext uri="{FF2B5EF4-FFF2-40B4-BE49-F238E27FC236}">
                  <a16:creationId xmlns:a16="http://schemas.microsoft.com/office/drawing/2014/main" id="{3FEB6075-0AE3-B9BE-C235-A9F0B10083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2323853"/>
              <a:ext cx="619046" cy="463616"/>
            </a:xfrm>
            <a:prstGeom prst="rect">
              <a:avLst/>
            </a:prstGeom>
          </p:spPr>
        </p:pic>
        <p:pic>
          <p:nvPicPr>
            <p:cNvPr id="109" name="Graphic 108">
              <a:extLst>
                <a:ext uri="{FF2B5EF4-FFF2-40B4-BE49-F238E27FC236}">
                  <a16:creationId xmlns:a16="http://schemas.microsoft.com/office/drawing/2014/main" id="{5BDFF8E7-FE59-7BD0-52DF-62CE6212706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2323853"/>
              <a:ext cx="619046" cy="463616"/>
            </a:xfrm>
            <a:prstGeom prst="rect">
              <a:avLst/>
            </a:prstGeom>
          </p:spPr>
        </p:pic>
        <p:pic>
          <p:nvPicPr>
            <p:cNvPr id="110" name="Graphic 109">
              <a:extLst>
                <a:ext uri="{FF2B5EF4-FFF2-40B4-BE49-F238E27FC236}">
                  <a16:creationId xmlns:a16="http://schemas.microsoft.com/office/drawing/2014/main" id="{22B310AE-7ED0-F95F-EF7D-2B269749B61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2323853"/>
              <a:ext cx="619046" cy="463616"/>
            </a:xfrm>
            <a:prstGeom prst="rect">
              <a:avLst/>
            </a:prstGeom>
          </p:spPr>
        </p:pic>
        <p:pic>
          <p:nvPicPr>
            <p:cNvPr id="111" name="Graphic 110">
              <a:extLst>
                <a:ext uri="{FF2B5EF4-FFF2-40B4-BE49-F238E27FC236}">
                  <a16:creationId xmlns:a16="http://schemas.microsoft.com/office/drawing/2014/main" id="{5B7EE735-9B16-BD1B-F425-D7A31A142E9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2323853"/>
              <a:ext cx="619046" cy="463616"/>
            </a:xfrm>
            <a:prstGeom prst="rect">
              <a:avLst/>
            </a:prstGeom>
          </p:spPr>
        </p:pic>
        <p:pic>
          <p:nvPicPr>
            <p:cNvPr id="112" name="Graphic 111">
              <a:extLst>
                <a:ext uri="{FF2B5EF4-FFF2-40B4-BE49-F238E27FC236}">
                  <a16:creationId xmlns:a16="http://schemas.microsoft.com/office/drawing/2014/main" id="{2EE10B62-987E-2C70-41CA-BC54BCB958B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2323853"/>
              <a:ext cx="619046" cy="463616"/>
            </a:xfrm>
            <a:prstGeom prst="rect">
              <a:avLst/>
            </a:prstGeom>
          </p:spPr>
        </p:pic>
        <p:pic>
          <p:nvPicPr>
            <p:cNvPr id="113" name="Graphic 112">
              <a:extLst>
                <a:ext uri="{FF2B5EF4-FFF2-40B4-BE49-F238E27FC236}">
                  <a16:creationId xmlns:a16="http://schemas.microsoft.com/office/drawing/2014/main" id="{ADD259C6-C62A-A9A3-02AE-B1A98E578CD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2323853"/>
              <a:ext cx="619046" cy="463616"/>
            </a:xfrm>
            <a:prstGeom prst="rect">
              <a:avLst/>
            </a:prstGeom>
          </p:spPr>
        </p:pic>
        <p:pic>
          <p:nvPicPr>
            <p:cNvPr id="114" name="Graphic 113">
              <a:extLst>
                <a:ext uri="{FF2B5EF4-FFF2-40B4-BE49-F238E27FC236}">
                  <a16:creationId xmlns:a16="http://schemas.microsoft.com/office/drawing/2014/main" id="{EF53071A-134D-9E33-CB84-5D7F01B3BC3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2323853"/>
              <a:ext cx="619046" cy="463616"/>
            </a:xfrm>
            <a:prstGeom prst="rect">
              <a:avLst/>
            </a:prstGeom>
          </p:spPr>
        </p:pic>
        <p:pic>
          <p:nvPicPr>
            <p:cNvPr id="115" name="Graphic 114">
              <a:extLst>
                <a:ext uri="{FF2B5EF4-FFF2-40B4-BE49-F238E27FC236}">
                  <a16:creationId xmlns:a16="http://schemas.microsoft.com/office/drawing/2014/main" id="{7D006407-8286-134F-7EAF-96CCABC3132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3257055"/>
              <a:ext cx="619046" cy="463616"/>
            </a:xfrm>
            <a:prstGeom prst="rect">
              <a:avLst/>
            </a:prstGeom>
          </p:spPr>
        </p:pic>
        <p:pic>
          <p:nvPicPr>
            <p:cNvPr id="116" name="Graphic 115">
              <a:extLst>
                <a:ext uri="{FF2B5EF4-FFF2-40B4-BE49-F238E27FC236}">
                  <a16:creationId xmlns:a16="http://schemas.microsoft.com/office/drawing/2014/main" id="{7F7F51C1-E700-9D3A-BEC9-4EBD4ACE590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3257055"/>
              <a:ext cx="619046" cy="463616"/>
            </a:xfrm>
            <a:prstGeom prst="rect">
              <a:avLst/>
            </a:prstGeom>
          </p:spPr>
        </p:pic>
        <p:pic>
          <p:nvPicPr>
            <p:cNvPr id="117" name="Graphic 116">
              <a:extLst>
                <a:ext uri="{FF2B5EF4-FFF2-40B4-BE49-F238E27FC236}">
                  <a16:creationId xmlns:a16="http://schemas.microsoft.com/office/drawing/2014/main" id="{2C7CEE6E-8351-0093-0FAE-B10A1A72701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3257055"/>
              <a:ext cx="619046" cy="463616"/>
            </a:xfrm>
            <a:prstGeom prst="rect">
              <a:avLst/>
            </a:prstGeom>
          </p:spPr>
        </p:pic>
        <p:pic>
          <p:nvPicPr>
            <p:cNvPr id="118" name="Graphic 117">
              <a:extLst>
                <a:ext uri="{FF2B5EF4-FFF2-40B4-BE49-F238E27FC236}">
                  <a16:creationId xmlns:a16="http://schemas.microsoft.com/office/drawing/2014/main" id="{DD80ACCB-69E3-FAFE-B6EB-646A99EB33C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3257055"/>
              <a:ext cx="619046" cy="463616"/>
            </a:xfrm>
            <a:prstGeom prst="rect">
              <a:avLst/>
            </a:prstGeom>
          </p:spPr>
        </p:pic>
        <p:pic>
          <p:nvPicPr>
            <p:cNvPr id="119" name="Graphic 118">
              <a:extLst>
                <a:ext uri="{FF2B5EF4-FFF2-40B4-BE49-F238E27FC236}">
                  <a16:creationId xmlns:a16="http://schemas.microsoft.com/office/drawing/2014/main" id="{95C977F1-B9CB-EC26-2A1D-B4C0B2329AA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3257055"/>
              <a:ext cx="619046" cy="463616"/>
            </a:xfrm>
            <a:prstGeom prst="rect">
              <a:avLst/>
            </a:prstGeom>
          </p:spPr>
        </p:pic>
        <p:pic>
          <p:nvPicPr>
            <p:cNvPr id="120" name="Graphic 119">
              <a:extLst>
                <a:ext uri="{FF2B5EF4-FFF2-40B4-BE49-F238E27FC236}">
                  <a16:creationId xmlns:a16="http://schemas.microsoft.com/office/drawing/2014/main" id="{E43EF566-4B70-3481-2A65-B614F8ABF57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3257055"/>
              <a:ext cx="619046" cy="463616"/>
            </a:xfrm>
            <a:prstGeom prst="rect">
              <a:avLst/>
            </a:prstGeom>
          </p:spPr>
        </p:pic>
        <p:pic>
          <p:nvPicPr>
            <p:cNvPr id="121" name="Graphic 120">
              <a:extLst>
                <a:ext uri="{FF2B5EF4-FFF2-40B4-BE49-F238E27FC236}">
                  <a16:creationId xmlns:a16="http://schemas.microsoft.com/office/drawing/2014/main" id="{A85F7A39-41E8-2B6E-55AE-8253500BB3E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3257055"/>
              <a:ext cx="619046" cy="463616"/>
            </a:xfrm>
            <a:prstGeom prst="rect">
              <a:avLst/>
            </a:prstGeom>
          </p:spPr>
        </p:pic>
        <p:pic>
          <p:nvPicPr>
            <p:cNvPr id="122" name="Graphic 121">
              <a:extLst>
                <a:ext uri="{FF2B5EF4-FFF2-40B4-BE49-F238E27FC236}">
                  <a16:creationId xmlns:a16="http://schemas.microsoft.com/office/drawing/2014/main" id="{E465F854-25F1-8E8D-D094-91874864147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3257055"/>
              <a:ext cx="619046" cy="463616"/>
            </a:xfrm>
            <a:prstGeom prst="rect">
              <a:avLst/>
            </a:prstGeom>
          </p:spPr>
        </p:pic>
        <p:pic>
          <p:nvPicPr>
            <p:cNvPr id="123" name="Graphic 122">
              <a:extLst>
                <a:ext uri="{FF2B5EF4-FFF2-40B4-BE49-F238E27FC236}">
                  <a16:creationId xmlns:a16="http://schemas.microsoft.com/office/drawing/2014/main" id="{C87578C3-0ACF-36E0-458A-83C73872B96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3257055"/>
              <a:ext cx="619046" cy="463616"/>
            </a:xfrm>
            <a:prstGeom prst="rect">
              <a:avLst/>
            </a:prstGeom>
          </p:spPr>
        </p:pic>
        <p:pic>
          <p:nvPicPr>
            <p:cNvPr id="124" name="Graphic 123">
              <a:extLst>
                <a:ext uri="{FF2B5EF4-FFF2-40B4-BE49-F238E27FC236}">
                  <a16:creationId xmlns:a16="http://schemas.microsoft.com/office/drawing/2014/main" id="{DF7205A4-27E3-3E32-76F1-59AC7544AF8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3257055"/>
              <a:ext cx="619046" cy="463616"/>
            </a:xfrm>
            <a:prstGeom prst="rect">
              <a:avLst/>
            </a:prstGeom>
          </p:spPr>
        </p:pic>
        <p:pic>
          <p:nvPicPr>
            <p:cNvPr id="125" name="Graphic 124">
              <a:extLst>
                <a:ext uri="{FF2B5EF4-FFF2-40B4-BE49-F238E27FC236}">
                  <a16:creationId xmlns:a16="http://schemas.microsoft.com/office/drawing/2014/main" id="{27708C50-2296-0793-6A8E-C531E6A552D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3257055"/>
              <a:ext cx="619046" cy="463616"/>
            </a:xfrm>
            <a:prstGeom prst="rect">
              <a:avLst/>
            </a:prstGeom>
          </p:spPr>
        </p:pic>
        <p:pic>
          <p:nvPicPr>
            <p:cNvPr id="126" name="Graphic 125">
              <a:extLst>
                <a:ext uri="{FF2B5EF4-FFF2-40B4-BE49-F238E27FC236}">
                  <a16:creationId xmlns:a16="http://schemas.microsoft.com/office/drawing/2014/main" id="{93CE4094-ED91-DBBC-E4D0-F1DFE6B0858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4190257"/>
              <a:ext cx="619046" cy="463616"/>
            </a:xfrm>
            <a:prstGeom prst="rect">
              <a:avLst/>
            </a:prstGeom>
          </p:spPr>
        </p:pic>
        <p:pic>
          <p:nvPicPr>
            <p:cNvPr id="127" name="Graphic 126">
              <a:extLst>
                <a:ext uri="{FF2B5EF4-FFF2-40B4-BE49-F238E27FC236}">
                  <a16:creationId xmlns:a16="http://schemas.microsoft.com/office/drawing/2014/main" id="{FACDFB34-9AE0-C0F7-AE67-912879AD353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4190257"/>
              <a:ext cx="619046" cy="463616"/>
            </a:xfrm>
            <a:prstGeom prst="rect">
              <a:avLst/>
            </a:prstGeom>
          </p:spPr>
        </p:pic>
        <p:pic>
          <p:nvPicPr>
            <p:cNvPr id="128" name="Graphic 127">
              <a:extLst>
                <a:ext uri="{FF2B5EF4-FFF2-40B4-BE49-F238E27FC236}">
                  <a16:creationId xmlns:a16="http://schemas.microsoft.com/office/drawing/2014/main" id="{97C77130-CB9A-FF7F-4311-94C17E839E6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4190257"/>
              <a:ext cx="619046" cy="463616"/>
            </a:xfrm>
            <a:prstGeom prst="rect">
              <a:avLst/>
            </a:prstGeom>
          </p:spPr>
        </p:pic>
        <p:pic>
          <p:nvPicPr>
            <p:cNvPr id="129" name="Graphic 128">
              <a:extLst>
                <a:ext uri="{FF2B5EF4-FFF2-40B4-BE49-F238E27FC236}">
                  <a16:creationId xmlns:a16="http://schemas.microsoft.com/office/drawing/2014/main" id="{61289BFA-5B57-5F63-51E1-8983E80B4D4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4190257"/>
              <a:ext cx="619046" cy="463616"/>
            </a:xfrm>
            <a:prstGeom prst="rect">
              <a:avLst/>
            </a:prstGeom>
          </p:spPr>
        </p:pic>
        <p:pic>
          <p:nvPicPr>
            <p:cNvPr id="130" name="Graphic 129">
              <a:extLst>
                <a:ext uri="{FF2B5EF4-FFF2-40B4-BE49-F238E27FC236}">
                  <a16:creationId xmlns:a16="http://schemas.microsoft.com/office/drawing/2014/main" id="{C912381E-53FF-9A88-EA64-DF54E694534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4190257"/>
              <a:ext cx="619046" cy="463616"/>
            </a:xfrm>
            <a:prstGeom prst="rect">
              <a:avLst/>
            </a:prstGeom>
          </p:spPr>
        </p:pic>
        <p:pic>
          <p:nvPicPr>
            <p:cNvPr id="131" name="Graphic 130">
              <a:extLst>
                <a:ext uri="{FF2B5EF4-FFF2-40B4-BE49-F238E27FC236}">
                  <a16:creationId xmlns:a16="http://schemas.microsoft.com/office/drawing/2014/main" id="{A929F245-7E47-B740-2C32-298D68847DB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4190257"/>
              <a:ext cx="619046" cy="463616"/>
            </a:xfrm>
            <a:prstGeom prst="rect">
              <a:avLst/>
            </a:prstGeom>
          </p:spPr>
        </p:pic>
        <p:pic>
          <p:nvPicPr>
            <p:cNvPr id="132" name="Graphic 131">
              <a:extLst>
                <a:ext uri="{FF2B5EF4-FFF2-40B4-BE49-F238E27FC236}">
                  <a16:creationId xmlns:a16="http://schemas.microsoft.com/office/drawing/2014/main" id="{D559F7B9-4336-AC23-3EC8-97837F016BA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4190257"/>
              <a:ext cx="619046" cy="463616"/>
            </a:xfrm>
            <a:prstGeom prst="rect">
              <a:avLst/>
            </a:prstGeom>
          </p:spPr>
        </p:pic>
        <p:pic>
          <p:nvPicPr>
            <p:cNvPr id="133" name="Graphic 132">
              <a:extLst>
                <a:ext uri="{FF2B5EF4-FFF2-40B4-BE49-F238E27FC236}">
                  <a16:creationId xmlns:a16="http://schemas.microsoft.com/office/drawing/2014/main" id="{787E662B-03CA-A26E-E844-CD4A307C33E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4190257"/>
              <a:ext cx="619046" cy="463616"/>
            </a:xfrm>
            <a:prstGeom prst="rect">
              <a:avLst/>
            </a:prstGeom>
          </p:spPr>
        </p:pic>
        <p:pic>
          <p:nvPicPr>
            <p:cNvPr id="134" name="Graphic 133">
              <a:extLst>
                <a:ext uri="{FF2B5EF4-FFF2-40B4-BE49-F238E27FC236}">
                  <a16:creationId xmlns:a16="http://schemas.microsoft.com/office/drawing/2014/main" id="{696DF9E9-CCE6-C869-F6A3-8EE58129A9D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4190257"/>
              <a:ext cx="619046" cy="463616"/>
            </a:xfrm>
            <a:prstGeom prst="rect">
              <a:avLst/>
            </a:prstGeom>
          </p:spPr>
        </p:pic>
        <p:pic>
          <p:nvPicPr>
            <p:cNvPr id="135" name="Graphic 134">
              <a:extLst>
                <a:ext uri="{FF2B5EF4-FFF2-40B4-BE49-F238E27FC236}">
                  <a16:creationId xmlns:a16="http://schemas.microsoft.com/office/drawing/2014/main" id="{DB40A343-F49A-9FB6-104C-0DA5A332AE4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4190257"/>
              <a:ext cx="619046" cy="463616"/>
            </a:xfrm>
            <a:prstGeom prst="rect">
              <a:avLst/>
            </a:prstGeom>
          </p:spPr>
        </p:pic>
        <p:pic>
          <p:nvPicPr>
            <p:cNvPr id="136" name="Graphic 135">
              <a:extLst>
                <a:ext uri="{FF2B5EF4-FFF2-40B4-BE49-F238E27FC236}">
                  <a16:creationId xmlns:a16="http://schemas.microsoft.com/office/drawing/2014/main" id="{1850935A-B00F-B1A4-0612-09A3FAEEF2B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4190257"/>
              <a:ext cx="619046" cy="463616"/>
            </a:xfrm>
            <a:prstGeom prst="rect">
              <a:avLst/>
            </a:prstGeom>
          </p:spPr>
        </p:pic>
        <p:pic>
          <p:nvPicPr>
            <p:cNvPr id="137" name="Graphic 136">
              <a:extLst>
                <a:ext uri="{FF2B5EF4-FFF2-40B4-BE49-F238E27FC236}">
                  <a16:creationId xmlns:a16="http://schemas.microsoft.com/office/drawing/2014/main" id="{3A2A0E0F-E4E3-53C6-F54E-01740761AC6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5123459"/>
              <a:ext cx="619046" cy="463616"/>
            </a:xfrm>
            <a:prstGeom prst="rect">
              <a:avLst/>
            </a:prstGeom>
          </p:spPr>
        </p:pic>
        <p:pic>
          <p:nvPicPr>
            <p:cNvPr id="138" name="Graphic 137">
              <a:extLst>
                <a:ext uri="{FF2B5EF4-FFF2-40B4-BE49-F238E27FC236}">
                  <a16:creationId xmlns:a16="http://schemas.microsoft.com/office/drawing/2014/main" id="{096576FE-6FC6-98C1-B32A-699FAC4ED02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5123459"/>
              <a:ext cx="619046" cy="463616"/>
            </a:xfrm>
            <a:prstGeom prst="rect">
              <a:avLst/>
            </a:prstGeom>
          </p:spPr>
        </p:pic>
        <p:pic>
          <p:nvPicPr>
            <p:cNvPr id="139" name="Graphic 138">
              <a:extLst>
                <a:ext uri="{FF2B5EF4-FFF2-40B4-BE49-F238E27FC236}">
                  <a16:creationId xmlns:a16="http://schemas.microsoft.com/office/drawing/2014/main" id="{D922AB90-50E3-248C-901B-76946FD44A5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5123459"/>
              <a:ext cx="619046" cy="463616"/>
            </a:xfrm>
            <a:prstGeom prst="rect">
              <a:avLst/>
            </a:prstGeom>
          </p:spPr>
        </p:pic>
        <p:pic>
          <p:nvPicPr>
            <p:cNvPr id="140" name="Graphic 139">
              <a:extLst>
                <a:ext uri="{FF2B5EF4-FFF2-40B4-BE49-F238E27FC236}">
                  <a16:creationId xmlns:a16="http://schemas.microsoft.com/office/drawing/2014/main" id="{6D2FEB20-AECC-48D8-0A88-2E859E5A30E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5123459"/>
              <a:ext cx="619046" cy="463616"/>
            </a:xfrm>
            <a:prstGeom prst="rect">
              <a:avLst/>
            </a:prstGeom>
          </p:spPr>
        </p:pic>
        <p:pic>
          <p:nvPicPr>
            <p:cNvPr id="141" name="Graphic 140">
              <a:extLst>
                <a:ext uri="{FF2B5EF4-FFF2-40B4-BE49-F238E27FC236}">
                  <a16:creationId xmlns:a16="http://schemas.microsoft.com/office/drawing/2014/main" id="{F01D2A6D-74C8-80D6-90E4-A428F280097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5123459"/>
              <a:ext cx="619046" cy="463616"/>
            </a:xfrm>
            <a:prstGeom prst="rect">
              <a:avLst/>
            </a:prstGeom>
          </p:spPr>
        </p:pic>
        <p:pic>
          <p:nvPicPr>
            <p:cNvPr id="142" name="Graphic 141">
              <a:extLst>
                <a:ext uri="{FF2B5EF4-FFF2-40B4-BE49-F238E27FC236}">
                  <a16:creationId xmlns:a16="http://schemas.microsoft.com/office/drawing/2014/main" id="{5E1171A4-3933-9DE5-F03E-CE9A6412650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5123459"/>
              <a:ext cx="619046" cy="463616"/>
            </a:xfrm>
            <a:prstGeom prst="rect">
              <a:avLst/>
            </a:prstGeom>
          </p:spPr>
        </p:pic>
        <p:pic>
          <p:nvPicPr>
            <p:cNvPr id="143" name="Graphic 142">
              <a:extLst>
                <a:ext uri="{FF2B5EF4-FFF2-40B4-BE49-F238E27FC236}">
                  <a16:creationId xmlns:a16="http://schemas.microsoft.com/office/drawing/2014/main" id="{68DAD945-383E-14C9-FFEA-DE0488BD0C4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5123459"/>
              <a:ext cx="619046" cy="463616"/>
            </a:xfrm>
            <a:prstGeom prst="rect">
              <a:avLst/>
            </a:prstGeom>
          </p:spPr>
        </p:pic>
        <p:pic>
          <p:nvPicPr>
            <p:cNvPr id="144" name="Graphic 143">
              <a:extLst>
                <a:ext uri="{FF2B5EF4-FFF2-40B4-BE49-F238E27FC236}">
                  <a16:creationId xmlns:a16="http://schemas.microsoft.com/office/drawing/2014/main" id="{56FB7F16-7009-FC6E-F135-2D0B267AE08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5123459"/>
              <a:ext cx="619046" cy="463616"/>
            </a:xfrm>
            <a:prstGeom prst="rect">
              <a:avLst/>
            </a:prstGeom>
          </p:spPr>
        </p:pic>
        <p:pic>
          <p:nvPicPr>
            <p:cNvPr id="145" name="Graphic 144">
              <a:extLst>
                <a:ext uri="{FF2B5EF4-FFF2-40B4-BE49-F238E27FC236}">
                  <a16:creationId xmlns:a16="http://schemas.microsoft.com/office/drawing/2014/main" id="{55D5F3FF-FABB-334A-1DB9-CD1B95F71F5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5123459"/>
              <a:ext cx="619046" cy="463616"/>
            </a:xfrm>
            <a:prstGeom prst="rect">
              <a:avLst/>
            </a:prstGeom>
          </p:spPr>
        </p:pic>
        <p:pic>
          <p:nvPicPr>
            <p:cNvPr id="146" name="Graphic 145">
              <a:extLst>
                <a:ext uri="{FF2B5EF4-FFF2-40B4-BE49-F238E27FC236}">
                  <a16:creationId xmlns:a16="http://schemas.microsoft.com/office/drawing/2014/main" id="{7217D149-C129-ABF8-B1D2-71B2D81657A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5123459"/>
              <a:ext cx="619046" cy="463616"/>
            </a:xfrm>
            <a:prstGeom prst="rect">
              <a:avLst/>
            </a:prstGeom>
          </p:spPr>
        </p:pic>
        <p:pic>
          <p:nvPicPr>
            <p:cNvPr id="147" name="Graphic 146">
              <a:extLst>
                <a:ext uri="{FF2B5EF4-FFF2-40B4-BE49-F238E27FC236}">
                  <a16:creationId xmlns:a16="http://schemas.microsoft.com/office/drawing/2014/main" id="{EBDD5F09-BBFB-E8BA-FB30-18101553AF0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5123459"/>
              <a:ext cx="619046" cy="463616"/>
            </a:xfrm>
            <a:prstGeom prst="rect">
              <a:avLst/>
            </a:prstGeom>
          </p:spPr>
        </p:pic>
        <p:pic>
          <p:nvPicPr>
            <p:cNvPr id="148" name="Graphic 147">
              <a:extLst>
                <a:ext uri="{FF2B5EF4-FFF2-40B4-BE49-F238E27FC236}">
                  <a16:creationId xmlns:a16="http://schemas.microsoft.com/office/drawing/2014/main" id="{3A973163-6601-0272-C82E-52A01A9B5C9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6056661"/>
              <a:ext cx="619046" cy="463616"/>
            </a:xfrm>
            <a:prstGeom prst="rect">
              <a:avLst/>
            </a:prstGeom>
          </p:spPr>
        </p:pic>
        <p:pic>
          <p:nvPicPr>
            <p:cNvPr id="149" name="Graphic 148">
              <a:extLst>
                <a:ext uri="{FF2B5EF4-FFF2-40B4-BE49-F238E27FC236}">
                  <a16:creationId xmlns:a16="http://schemas.microsoft.com/office/drawing/2014/main" id="{DA8145E6-7634-6B07-083A-0901701C6F1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6056661"/>
              <a:ext cx="619046" cy="463616"/>
            </a:xfrm>
            <a:prstGeom prst="rect">
              <a:avLst/>
            </a:prstGeom>
          </p:spPr>
        </p:pic>
        <p:pic>
          <p:nvPicPr>
            <p:cNvPr id="150" name="Graphic 149">
              <a:extLst>
                <a:ext uri="{FF2B5EF4-FFF2-40B4-BE49-F238E27FC236}">
                  <a16:creationId xmlns:a16="http://schemas.microsoft.com/office/drawing/2014/main" id="{6DD4A9C1-D612-5564-B1EF-4F9246E44B5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6056661"/>
              <a:ext cx="619046" cy="463616"/>
            </a:xfrm>
            <a:prstGeom prst="rect">
              <a:avLst/>
            </a:prstGeom>
          </p:spPr>
        </p:pic>
        <p:pic>
          <p:nvPicPr>
            <p:cNvPr id="151" name="Graphic 150">
              <a:extLst>
                <a:ext uri="{FF2B5EF4-FFF2-40B4-BE49-F238E27FC236}">
                  <a16:creationId xmlns:a16="http://schemas.microsoft.com/office/drawing/2014/main" id="{3603A4EA-8ADA-8F5C-8A92-5E6B76AC556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6056661"/>
              <a:ext cx="619046" cy="463616"/>
            </a:xfrm>
            <a:prstGeom prst="rect">
              <a:avLst/>
            </a:prstGeom>
          </p:spPr>
        </p:pic>
        <p:pic>
          <p:nvPicPr>
            <p:cNvPr id="152" name="Graphic 151">
              <a:extLst>
                <a:ext uri="{FF2B5EF4-FFF2-40B4-BE49-F238E27FC236}">
                  <a16:creationId xmlns:a16="http://schemas.microsoft.com/office/drawing/2014/main" id="{F87C56C0-CCE3-784B-FF01-274FBD068D4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6056661"/>
              <a:ext cx="619046" cy="463616"/>
            </a:xfrm>
            <a:prstGeom prst="rect">
              <a:avLst/>
            </a:prstGeom>
          </p:spPr>
        </p:pic>
        <p:pic>
          <p:nvPicPr>
            <p:cNvPr id="153" name="Graphic 152">
              <a:extLst>
                <a:ext uri="{FF2B5EF4-FFF2-40B4-BE49-F238E27FC236}">
                  <a16:creationId xmlns:a16="http://schemas.microsoft.com/office/drawing/2014/main" id="{E4A6830A-3B25-9443-143F-8D1AADEB226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6056661"/>
              <a:ext cx="619046" cy="463616"/>
            </a:xfrm>
            <a:prstGeom prst="rect">
              <a:avLst/>
            </a:prstGeom>
          </p:spPr>
        </p:pic>
        <p:pic>
          <p:nvPicPr>
            <p:cNvPr id="154" name="Graphic 153">
              <a:extLst>
                <a:ext uri="{FF2B5EF4-FFF2-40B4-BE49-F238E27FC236}">
                  <a16:creationId xmlns:a16="http://schemas.microsoft.com/office/drawing/2014/main" id="{EFD9DA72-BEB8-6C7A-CABB-E9D08002252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6056661"/>
              <a:ext cx="619046" cy="463616"/>
            </a:xfrm>
            <a:prstGeom prst="rect">
              <a:avLst/>
            </a:prstGeom>
          </p:spPr>
        </p:pic>
        <p:pic>
          <p:nvPicPr>
            <p:cNvPr id="155" name="Graphic 154">
              <a:extLst>
                <a:ext uri="{FF2B5EF4-FFF2-40B4-BE49-F238E27FC236}">
                  <a16:creationId xmlns:a16="http://schemas.microsoft.com/office/drawing/2014/main" id="{D950A5FE-9089-7A81-BF92-83C2619AE7F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6056661"/>
              <a:ext cx="619046" cy="463616"/>
            </a:xfrm>
            <a:prstGeom prst="rect">
              <a:avLst/>
            </a:prstGeom>
          </p:spPr>
        </p:pic>
        <p:pic>
          <p:nvPicPr>
            <p:cNvPr id="156" name="Graphic 155">
              <a:extLst>
                <a:ext uri="{FF2B5EF4-FFF2-40B4-BE49-F238E27FC236}">
                  <a16:creationId xmlns:a16="http://schemas.microsoft.com/office/drawing/2014/main" id="{51B95470-89B3-98E7-BFCC-9005150CB8B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6056661"/>
              <a:ext cx="619046" cy="463616"/>
            </a:xfrm>
            <a:prstGeom prst="rect">
              <a:avLst/>
            </a:prstGeom>
          </p:spPr>
        </p:pic>
        <p:pic>
          <p:nvPicPr>
            <p:cNvPr id="157" name="Graphic 156">
              <a:extLst>
                <a:ext uri="{FF2B5EF4-FFF2-40B4-BE49-F238E27FC236}">
                  <a16:creationId xmlns:a16="http://schemas.microsoft.com/office/drawing/2014/main" id="{A1AB6AA7-C169-3DD8-2437-491025428F3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6056661"/>
              <a:ext cx="619046" cy="463616"/>
            </a:xfrm>
            <a:prstGeom prst="rect">
              <a:avLst/>
            </a:prstGeom>
          </p:spPr>
        </p:pic>
        <p:pic>
          <p:nvPicPr>
            <p:cNvPr id="158" name="Graphic 157">
              <a:extLst>
                <a:ext uri="{FF2B5EF4-FFF2-40B4-BE49-F238E27FC236}">
                  <a16:creationId xmlns:a16="http://schemas.microsoft.com/office/drawing/2014/main" id="{E46B3A36-FF99-3BE9-9CA1-77A7258C2B4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6056661"/>
              <a:ext cx="619046" cy="463616"/>
            </a:xfrm>
            <a:prstGeom prst="rect">
              <a:avLst/>
            </a:prstGeom>
          </p:spPr>
        </p:pic>
        <p:pic>
          <p:nvPicPr>
            <p:cNvPr id="159" name="Graphic 158">
              <a:extLst>
                <a:ext uri="{FF2B5EF4-FFF2-40B4-BE49-F238E27FC236}">
                  <a16:creationId xmlns:a16="http://schemas.microsoft.com/office/drawing/2014/main" id="{042B3C9A-77BD-9739-D48D-231F94638BC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391518"/>
              <a:ext cx="619046" cy="463616"/>
            </a:xfrm>
            <a:prstGeom prst="rect">
              <a:avLst/>
            </a:prstGeom>
          </p:spPr>
        </p:pic>
        <p:pic>
          <p:nvPicPr>
            <p:cNvPr id="160" name="Graphic 159">
              <a:extLst>
                <a:ext uri="{FF2B5EF4-FFF2-40B4-BE49-F238E27FC236}">
                  <a16:creationId xmlns:a16="http://schemas.microsoft.com/office/drawing/2014/main" id="{9AF0CC20-8933-9D0E-229D-A58829CDA82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391518"/>
              <a:ext cx="619046" cy="463616"/>
            </a:xfrm>
            <a:prstGeom prst="rect">
              <a:avLst/>
            </a:prstGeom>
          </p:spPr>
        </p:pic>
        <p:pic>
          <p:nvPicPr>
            <p:cNvPr id="161" name="Graphic 160">
              <a:extLst>
                <a:ext uri="{FF2B5EF4-FFF2-40B4-BE49-F238E27FC236}">
                  <a16:creationId xmlns:a16="http://schemas.microsoft.com/office/drawing/2014/main" id="{9CBC48C5-359C-E0DA-5871-2A4785303C1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391518"/>
              <a:ext cx="619046" cy="463616"/>
            </a:xfrm>
            <a:prstGeom prst="rect">
              <a:avLst/>
            </a:prstGeom>
          </p:spPr>
        </p:pic>
        <p:pic>
          <p:nvPicPr>
            <p:cNvPr id="162" name="Graphic 161">
              <a:extLst>
                <a:ext uri="{FF2B5EF4-FFF2-40B4-BE49-F238E27FC236}">
                  <a16:creationId xmlns:a16="http://schemas.microsoft.com/office/drawing/2014/main" id="{528094D2-7FB2-F763-A81D-3C2DFC56E16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391518"/>
              <a:ext cx="619046" cy="463616"/>
            </a:xfrm>
            <a:prstGeom prst="rect">
              <a:avLst/>
            </a:prstGeom>
          </p:spPr>
        </p:pic>
        <p:pic>
          <p:nvPicPr>
            <p:cNvPr id="163" name="Graphic 162">
              <a:extLst>
                <a:ext uri="{FF2B5EF4-FFF2-40B4-BE49-F238E27FC236}">
                  <a16:creationId xmlns:a16="http://schemas.microsoft.com/office/drawing/2014/main" id="{AAAA7198-1AD7-2B7E-2A2F-21D7A2FF58C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391518"/>
              <a:ext cx="619046" cy="463616"/>
            </a:xfrm>
            <a:prstGeom prst="rect">
              <a:avLst/>
            </a:prstGeom>
          </p:spPr>
        </p:pic>
        <p:pic>
          <p:nvPicPr>
            <p:cNvPr id="164" name="Graphic 163">
              <a:extLst>
                <a:ext uri="{FF2B5EF4-FFF2-40B4-BE49-F238E27FC236}">
                  <a16:creationId xmlns:a16="http://schemas.microsoft.com/office/drawing/2014/main" id="{7E4D38FB-7E9A-6873-FFDE-2A0474C0B2D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391518"/>
              <a:ext cx="619046" cy="463616"/>
            </a:xfrm>
            <a:prstGeom prst="rect">
              <a:avLst/>
            </a:prstGeom>
          </p:spPr>
        </p:pic>
        <p:pic>
          <p:nvPicPr>
            <p:cNvPr id="165" name="Graphic 164">
              <a:extLst>
                <a:ext uri="{FF2B5EF4-FFF2-40B4-BE49-F238E27FC236}">
                  <a16:creationId xmlns:a16="http://schemas.microsoft.com/office/drawing/2014/main" id="{D0B67628-467B-58B3-1CD5-2014F7310E2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391518"/>
              <a:ext cx="619046" cy="463616"/>
            </a:xfrm>
            <a:prstGeom prst="rect">
              <a:avLst/>
            </a:prstGeom>
          </p:spPr>
        </p:pic>
        <p:pic>
          <p:nvPicPr>
            <p:cNvPr id="166" name="Graphic 165">
              <a:extLst>
                <a:ext uri="{FF2B5EF4-FFF2-40B4-BE49-F238E27FC236}">
                  <a16:creationId xmlns:a16="http://schemas.microsoft.com/office/drawing/2014/main" id="{65E798F5-B08E-5AA7-1B9E-B1861BDB2B1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391518"/>
              <a:ext cx="619046" cy="463616"/>
            </a:xfrm>
            <a:prstGeom prst="rect">
              <a:avLst/>
            </a:prstGeom>
          </p:spPr>
        </p:pic>
        <p:pic>
          <p:nvPicPr>
            <p:cNvPr id="167" name="Graphic 166">
              <a:extLst>
                <a:ext uri="{FF2B5EF4-FFF2-40B4-BE49-F238E27FC236}">
                  <a16:creationId xmlns:a16="http://schemas.microsoft.com/office/drawing/2014/main" id="{459599DC-0DC0-121D-3685-6885F78361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391518"/>
              <a:ext cx="619046" cy="463616"/>
            </a:xfrm>
            <a:prstGeom prst="rect">
              <a:avLst/>
            </a:prstGeom>
          </p:spPr>
        </p:pic>
        <p:pic>
          <p:nvPicPr>
            <p:cNvPr id="168" name="Graphic 167">
              <a:extLst>
                <a:ext uri="{FF2B5EF4-FFF2-40B4-BE49-F238E27FC236}">
                  <a16:creationId xmlns:a16="http://schemas.microsoft.com/office/drawing/2014/main" id="{EFBB3C6E-CE0E-A4BB-4C9B-32B8011A454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391518"/>
              <a:ext cx="619046" cy="463616"/>
            </a:xfrm>
            <a:prstGeom prst="rect">
              <a:avLst/>
            </a:prstGeom>
          </p:spPr>
        </p:pic>
        <p:pic>
          <p:nvPicPr>
            <p:cNvPr id="169" name="Graphic 168">
              <a:extLst>
                <a:ext uri="{FF2B5EF4-FFF2-40B4-BE49-F238E27FC236}">
                  <a16:creationId xmlns:a16="http://schemas.microsoft.com/office/drawing/2014/main" id="{59A6370A-8F6F-DD5F-6B87-3A2F71828CC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391518"/>
              <a:ext cx="619046" cy="463616"/>
            </a:xfrm>
            <a:prstGeom prst="rect">
              <a:avLst/>
            </a:prstGeom>
          </p:spPr>
        </p:pic>
      </p:grpSp>
      <p:sp>
        <p:nvSpPr>
          <p:cNvPr id="2" name="Rectangle 1">
            <a:extLst>
              <a:ext uri="{FF2B5EF4-FFF2-40B4-BE49-F238E27FC236}">
                <a16:creationId xmlns:a16="http://schemas.microsoft.com/office/drawing/2014/main" id="{79A7384F-1D66-4CA0-3C56-8BC737654976}"/>
              </a:ext>
            </a:extLst>
          </p:cNvPr>
          <p:cNvSpPr>
            <a:spLocks/>
          </p:cNvSpPr>
          <p:nvPr/>
        </p:nvSpPr>
        <p:spPr>
          <a:xfrm>
            <a:off x="0" y="2143958"/>
            <a:ext cx="3949700" cy="2911531"/>
          </a:xfrm>
          <a:prstGeom prst="rect">
            <a:avLst/>
          </a:prstGeom>
          <a:solidFill>
            <a:schemeClr val="accent1">
              <a:alpha val="24000"/>
            </a:schemeClr>
          </a:solidFill>
          <a:ln w="1328" cap="flat">
            <a:noFill/>
            <a:prstDash val="solid"/>
            <a:miter/>
          </a:ln>
          <a:effectLst>
            <a:outerShdw blurRad="50800" dist="38100" dir="5400000" algn="t" rotWithShape="0">
              <a:prstClr val="black">
                <a:alpha val="2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sz="3200" b="1">
              <a:solidFill>
                <a:schemeClr val="bg1"/>
              </a:solidFill>
            </a:endParaRPr>
          </a:p>
        </p:txBody>
      </p:sp>
      <p:sp>
        <p:nvSpPr>
          <p:cNvPr id="84" name="Rectangle: Rounded Corners 83">
            <a:extLst>
              <a:ext uri="{FF2B5EF4-FFF2-40B4-BE49-F238E27FC236}">
                <a16:creationId xmlns:a16="http://schemas.microsoft.com/office/drawing/2014/main" id="{3369C3A3-365B-C485-7415-629B8F6124CA}"/>
              </a:ext>
            </a:extLst>
          </p:cNvPr>
          <p:cNvSpPr/>
          <p:nvPr/>
        </p:nvSpPr>
        <p:spPr>
          <a:xfrm>
            <a:off x="3664335" y="585788"/>
            <a:ext cx="7695447" cy="233100"/>
          </a:xfrm>
          <a:prstGeom prst="roundRect">
            <a:avLst>
              <a:gd name="adj" fmla="val 50000"/>
            </a:avLst>
          </a:prstGeom>
          <a:gradFill flip="none" rotWithShape="1">
            <a:gsLst>
              <a:gs pos="30000">
                <a:srgbClr val="079FE7"/>
              </a:gs>
              <a:gs pos="70100">
                <a:schemeClr val="accent4"/>
              </a:gs>
              <a:gs pos="0">
                <a:srgbClr val="4ACD87"/>
              </a:gs>
              <a:gs pos="50000">
                <a:schemeClr val="accent1"/>
              </a:gs>
              <a:gs pos="100000">
                <a:srgbClr val="E85CB8"/>
              </a:gs>
            </a:gsLst>
            <a:lin ang="0" scaled="1"/>
            <a:tileRect/>
          </a:gradFill>
          <a:ln w="1328" cap="flat">
            <a:noFill/>
            <a:prstDash val="solid"/>
            <a:miter/>
          </a:ln>
          <a:effectLst>
            <a:outerShdw blurRad="50800" dist="38100" dir="5400000" algn="t" rotWithShape="0">
              <a:prstClr val="black">
                <a:alpha val="2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sz="2000" b="1">
              <a:solidFill>
                <a:schemeClr val="bg1"/>
              </a:solidFill>
            </a:endParaRPr>
          </a:p>
        </p:txBody>
      </p:sp>
      <p:sp>
        <p:nvSpPr>
          <p:cNvPr id="89" name="Rectangle: Rounded Corners 88">
            <a:extLst>
              <a:ext uri="{FF2B5EF4-FFF2-40B4-BE49-F238E27FC236}">
                <a16:creationId xmlns:a16="http://schemas.microsoft.com/office/drawing/2014/main" id="{C237CDF8-2C86-BB09-2773-76D7D1471DE6}"/>
              </a:ext>
              <a:ext uri="{C183D7F6-B498-43B3-948B-1728B52AA6E4}">
                <adec:decorative xmlns:adec="http://schemas.microsoft.com/office/drawing/2017/decorative" val="1"/>
              </a:ext>
            </a:extLst>
          </p:cNvPr>
          <p:cNvSpPr>
            <a:spLocks/>
          </p:cNvSpPr>
          <p:nvPr/>
        </p:nvSpPr>
        <p:spPr bwMode="auto">
          <a:xfrm>
            <a:off x="3413125" y="674560"/>
            <a:ext cx="8197865" cy="5464984"/>
          </a:xfrm>
          <a:prstGeom prst="roundRect">
            <a:avLst>
              <a:gd name="adj" fmla="val 3939"/>
            </a:avLst>
          </a:prstGeom>
          <a:solidFill>
            <a:srgbClr val="112633"/>
          </a:solidFill>
          <a:ln w="12700" cap="flat" cmpd="sng" algn="ctr">
            <a:gradFill flip="none" rotWithShape="1">
              <a:gsLst>
                <a:gs pos="0">
                  <a:srgbClr val="0078D4"/>
                </a:gs>
                <a:gs pos="100000">
                  <a:srgbClr val="C03BC4"/>
                </a:gs>
              </a:gsLst>
              <a:lin ang="2700000" scaled="1"/>
              <a:tileRect/>
            </a:gra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274320" tIns="548640" rIns="274320" bIns="0" numCol="1" spcCol="0" rtlCol="0" fromWordArt="0" anchor="ctr" anchorCtr="0" forceAA="0" compatLnSpc="1">
            <a:prstTxWarp prst="textNoShape">
              <a:avLst/>
            </a:prstTxWarp>
            <a:noAutofit/>
          </a:bodyPr>
          <a:lstStyle/>
          <a:p>
            <a:pPr algn="ctr"/>
            <a:endParaRPr lang="en-US" sz="3200">
              <a:solidFill>
                <a:schemeClr val="bg1"/>
              </a:solidFill>
              <a:latin typeface="+mj-lt"/>
              <a:cs typeface="Segoe Sans Display Semilight" pitchFamily="2" charset="0"/>
            </a:endParaRPr>
          </a:p>
        </p:txBody>
      </p:sp>
      <p:sp>
        <p:nvSpPr>
          <p:cNvPr id="87" name="Title 1">
            <a:extLst>
              <a:ext uri="{FF2B5EF4-FFF2-40B4-BE49-F238E27FC236}">
                <a16:creationId xmlns:a16="http://schemas.microsoft.com/office/drawing/2014/main" id="{51502AB9-2E47-EA2D-CA6C-DE1569B9037F}"/>
              </a:ext>
            </a:extLst>
          </p:cNvPr>
          <p:cNvSpPr>
            <a:spLocks noGrp="1"/>
          </p:cNvSpPr>
          <p:nvPr>
            <p:ph type="title" hasCustomPrompt="1"/>
          </p:nvPr>
        </p:nvSpPr>
        <p:spPr>
          <a:xfrm>
            <a:off x="571500" y="3045726"/>
            <a:ext cx="2551113" cy="1107996"/>
          </a:xfrm>
        </p:spPr>
        <p:txBody>
          <a:bodyPr anchor="ctr"/>
          <a:lstStyle>
            <a:lvl1pPr>
              <a:defRPr sz="3600">
                <a:solidFill>
                  <a:schemeClr val="bg1"/>
                </a:solidFill>
              </a:defRPr>
            </a:lvl1pPr>
          </a:lstStyle>
          <a:p>
            <a:r>
              <a:rPr lang="en-IN"/>
              <a:t>Click to add title</a:t>
            </a:r>
            <a:endParaRPr lang="en-US"/>
          </a:p>
        </p:txBody>
      </p:sp>
      <p:sp>
        <p:nvSpPr>
          <p:cNvPr id="92" name="Text Placeholder 91">
            <a:extLst>
              <a:ext uri="{FF2B5EF4-FFF2-40B4-BE49-F238E27FC236}">
                <a16:creationId xmlns:a16="http://schemas.microsoft.com/office/drawing/2014/main" id="{39089795-0047-1183-6B81-107DE969739E}"/>
              </a:ext>
            </a:extLst>
          </p:cNvPr>
          <p:cNvSpPr>
            <a:spLocks noGrp="1"/>
          </p:cNvSpPr>
          <p:nvPr>
            <p:ph type="body" sz="quarter" idx="13"/>
          </p:nvPr>
        </p:nvSpPr>
        <p:spPr>
          <a:xfrm>
            <a:off x="3413125" y="674560"/>
            <a:ext cx="8197866" cy="5464984"/>
          </a:xfrm>
          <a:prstGeom prst="roundRect">
            <a:avLst>
              <a:gd name="adj" fmla="val 3954"/>
            </a:avLst>
          </a:prstGeom>
        </p:spPr>
        <p:txBody>
          <a:bodyPr anchor="ctr">
            <a:noAutofit/>
          </a:bodyPr>
          <a:lstStyle>
            <a:lvl1pPr algn="ctr">
              <a:buNone/>
              <a:defRPr lang="en-IN" sz="3200" kern="1200" dirty="0">
                <a:solidFill>
                  <a:schemeClr val="bg1"/>
                </a:solidFill>
                <a:latin typeface="+mj-lt"/>
                <a:ea typeface="+mn-ea"/>
                <a:cs typeface="Segoe Sans Display Semilight" pitchFamily="2" charset="0"/>
              </a:defRPr>
            </a:lvl1pPr>
          </a:lstStyle>
          <a:p>
            <a:pPr lvl="0"/>
            <a:r>
              <a:rPr lang="en-US"/>
              <a:t>Click to edit Master text styles</a:t>
            </a:r>
          </a:p>
        </p:txBody>
      </p:sp>
      <p:pic>
        <p:nvPicPr>
          <p:cNvPr id="171" name="Graphic 170">
            <a:extLst>
              <a:ext uri="{FF2B5EF4-FFF2-40B4-BE49-F238E27FC236}">
                <a16:creationId xmlns:a16="http://schemas.microsoft.com/office/drawing/2014/main" id="{8CB4B6ED-4212-F8F5-AA56-F8A5F3D2F4A7}"/>
              </a:ext>
            </a:extLst>
          </p:cNvPr>
          <p:cNvPicPr>
            <a:picLocks noChangeAspect="1"/>
          </p:cNvPicPr>
          <p:nvPr/>
        </p:nvPicPr>
        <p:blipFill>
          <a:blip>
            <a:lum bright="100000"/>
            <a:extLst>
              <a:ext uri="{96DAC541-7B7A-43D3-8B79-37D633B846F1}">
                <asvg:svgBlip xmlns:asvg="http://schemas.microsoft.com/office/drawing/2016/SVG/main" r:embed="rId3"/>
              </a:ext>
            </a:extLst>
          </a:blip>
          <a:stretch>
            <a:fillRect/>
          </a:stretch>
        </p:blipFill>
        <p:spPr>
          <a:xfrm>
            <a:off x="571501" y="6274974"/>
            <a:ext cx="618133" cy="411576"/>
          </a:xfrm>
          <a:prstGeom prst="rect">
            <a:avLst/>
          </a:prstGeom>
        </p:spPr>
      </p:pic>
      <p:sp>
        <p:nvSpPr>
          <p:cNvPr id="3" name="Text Placeholder 4">
            <a:extLst>
              <a:ext uri="{FF2B5EF4-FFF2-40B4-BE49-F238E27FC236}">
                <a16:creationId xmlns:a16="http://schemas.microsoft.com/office/drawing/2014/main" id="{46E43354-5122-B1B0-371F-F3D3D876B5FC}"/>
              </a:ext>
            </a:extLst>
          </p:cNvPr>
          <p:cNvSpPr>
            <a:spLocks noGrp="1"/>
          </p:cNvSpPr>
          <p:nvPr>
            <p:ph type="body" sz="quarter" idx="12" hasCustomPrompt="1"/>
          </p:nvPr>
        </p:nvSpPr>
        <p:spPr>
          <a:xfrm>
            <a:off x="1939924" y="6400799"/>
            <a:ext cx="9680575" cy="153888"/>
          </a:xfrm>
        </p:spPr>
        <p:txBody>
          <a:bodyPr/>
          <a:lstStyle>
            <a:lvl1pPr marL="0" indent="0">
              <a:buNone/>
              <a:defRPr sz="1000" cap="none" baseline="0">
                <a:solidFill>
                  <a:schemeClr val="bg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Footer</a:t>
            </a:r>
          </a:p>
        </p:txBody>
      </p:sp>
    </p:spTree>
    <p:extLst>
      <p:ext uri="{BB962C8B-B14F-4D97-AF65-F5344CB8AC3E}">
        <p14:creationId xmlns:p14="http://schemas.microsoft.com/office/powerpoint/2010/main" val="21527643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emo Slide White">
    <p:spTree>
      <p:nvGrpSpPr>
        <p:cNvPr id="1" name=""/>
        <p:cNvGrpSpPr/>
        <p:nvPr/>
      </p:nvGrpSpPr>
      <p:grpSpPr>
        <a:xfrm>
          <a:off x="0" y="0"/>
          <a:ext cx="0" cy="0"/>
          <a:chOff x="0" y="0"/>
          <a:chExt cx="0" cy="0"/>
        </a:xfrm>
      </p:grpSpPr>
      <p:grpSp>
        <p:nvGrpSpPr>
          <p:cNvPr id="101" name="Group 100">
            <a:extLst>
              <a:ext uri="{FF2B5EF4-FFF2-40B4-BE49-F238E27FC236}">
                <a16:creationId xmlns:a16="http://schemas.microsoft.com/office/drawing/2014/main" id="{0636F332-3E75-C890-51E5-CDCC6BFDA902}"/>
              </a:ext>
            </a:extLst>
          </p:cNvPr>
          <p:cNvGrpSpPr/>
          <p:nvPr/>
        </p:nvGrpSpPr>
        <p:grpSpPr>
          <a:xfrm>
            <a:off x="0" y="4386445"/>
            <a:ext cx="12192000" cy="2471556"/>
            <a:chOff x="0" y="4386445"/>
            <a:chExt cx="12192000" cy="2471556"/>
          </a:xfrm>
          <a:gradFill>
            <a:gsLst>
              <a:gs pos="30000">
                <a:srgbClr val="079FE7"/>
              </a:gs>
              <a:gs pos="70100">
                <a:schemeClr val="accent4"/>
              </a:gs>
              <a:gs pos="0">
                <a:srgbClr val="4ACD87"/>
              </a:gs>
              <a:gs pos="50000">
                <a:schemeClr val="accent1"/>
              </a:gs>
              <a:gs pos="100000">
                <a:srgbClr val="E85CB8"/>
              </a:gs>
            </a:gsLst>
            <a:lin ang="18900000" scaled="1"/>
          </a:gradFill>
        </p:grpSpPr>
        <p:sp>
          <p:nvSpPr>
            <p:cNvPr id="70" name="Freeform: Shape 69">
              <a:extLst>
                <a:ext uri="{FF2B5EF4-FFF2-40B4-BE49-F238E27FC236}">
                  <a16:creationId xmlns:a16="http://schemas.microsoft.com/office/drawing/2014/main" id="{DCCCB61E-2DB0-BA6B-AFC6-B850F8DA90D4}"/>
                </a:ext>
              </a:extLst>
            </p:cNvPr>
            <p:cNvSpPr/>
            <p:nvPr/>
          </p:nvSpPr>
          <p:spPr bwMode="auto">
            <a:xfrm>
              <a:off x="603532" y="5648324"/>
              <a:ext cx="920750" cy="1209676"/>
            </a:xfrm>
            <a:custGeom>
              <a:avLst/>
              <a:gdLst>
                <a:gd name="csX0" fmla="*/ 114191 w 920750"/>
                <a:gd name="csY0" fmla="*/ 0 h 1209676"/>
                <a:gd name="csX1" fmla="*/ 806559 w 920750"/>
                <a:gd name="csY1" fmla="*/ 0 h 1209676"/>
                <a:gd name="csX2" fmla="*/ 920750 w 920750"/>
                <a:gd name="csY2" fmla="*/ 114191 h 1209676"/>
                <a:gd name="csX3" fmla="*/ 920750 w 920750"/>
                <a:gd name="csY3" fmla="*/ 1209676 h 1209676"/>
                <a:gd name="csX4" fmla="*/ 0 w 920750"/>
                <a:gd name="csY4" fmla="*/ 1209676 h 1209676"/>
                <a:gd name="csX5" fmla="*/ 0 w 920750"/>
                <a:gd name="csY5" fmla="*/ 114191 h 1209676"/>
                <a:gd name="csX6" fmla="*/ 114191 w 920750"/>
                <a:gd name="csY6" fmla="*/ 0 h 12096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20750" h="1209676">
                  <a:moveTo>
                    <a:pt x="114191" y="0"/>
                  </a:moveTo>
                  <a:lnTo>
                    <a:pt x="806559" y="0"/>
                  </a:lnTo>
                  <a:cubicBezTo>
                    <a:pt x="869625" y="0"/>
                    <a:pt x="920750" y="51125"/>
                    <a:pt x="920750" y="114191"/>
                  </a:cubicBezTo>
                  <a:lnTo>
                    <a:pt x="920750" y="1209676"/>
                  </a:lnTo>
                  <a:lnTo>
                    <a:pt x="0" y="1209676"/>
                  </a:ln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2" name="Freeform: Shape 71">
              <a:extLst>
                <a:ext uri="{FF2B5EF4-FFF2-40B4-BE49-F238E27FC236}">
                  <a16:creationId xmlns:a16="http://schemas.microsoft.com/office/drawing/2014/main" id="{AE3B0380-0D1B-899E-743C-1F74D3C18F75}"/>
                </a:ext>
              </a:extLst>
            </p:cNvPr>
            <p:cNvSpPr/>
            <p:nvPr/>
          </p:nvSpPr>
          <p:spPr bwMode="auto">
            <a:xfrm>
              <a:off x="1823014" y="6249988"/>
              <a:ext cx="920750" cy="608012"/>
            </a:xfrm>
            <a:custGeom>
              <a:avLst/>
              <a:gdLst>
                <a:gd name="csX0" fmla="*/ 114191 w 920750"/>
                <a:gd name="csY0" fmla="*/ 0 h 608012"/>
                <a:gd name="csX1" fmla="*/ 806559 w 920750"/>
                <a:gd name="csY1" fmla="*/ 0 h 608012"/>
                <a:gd name="csX2" fmla="*/ 920750 w 920750"/>
                <a:gd name="csY2" fmla="*/ 114191 h 608012"/>
                <a:gd name="csX3" fmla="*/ 920750 w 920750"/>
                <a:gd name="csY3" fmla="*/ 608012 h 608012"/>
                <a:gd name="csX4" fmla="*/ 0 w 920750"/>
                <a:gd name="csY4" fmla="*/ 608012 h 608012"/>
                <a:gd name="csX5" fmla="*/ 0 w 920750"/>
                <a:gd name="csY5" fmla="*/ 114191 h 608012"/>
                <a:gd name="csX6" fmla="*/ 114191 w 920750"/>
                <a:gd name="csY6" fmla="*/ 0 h 6080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20750" h="608012">
                  <a:moveTo>
                    <a:pt x="114191" y="0"/>
                  </a:moveTo>
                  <a:lnTo>
                    <a:pt x="806559" y="0"/>
                  </a:lnTo>
                  <a:cubicBezTo>
                    <a:pt x="869625" y="0"/>
                    <a:pt x="920750" y="51125"/>
                    <a:pt x="920750" y="114191"/>
                  </a:cubicBezTo>
                  <a:lnTo>
                    <a:pt x="920750" y="608012"/>
                  </a:lnTo>
                  <a:lnTo>
                    <a:pt x="0" y="608012"/>
                  </a:ln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4" name="Freeform: Shape 73">
              <a:extLst>
                <a:ext uri="{FF2B5EF4-FFF2-40B4-BE49-F238E27FC236}">
                  <a16:creationId xmlns:a16="http://schemas.microsoft.com/office/drawing/2014/main" id="{52B903F5-679C-5764-0256-A0AB4B8A83C7}"/>
                </a:ext>
              </a:extLst>
            </p:cNvPr>
            <p:cNvSpPr/>
            <p:nvPr/>
          </p:nvSpPr>
          <p:spPr bwMode="auto">
            <a:xfrm>
              <a:off x="3042496" y="5907088"/>
              <a:ext cx="920750" cy="950912"/>
            </a:xfrm>
            <a:custGeom>
              <a:avLst/>
              <a:gdLst>
                <a:gd name="csX0" fmla="*/ 114191 w 920750"/>
                <a:gd name="csY0" fmla="*/ 0 h 950912"/>
                <a:gd name="csX1" fmla="*/ 806559 w 920750"/>
                <a:gd name="csY1" fmla="*/ 0 h 950912"/>
                <a:gd name="csX2" fmla="*/ 920750 w 920750"/>
                <a:gd name="csY2" fmla="*/ 114191 h 950912"/>
                <a:gd name="csX3" fmla="*/ 920750 w 920750"/>
                <a:gd name="csY3" fmla="*/ 950912 h 950912"/>
                <a:gd name="csX4" fmla="*/ 0 w 920750"/>
                <a:gd name="csY4" fmla="*/ 950912 h 950912"/>
                <a:gd name="csX5" fmla="*/ 0 w 920750"/>
                <a:gd name="csY5" fmla="*/ 114191 h 950912"/>
                <a:gd name="csX6" fmla="*/ 114191 w 920750"/>
                <a:gd name="csY6" fmla="*/ 0 h 9509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20750" h="950912">
                  <a:moveTo>
                    <a:pt x="114191" y="0"/>
                  </a:moveTo>
                  <a:lnTo>
                    <a:pt x="806559" y="0"/>
                  </a:lnTo>
                  <a:cubicBezTo>
                    <a:pt x="869625" y="0"/>
                    <a:pt x="920750" y="51125"/>
                    <a:pt x="920750" y="114191"/>
                  </a:cubicBezTo>
                  <a:lnTo>
                    <a:pt x="920750" y="950912"/>
                  </a:lnTo>
                  <a:lnTo>
                    <a:pt x="0" y="950912"/>
                  </a:ln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6" name="Freeform: Shape 75">
              <a:extLst>
                <a:ext uri="{FF2B5EF4-FFF2-40B4-BE49-F238E27FC236}">
                  <a16:creationId xmlns:a16="http://schemas.microsoft.com/office/drawing/2014/main" id="{B7C28E07-8CF9-C3EB-8483-C8F07BACBA1F}"/>
                </a:ext>
              </a:extLst>
            </p:cNvPr>
            <p:cNvSpPr/>
            <p:nvPr/>
          </p:nvSpPr>
          <p:spPr bwMode="auto">
            <a:xfrm>
              <a:off x="4261978" y="5449888"/>
              <a:ext cx="920750" cy="1408112"/>
            </a:xfrm>
            <a:custGeom>
              <a:avLst/>
              <a:gdLst>
                <a:gd name="csX0" fmla="*/ 114191 w 920750"/>
                <a:gd name="csY0" fmla="*/ 0 h 1408112"/>
                <a:gd name="csX1" fmla="*/ 806559 w 920750"/>
                <a:gd name="csY1" fmla="*/ 0 h 1408112"/>
                <a:gd name="csX2" fmla="*/ 920750 w 920750"/>
                <a:gd name="csY2" fmla="*/ 114191 h 1408112"/>
                <a:gd name="csX3" fmla="*/ 920750 w 920750"/>
                <a:gd name="csY3" fmla="*/ 1408112 h 1408112"/>
                <a:gd name="csX4" fmla="*/ 0 w 920750"/>
                <a:gd name="csY4" fmla="*/ 1408112 h 1408112"/>
                <a:gd name="csX5" fmla="*/ 0 w 920750"/>
                <a:gd name="csY5" fmla="*/ 114191 h 1408112"/>
                <a:gd name="csX6" fmla="*/ 114191 w 920750"/>
                <a:gd name="csY6" fmla="*/ 0 h 14081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20750" h="1408112">
                  <a:moveTo>
                    <a:pt x="114191" y="0"/>
                  </a:moveTo>
                  <a:lnTo>
                    <a:pt x="806559" y="0"/>
                  </a:lnTo>
                  <a:cubicBezTo>
                    <a:pt x="869625" y="0"/>
                    <a:pt x="920750" y="51125"/>
                    <a:pt x="920750" y="114191"/>
                  </a:cubicBezTo>
                  <a:lnTo>
                    <a:pt x="920750" y="1408112"/>
                  </a:lnTo>
                  <a:lnTo>
                    <a:pt x="0" y="1408112"/>
                  </a:ln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8" name="Freeform: Shape 77">
              <a:extLst>
                <a:ext uri="{FF2B5EF4-FFF2-40B4-BE49-F238E27FC236}">
                  <a16:creationId xmlns:a16="http://schemas.microsoft.com/office/drawing/2014/main" id="{442F149C-BA40-BE7C-7280-C72164F98A65}"/>
                </a:ext>
              </a:extLst>
            </p:cNvPr>
            <p:cNvSpPr/>
            <p:nvPr/>
          </p:nvSpPr>
          <p:spPr bwMode="auto">
            <a:xfrm>
              <a:off x="5481460" y="5449888"/>
              <a:ext cx="920750" cy="1408112"/>
            </a:xfrm>
            <a:custGeom>
              <a:avLst/>
              <a:gdLst>
                <a:gd name="csX0" fmla="*/ 114191 w 920750"/>
                <a:gd name="csY0" fmla="*/ 0 h 1408112"/>
                <a:gd name="csX1" fmla="*/ 806559 w 920750"/>
                <a:gd name="csY1" fmla="*/ 0 h 1408112"/>
                <a:gd name="csX2" fmla="*/ 920750 w 920750"/>
                <a:gd name="csY2" fmla="*/ 114191 h 1408112"/>
                <a:gd name="csX3" fmla="*/ 920750 w 920750"/>
                <a:gd name="csY3" fmla="*/ 1408112 h 1408112"/>
                <a:gd name="csX4" fmla="*/ 0 w 920750"/>
                <a:gd name="csY4" fmla="*/ 1408112 h 1408112"/>
                <a:gd name="csX5" fmla="*/ 0 w 920750"/>
                <a:gd name="csY5" fmla="*/ 114191 h 1408112"/>
                <a:gd name="csX6" fmla="*/ 114191 w 920750"/>
                <a:gd name="csY6" fmla="*/ 0 h 14081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20750" h="1408112">
                  <a:moveTo>
                    <a:pt x="114191" y="0"/>
                  </a:moveTo>
                  <a:lnTo>
                    <a:pt x="806559" y="0"/>
                  </a:lnTo>
                  <a:cubicBezTo>
                    <a:pt x="869625" y="0"/>
                    <a:pt x="920750" y="51125"/>
                    <a:pt x="920750" y="114191"/>
                  </a:cubicBezTo>
                  <a:lnTo>
                    <a:pt x="920750" y="1408112"/>
                  </a:lnTo>
                  <a:lnTo>
                    <a:pt x="0" y="1408112"/>
                  </a:lnTo>
                  <a:lnTo>
                    <a:pt x="0" y="114191"/>
                  </a:lnTo>
                  <a:cubicBezTo>
                    <a:pt x="0" y="51125"/>
                    <a:pt x="51126"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0" name="Freeform: Shape 79">
              <a:extLst>
                <a:ext uri="{FF2B5EF4-FFF2-40B4-BE49-F238E27FC236}">
                  <a16:creationId xmlns:a16="http://schemas.microsoft.com/office/drawing/2014/main" id="{CA175C55-596A-EFC2-02B1-719D1FBCC650}"/>
                </a:ext>
              </a:extLst>
            </p:cNvPr>
            <p:cNvSpPr/>
            <p:nvPr/>
          </p:nvSpPr>
          <p:spPr bwMode="auto">
            <a:xfrm>
              <a:off x="7920424" y="6011862"/>
              <a:ext cx="920750" cy="846138"/>
            </a:xfrm>
            <a:custGeom>
              <a:avLst/>
              <a:gdLst>
                <a:gd name="csX0" fmla="*/ 114191 w 920750"/>
                <a:gd name="csY0" fmla="*/ 0 h 846138"/>
                <a:gd name="csX1" fmla="*/ 806559 w 920750"/>
                <a:gd name="csY1" fmla="*/ 0 h 846138"/>
                <a:gd name="csX2" fmla="*/ 920750 w 920750"/>
                <a:gd name="csY2" fmla="*/ 114191 h 846138"/>
                <a:gd name="csX3" fmla="*/ 920750 w 920750"/>
                <a:gd name="csY3" fmla="*/ 846138 h 846138"/>
                <a:gd name="csX4" fmla="*/ 0 w 920750"/>
                <a:gd name="csY4" fmla="*/ 846138 h 846138"/>
                <a:gd name="csX5" fmla="*/ 0 w 920750"/>
                <a:gd name="csY5" fmla="*/ 114191 h 846138"/>
                <a:gd name="csX6" fmla="*/ 114191 w 920750"/>
                <a:gd name="csY6" fmla="*/ 0 h 84613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20750" h="846138">
                  <a:moveTo>
                    <a:pt x="114191" y="0"/>
                  </a:moveTo>
                  <a:lnTo>
                    <a:pt x="806559" y="0"/>
                  </a:lnTo>
                  <a:cubicBezTo>
                    <a:pt x="869625" y="0"/>
                    <a:pt x="920750" y="51125"/>
                    <a:pt x="920750" y="114191"/>
                  </a:cubicBezTo>
                  <a:lnTo>
                    <a:pt x="920750" y="846138"/>
                  </a:lnTo>
                  <a:lnTo>
                    <a:pt x="0" y="846138"/>
                  </a:ln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2" name="Freeform: Shape 81">
              <a:extLst>
                <a:ext uri="{FF2B5EF4-FFF2-40B4-BE49-F238E27FC236}">
                  <a16:creationId xmlns:a16="http://schemas.microsoft.com/office/drawing/2014/main" id="{F459C81A-824F-74DB-F1EB-43C463ABA6D2}"/>
                </a:ext>
              </a:extLst>
            </p:cNvPr>
            <p:cNvSpPr/>
            <p:nvPr/>
          </p:nvSpPr>
          <p:spPr bwMode="auto">
            <a:xfrm>
              <a:off x="6700942" y="6249988"/>
              <a:ext cx="920750" cy="608012"/>
            </a:xfrm>
            <a:custGeom>
              <a:avLst/>
              <a:gdLst>
                <a:gd name="csX0" fmla="*/ 114191 w 920750"/>
                <a:gd name="csY0" fmla="*/ 0 h 608012"/>
                <a:gd name="csX1" fmla="*/ 806559 w 920750"/>
                <a:gd name="csY1" fmla="*/ 0 h 608012"/>
                <a:gd name="csX2" fmla="*/ 920750 w 920750"/>
                <a:gd name="csY2" fmla="*/ 114191 h 608012"/>
                <a:gd name="csX3" fmla="*/ 920750 w 920750"/>
                <a:gd name="csY3" fmla="*/ 608012 h 608012"/>
                <a:gd name="csX4" fmla="*/ 0 w 920750"/>
                <a:gd name="csY4" fmla="*/ 608012 h 608012"/>
                <a:gd name="csX5" fmla="*/ 0 w 920750"/>
                <a:gd name="csY5" fmla="*/ 114191 h 608012"/>
                <a:gd name="csX6" fmla="*/ 114191 w 920750"/>
                <a:gd name="csY6" fmla="*/ 0 h 6080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20750" h="608012">
                  <a:moveTo>
                    <a:pt x="114191" y="0"/>
                  </a:moveTo>
                  <a:lnTo>
                    <a:pt x="806559" y="0"/>
                  </a:lnTo>
                  <a:cubicBezTo>
                    <a:pt x="869625" y="0"/>
                    <a:pt x="920750" y="51125"/>
                    <a:pt x="920750" y="114191"/>
                  </a:cubicBezTo>
                  <a:lnTo>
                    <a:pt x="920750" y="608012"/>
                  </a:lnTo>
                  <a:lnTo>
                    <a:pt x="0" y="608012"/>
                  </a:ln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4" name="Freeform: Shape 83">
              <a:extLst>
                <a:ext uri="{FF2B5EF4-FFF2-40B4-BE49-F238E27FC236}">
                  <a16:creationId xmlns:a16="http://schemas.microsoft.com/office/drawing/2014/main" id="{F393DD0E-A8C9-CD28-5CC4-43B750C468C2}"/>
                </a:ext>
              </a:extLst>
            </p:cNvPr>
            <p:cNvSpPr/>
            <p:nvPr/>
          </p:nvSpPr>
          <p:spPr bwMode="auto">
            <a:xfrm>
              <a:off x="9139906" y="6658770"/>
              <a:ext cx="920750" cy="199231"/>
            </a:xfrm>
            <a:custGeom>
              <a:avLst/>
              <a:gdLst>
                <a:gd name="csX0" fmla="*/ 114191 w 920750"/>
                <a:gd name="csY0" fmla="*/ 0 h 199231"/>
                <a:gd name="csX1" fmla="*/ 806559 w 920750"/>
                <a:gd name="csY1" fmla="*/ 0 h 199231"/>
                <a:gd name="csX2" fmla="*/ 920750 w 920750"/>
                <a:gd name="csY2" fmla="*/ 114191 h 199231"/>
                <a:gd name="csX3" fmla="*/ 920750 w 920750"/>
                <a:gd name="csY3" fmla="*/ 199231 h 199231"/>
                <a:gd name="csX4" fmla="*/ 0 w 920750"/>
                <a:gd name="csY4" fmla="*/ 199231 h 199231"/>
                <a:gd name="csX5" fmla="*/ 0 w 920750"/>
                <a:gd name="csY5" fmla="*/ 114191 h 199231"/>
                <a:gd name="csX6" fmla="*/ 114191 w 920750"/>
                <a:gd name="csY6" fmla="*/ 0 h 1992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20750" h="199231">
                  <a:moveTo>
                    <a:pt x="114191" y="0"/>
                  </a:moveTo>
                  <a:lnTo>
                    <a:pt x="806559" y="0"/>
                  </a:lnTo>
                  <a:cubicBezTo>
                    <a:pt x="869625" y="0"/>
                    <a:pt x="920750" y="51125"/>
                    <a:pt x="920750" y="114191"/>
                  </a:cubicBezTo>
                  <a:lnTo>
                    <a:pt x="920750" y="199231"/>
                  </a:lnTo>
                  <a:lnTo>
                    <a:pt x="0" y="199231"/>
                  </a:ln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6" name="Freeform: Shape 85">
              <a:extLst>
                <a:ext uri="{FF2B5EF4-FFF2-40B4-BE49-F238E27FC236}">
                  <a16:creationId xmlns:a16="http://schemas.microsoft.com/office/drawing/2014/main" id="{6B6D1520-62E8-291C-A881-4698F43712A1}"/>
                </a:ext>
              </a:extLst>
            </p:cNvPr>
            <p:cNvSpPr/>
            <p:nvPr/>
          </p:nvSpPr>
          <p:spPr bwMode="auto">
            <a:xfrm>
              <a:off x="10359388" y="6343650"/>
              <a:ext cx="920750" cy="514350"/>
            </a:xfrm>
            <a:custGeom>
              <a:avLst/>
              <a:gdLst>
                <a:gd name="csX0" fmla="*/ 114191 w 920750"/>
                <a:gd name="csY0" fmla="*/ 0 h 514350"/>
                <a:gd name="csX1" fmla="*/ 806559 w 920750"/>
                <a:gd name="csY1" fmla="*/ 0 h 514350"/>
                <a:gd name="csX2" fmla="*/ 920750 w 920750"/>
                <a:gd name="csY2" fmla="*/ 114191 h 514350"/>
                <a:gd name="csX3" fmla="*/ 920750 w 920750"/>
                <a:gd name="csY3" fmla="*/ 514350 h 514350"/>
                <a:gd name="csX4" fmla="*/ 0 w 920750"/>
                <a:gd name="csY4" fmla="*/ 514350 h 514350"/>
                <a:gd name="csX5" fmla="*/ 0 w 920750"/>
                <a:gd name="csY5" fmla="*/ 114191 h 514350"/>
                <a:gd name="csX6" fmla="*/ 114191 w 920750"/>
                <a:gd name="csY6" fmla="*/ 0 h 51435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20750" h="514350">
                  <a:moveTo>
                    <a:pt x="114191" y="0"/>
                  </a:moveTo>
                  <a:lnTo>
                    <a:pt x="806559" y="0"/>
                  </a:lnTo>
                  <a:cubicBezTo>
                    <a:pt x="869625" y="0"/>
                    <a:pt x="920750" y="51125"/>
                    <a:pt x="920750" y="114191"/>
                  </a:cubicBezTo>
                  <a:lnTo>
                    <a:pt x="920750" y="514350"/>
                  </a:lnTo>
                  <a:lnTo>
                    <a:pt x="0" y="514350"/>
                  </a:ln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8" name="Freeform: Shape 87">
              <a:extLst>
                <a:ext uri="{FF2B5EF4-FFF2-40B4-BE49-F238E27FC236}">
                  <a16:creationId xmlns:a16="http://schemas.microsoft.com/office/drawing/2014/main" id="{30A582D3-BB70-2477-6AD6-936EC0F1524D}"/>
                </a:ext>
              </a:extLst>
            </p:cNvPr>
            <p:cNvSpPr/>
            <p:nvPr/>
          </p:nvSpPr>
          <p:spPr bwMode="auto">
            <a:xfrm>
              <a:off x="11578874" y="5648324"/>
              <a:ext cx="613126" cy="1209676"/>
            </a:xfrm>
            <a:custGeom>
              <a:avLst/>
              <a:gdLst>
                <a:gd name="csX0" fmla="*/ 114191 w 613126"/>
                <a:gd name="csY0" fmla="*/ 0 h 1209676"/>
                <a:gd name="csX1" fmla="*/ 613126 w 613126"/>
                <a:gd name="csY1" fmla="*/ 0 h 1209676"/>
                <a:gd name="csX2" fmla="*/ 613126 w 613126"/>
                <a:gd name="csY2" fmla="*/ 1209676 h 1209676"/>
                <a:gd name="csX3" fmla="*/ 0 w 613126"/>
                <a:gd name="csY3" fmla="*/ 1209676 h 1209676"/>
                <a:gd name="csX4" fmla="*/ 0 w 613126"/>
                <a:gd name="csY4" fmla="*/ 114191 h 1209676"/>
                <a:gd name="csX5" fmla="*/ 114191 w 613126"/>
                <a:gd name="csY5" fmla="*/ 0 h 1209676"/>
              </a:gdLst>
              <a:ahLst/>
              <a:cxnLst>
                <a:cxn ang="0">
                  <a:pos x="csX0" y="csY0"/>
                </a:cxn>
                <a:cxn ang="0">
                  <a:pos x="csX1" y="csY1"/>
                </a:cxn>
                <a:cxn ang="0">
                  <a:pos x="csX2" y="csY2"/>
                </a:cxn>
                <a:cxn ang="0">
                  <a:pos x="csX3" y="csY3"/>
                </a:cxn>
                <a:cxn ang="0">
                  <a:pos x="csX4" y="csY4"/>
                </a:cxn>
                <a:cxn ang="0">
                  <a:pos x="csX5" y="csY5"/>
                </a:cxn>
              </a:cxnLst>
              <a:rect l="l" t="t" r="r" b="b"/>
              <a:pathLst>
                <a:path w="613126" h="1209676">
                  <a:moveTo>
                    <a:pt x="114191" y="0"/>
                  </a:moveTo>
                  <a:lnTo>
                    <a:pt x="613126" y="0"/>
                  </a:lnTo>
                  <a:lnTo>
                    <a:pt x="613126" y="1209676"/>
                  </a:lnTo>
                  <a:lnTo>
                    <a:pt x="0" y="1209676"/>
                  </a:ln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0" name="Freeform: Shape 89">
              <a:extLst>
                <a:ext uri="{FF2B5EF4-FFF2-40B4-BE49-F238E27FC236}">
                  <a16:creationId xmlns:a16="http://schemas.microsoft.com/office/drawing/2014/main" id="{F945FDFC-AFF6-9D53-6332-A1BC795493F9}"/>
                </a:ext>
              </a:extLst>
            </p:cNvPr>
            <p:cNvSpPr/>
            <p:nvPr/>
          </p:nvSpPr>
          <p:spPr bwMode="auto">
            <a:xfrm>
              <a:off x="0" y="5927726"/>
              <a:ext cx="304800" cy="930274"/>
            </a:xfrm>
            <a:custGeom>
              <a:avLst/>
              <a:gdLst>
                <a:gd name="csX0" fmla="*/ 0 w 304800"/>
                <a:gd name="csY0" fmla="*/ 0 h 930274"/>
                <a:gd name="csX1" fmla="*/ 190609 w 304800"/>
                <a:gd name="csY1" fmla="*/ 0 h 930274"/>
                <a:gd name="csX2" fmla="*/ 304800 w 304800"/>
                <a:gd name="csY2" fmla="*/ 114191 h 930274"/>
                <a:gd name="csX3" fmla="*/ 304800 w 304800"/>
                <a:gd name="csY3" fmla="*/ 930274 h 930274"/>
                <a:gd name="csX4" fmla="*/ 0 w 304800"/>
                <a:gd name="csY4" fmla="*/ 930274 h 930274"/>
              </a:gdLst>
              <a:ahLst/>
              <a:cxnLst>
                <a:cxn ang="0">
                  <a:pos x="csX0" y="csY0"/>
                </a:cxn>
                <a:cxn ang="0">
                  <a:pos x="csX1" y="csY1"/>
                </a:cxn>
                <a:cxn ang="0">
                  <a:pos x="csX2" y="csY2"/>
                </a:cxn>
                <a:cxn ang="0">
                  <a:pos x="csX3" y="csY3"/>
                </a:cxn>
                <a:cxn ang="0">
                  <a:pos x="csX4" y="csY4"/>
                </a:cxn>
              </a:cxnLst>
              <a:rect l="l" t="t" r="r" b="b"/>
              <a:pathLst>
                <a:path w="304800" h="930274">
                  <a:moveTo>
                    <a:pt x="0" y="0"/>
                  </a:moveTo>
                  <a:lnTo>
                    <a:pt x="190609" y="0"/>
                  </a:lnTo>
                  <a:cubicBezTo>
                    <a:pt x="253675" y="0"/>
                    <a:pt x="304800" y="51125"/>
                    <a:pt x="304800" y="114191"/>
                  </a:cubicBezTo>
                  <a:lnTo>
                    <a:pt x="304800" y="930274"/>
                  </a:lnTo>
                  <a:lnTo>
                    <a:pt x="0" y="930274"/>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2" name="Freeform: Shape 91">
              <a:extLst>
                <a:ext uri="{FF2B5EF4-FFF2-40B4-BE49-F238E27FC236}">
                  <a16:creationId xmlns:a16="http://schemas.microsoft.com/office/drawing/2014/main" id="{1F59B845-FD7B-19D0-748C-FC2DD656E10F}"/>
                </a:ext>
              </a:extLst>
            </p:cNvPr>
            <p:cNvSpPr/>
            <p:nvPr/>
          </p:nvSpPr>
          <p:spPr bwMode="auto">
            <a:xfrm>
              <a:off x="603532" y="4584882"/>
              <a:ext cx="920750" cy="923544"/>
            </a:xfrm>
            <a:custGeom>
              <a:avLst/>
              <a:gdLst>
                <a:gd name="csX0" fmla="*/ 114191 w 920750"/>
                <a:gd name="csY0" fmla="*/ 0 h 923544"/>
                <a:gd name="csX1" fmla="*/ 806559 w 920750"/>
                <a:gd name="csY1" fmla="*/ 0 h 923544"/>
                <a:gd name="csX2" fmla="*/ 920750 w 920750"/>
                <a:gd name="csY2" fmla="*/ 114191 h 923544"/>
                <a:gd name="csX3" fmla="*/ 920750 w 920750"/>
                <a:gd name="csY3" fmla="*/ 809353 h 923544"/>
                <a:gd name="csX4" fmla="*/ 806559 w 920750"/>
                <a:gd name="csY4" fmla="*/ 923544 h 923544"/>
                <a:gd name="csX5" fmla="*/ 114191 w 920750"/>
                <a:gd name="csY5" fmla="*/ 923544 h 923544"/>
                <a:gd name="csX6" fmla="*/ 0 w 920750"/>
                <a:gd name="csY6" fmla="*/ 809353 h 923544"/>
                <a:gd name="csX7" fmla="*/ 0 w 920750"/>
                <a:gd name="csY7" fmla="*/ 114191 h 923544"/>
                <a:gd name="csX8" fmla="*/ 114191 w 920750"/>
                <a:gd name="csY8" fmla="*/ 0 h 9235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20750" h="923544">
                  <a:moveTo>
                    <a:pt x="114191" y="0"/>
                  </a:moveTo>
                  <a:lnTo>
                    <a:pt x="806559" y="0"/>
                  </a:lnTo>
                  <a:cubicBezTo>
                    <a:pt x="869625" y="0"/>
                    <a:pt x="920750" y="51125"/>
                    <a:pt x="920750" y="114191"/>
                  </a:cubicBezTo>
                  <a:lnTo>
                    <a:pt x="920750" y="809353"/>
                  </a:lnTo>
                  <a:cubicBezTo>
                    <a:pt x="920750" y="872419"/>
                    <a:pt x="869625" y="923544"/>
                    <a:pt x="806559" y="923544"/>
                  </a:cubicBezTo>
                  <a:lnTo>
                    <a:pt x="114191" y="923544"/>
                  </a:lnTo>
                  <a:cubicBezTo>
                    <a:pt x="51125" y="923544"/>
                    <a:pt x="0" y="872419"/>
                    <a:pt x="0" y="809353"/>
                  </a:cubicBez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4" name="Freeform: Shape 93">
              <a:extLst>
                <a:ext uri="{FF2B5EF4-FFF2-40B4-BE49-F238E27FC236}">
                  <a16:creationId xmlns:a16="http://schemas.microsoft.com/office/drawing/2014/main" id="{1D13E83C-8399-23BA-4E05-A380D79B4FA8}"/>
                </a:ext>
              </a:extLst>
            </p:cNvPr>
            <p:cNvSpPr/>
            <p:nvPr/>
          </p:nvSpPr>
          <p:spPr bwMode="auto">
            <a:xfrm>
              <a:off x="4261978" y="4386445"/>
              <a:ext cx="920750" cy="923544"/>
            </a:xfrm>
            <a:custGeom>
              <a:avLst/>
              <a:gdLst>
                <a:gd name="csX0" fmla="*/ 114191 w 920750"/>
                <a:gd name="csY0" fmla="*/ 0 h 923544"/>
                <a:gd name="csX1" fmla="*/ 806559 w 920750"/>
                <a:gd name="csY1" fmla="*/ 0 h 923544"/>
                <a:gd name="csX2" fmla="*/ 920750 w 920750"/>
                <a:gd name="csY2" fmla="*/ 114191 h 923544"/>
                <a:gd name="csX3" fmla="*/ 920750 w 920750"/>
                <a:gd name="csY3" fmla="*/ 809353 h 923544"/>
                <a:gd name="csX4" fmla="*/ 806559 w 920750"/>
                <a:gd name="csY4" fmla="*/ 923544 h 923544"/>
                <a:gd name="csX5" fmla="*/ 114191 w 920750"/>
                <a:gd name="csY5" fmla="*/ 923544 h 923544"/>
                <a:gd name="csX6" fmla="*/ 0 w 920750"/>
                <a:gd name="csY6" fmla="*/ 809353 h 923544"/>
                <a:gd name="csX7" fmla="*/ 0 w 920750"/>
                <a:gd name="csY7" fmla="*/ 114191 h 923544"/>
                <a:gd name="csX8" fmla="*/ 114191 w 920750"/>
                <a:gd name="csY8" fmla="*/ 0 h 9235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20750" h="923544">
                  <a:moveTo>
                    <a:pt x="114191" y="0"/>
                  </a:moveTo>
                  <a:lnTo>
                    <a:pt x="806559" y="0"/>
                  </a:lnTo>
                  <a:cubicBezTo>
                    <a:pt x="869625" y="0"/>
                    <a:pt x="920750" y="51125"/>
                    <a:pt x="920750" y="114191"/>
                  </a:cubicBezTo>
                  <a:lnTo>
                    <a:pt x="920750" y="809353"/>
                  </a:lnTo>
                  <a:cubicBezTo>
                    <a:pt x="920750" y="872419"/>
                    <a:pt x="869625" y="923544"/>
                    <a:pt x="806559" y="923544"/>
                  </a:cubicBezTo>
                  <a:lnTo>
                    <a:pt x="114191" y="923544"/>
                  </a:lnTo>
                  <a:cubicBezTo>
                    <a:pt x="51125" y="923544"/>
                    <a:pt x="0" y="872419"/>
                    <a:pt x="0" y="809353"/>
                  </a:cubicBez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6" name="Freeform: Shape 95">
              <a:extLst>
                <a:ext uri="{FF2B5EF4-FFF2-40B4-BE49-F238E27FC236}">
                  <a16:creationId xmlns:a16="http://schemas.microsoft.com/office/drawing/2014/main" id="{7D90A159-657F-7681-8A1E-E94167C15460}"/>
                </a:ext>
              </a:extLst>
            </p:cNvPr>
            <p:cNvSpPr/>
            <p:nvPr/>
          </p:nvSpPr>
          <p:spPr bwMode="auto">
            <a:xfrm>
              <a:off x="6700942" y="5186545"/>
              <a:ext cx="920750" cy="923544"/>
            </a:xfrm>
            <a:custGeom>
              <a:avLst/>
              <a:gdLst>
                <a:gd name="csX0" fmla="*/ 114191 w 920750"/>
                <a:gd name="csY0" fmla="*/ 0 h 923544"/>
                <a:gd name="csX1" fmla="*/ 806559 w 920750"/>
                <a:gd name="csY1" fmla="*/ 0 h 923544"/>
                <a:gd name="csX2" fmla="*/ 920750 w 920750"/>
                <a:gd name="csY2" fmla="*/ 114191 h 923544"/>
                <a:gd name="csX3" fmla="*/ 920750 w 920750"/>
                <a:gd name="csY3" fmla="*/ 809353 h 923544"/>
                <a:gd name="csX4" fmla="*/ 806559 w 920750"/>
                <a:gd name="csY4" fmla="*/ 923544 h 923544"/>
                <a:gd name="csX5" fmla="*/ 114191 w 920750"/>
                <a:gd name="csY5" fmla="*/ 923544 h 923544"/>
                <a:gd name="csX6" fmla="*/ 0 w 920750"/>
                <a:gd name="csY6" fmla="*/ 809353 h 923544"/>
                <a:gd name="csX7" fmla="*/ 0 w 920750"/>
                <a:gd name="csY7" fmla="*/ 114191 h 923544"/>
                <a:gd name="csX8" fmla="*/ 114191 w 920750"/>
                <a:gd name="csY8" fmla="*/ 0 h 9235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20750" h="923544">
                  <a:moveTo>
                    <a:pt x="114191" y="0"/>
                  </a:moveTo>
                  <a:lnTo>
                    <a:pt x="806559" y="0"/>
                  </a:lnTo>
                  <a:cubicBezTo>
                    <a:pt x="869625" y="0"/>
                    <a:pt x="920750" y="51125"/>
                    <a:pt x="920750" y="114191"/>
                  </a:cubicBezTo>
                  <a:lnTo>
                    <a:pt x="920750" y="809353"/>
                  </a:lnTo>
                  <a:cubicBezTo>
                    <a:pt x="920750" y="872419"/>
                    <a:pt x="869625" y="923544"/>
                    <a:pt x="806559" y="923544"/>
                  </a:cubicBezTo>
                  <a:lnTo>
                    <a:pt x="114191" y="923544"/>
                  </a:lnTo>
                  <a:cubicBezTo>
                    <a:pt x="51125" y="923544"/>
                    <a:pt x="0" y="872419"/>
                    <a:pt x="0" y="809353"/>
                  </a:cubicBez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8" name="Freeform: Shape 97">
              <a:extLst>
                <a:ext uri="{FF2B5EF4-FFF2-40B4-BE49-F238E27FC236}">
                  <a16:creationId xmlns:a16="http://schemas.microsoft.com/office/drawing/2014/main" id="{D112F599-FB29-C0EC-04BF-DA7C2FBA9EDB}"/>
                </a:ext>
              </a:extLst>
            </p:cNvPr>
            <p:cNvSpPr/>
            <p:nvPr/>
          </p:nvSpPr>
          <p:spPr bwMode="auto">
            <a:xfrm>
              <a:off x="10359388" y="5280207"/>
              <a:ext cx="920750" cy="923544"/>
            </a:xfrm>
            <a:custGeom>
              <a:avLst/>
              <a:gdLst>
                <a:gd name="csX0" fmla="*/ 114191 w 920750"/>
                <a:gd name="csY0" fmla="*/ 0 h 923544"/>
                <a:gd name="csX1" fmla="*/ 806559 w 920750"/>
                <a:gd name="csY1" fmla="*/ 0 h 923544"/>
                <a:gd name="csX2" fmla="*/ 920750 w 920750"/>
                <a:gd name="csY2" fmla="*/ 114191 h 923544"/>
                <a:gd name="csX3" fmla="*/ 920750 w 920750"/>
                <a:gd name="csY3" fmla="*/ 809353 h 923544"/>
                <a:gd name="csX4" fmla="*/ 806559 w 920750"/>
                <a:gd name="csY4" fmla="*/ 923544 h 923544"/>
                <a:gd name="csX5" fmla="*/ 114191 w 920750"/>
                <a:gd name="csY5" fmla="*/ 923544 h 923544"/>
                <a:gd name="csX6" fmla="*/ 0 w 920750"/>
                <a:gd name="csY6" fmla="*/ 809353 h 923544"/>
                <a:gd name="csX7" fmla="*/ 0 w 920750"/>
                <a:gd name="csY7" fmla="*/ 114191 h 923544"/>
                <a:gd name="csX8" fmla="*/ 114191 w 920750"/>
                <a:gd name="csY8" fmla="*/ 0 h 9235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20750" h="923544">
                  <a:moveTo>
                    <a:pt x="114191" y="0"/>
                  </a:moveTo>
                  <a:lnTo>
                    <a:pt x="806559" y="0"/>
                  </a:lnTo>
                  <a:cubicBezTo>
                    <a:pt x="869625" y="0"/>
                    <a:pt x="920750" y="51125"/>
                    <a:pt x="920750" y="114191"/>
                  </a:cubicBezTo>
                  <a:lnTo>
                    <a:pt x="920750" y="809353"/>
                  </a:lnTo>
                  <a:cubicBezTo>
                    <a:pt x="920750" y="872419"/>
                    <a:pt x="869625" y="923544"/>
                    <a:pt x="806559" y="923544"/>
                  </a:cubicBezTo>
                  <a:lnTo>
                    <a:pt x="114191" y="923544"/>
                  </a:lnTo>
                  <a:cubicBezTo>
                    <a:pt x="51125" y="923544"/>
                    <a:pt x="0" y="872419"/>
                    <a:pt x="0" y="809353"/>
                  </a:cubicBez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0" name="Freeform: Shape 99">
              <a:extLst>
                <a:ext uri="{FF2B5EF4-FFF2-40B4-BE49-F238E27FC236}">
                  <a16:creationId xmlns:a16="http://schemas.microsoft.com/office/drawing/2014/main" id="{D4D74844-AFDE-A399-893C-1779A4724B13}"/>
                </a:ext>
              </a:extLst>
            </p:cNvPr>
            <p:cNvSpPr/>
            <p:nvPr/>
          </p:nvSpPr>
          <p:spPr bwMode="auto">
            <a:xfrm>
              <a:off x="11578874" y="4584882"/>
              <a:ext cx="613126" cy="923544"/>
            </a:xfrm>
            <a:custGeom>
              <a:avLst/>
              <a:gdLst>
                <a:gd name="csX0" fmla="*/ 114191 w 613126"/>
                <a:gd name="csY0" fmla="*/ 0 h 923544"/>
                <a:gd name="csX1" fmla="*/ 613126 w 613126"/>
                <a:gd name="csY1" fmla="*/ 0 h 923544"/>
                <a:gd name="csX2" fmla="*/ 613126 w 613126"/>
                <a:gd name="csY2" fmla="*/ 923544 h 923544"/>
                <a:gd name="csX3" fmla="*/ 114191 w 613126"/>
                <a:gd name="csY3" fmla="*/ 923544 h 923544"/>
                <a:gd name="csX4" fmla="*/ 0 w 613126"/>
                <a:gd name="csY4" fmla="*/ 809353 h 923544"/>
                <a:gd name="csX5" fmla="*/ 0 w 613126"/>
                <a:gd name="csY5" fmla="*/ 114191 h 923544"/>
                <a:gd name="csX6" fmla="*/ 114191 w 613126"/>
                <a:gd name="csY6" fmla="*/ 0 h 92354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13126" h="923544">
                  <a:moveTo>
                    <a:pt x="114191" y="0"/>
                  </a:moveTo>
                  <a:lnTo>
                    <a:pt x="613126" y="0"/>
                  </a:lnTo>
                  <a:lnTo>
                    <a:pt x="613126" y="923544"/>
                  </a:lnTo>
                  <a:lnTo>
                    <a:pt x="114191" y="923544"/>
                  </a:lnTo>
                  <a:cubicBezTo>
                    <a:pt x="51125" y="923544"/>
                    <a:pt x="0" y="872419"/>
                    <a:pt x="0" y="809353"/>
                  </a:cubicBez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grpSp>
      <p:sp>
        <p:nvSpPr>
          <p:cNvPr id="6" name="Text Placeholder 4">
            <a:extLst>
              <a:ext uri="{FF2B5EF4-FFF2-40B4-BE49-F238E27FC236}">
                <a16:creationId xmlns:a16="http://schemas.microsoft.com/office/drawing/2014/main" id="{D807068C-ED8F-5A99-57BF-F27C87DFB448}"/>
              </a:ext>
            </a:extLst>
          </p:cNvPr>
          <p:cNvSpPr>
            <a:spLocks noGrp="1"/>
          </p:cNvSpPr>
          <p:nvPr>
            <p:ph type="body" sz="quarter" idx="12" hasCustomPrompt="1"/>
          </p:nvPr>
        </p:nvSpPr>
        <p:spPr>
          <a:xfrm>
            <a:off x="2176463" y="2197894"/>
            <a:ext cx="7837488" cy="1231106"/>
          </a:xfrm>
        </p:spPr>
        <p:txBody>
          <a:bodyPr/>
          <a:lstStyle>
            <a:lvl1pPr marL="0" indent="0" algn="ctr">
              <a:buNone/>
              <a:defRPr lang="en-US" sz="8000" kern="1200" dirty="0">
                <a:solidFill>
                  <a:schemeClr val="tx1"/>
                </a:solidFill>
                <a:latin typeface="+mj-lt"/>
                <a:ea typeface="+mn-ea"/>
                <a:cs typeface="+mn-cs"/>
              </a:defRPr>
            </a:lvl1pPr>
            <a:lvl2pPr marL="228600" indent="0">
              <a:buNone/>
              <a:defRPr/>
            </a:lvl2pPr>
            <a:lvl3pPr marL="457200" indent="0">
              <a:buNone/>
              <a:defRPr/>
            </a:lvl3pPr>
            <a:lvl4pPr marL="661988" indent="0">
              <a:buNone/>
              <a:defRPr/>
            </a:lvl4pPr>
            <a:lvl5pPr marL="855663" indent="0">
              <a:buNone/>
              <a:defRPr/>
            </a:lvl5pPr>
          </a:lstStyle>
          <a:p>
            <a:pPr lvl="0"/>
            <a:r>
              <a:rPr lang="en-US"/>
              <a:t>Edit Title</a:t>
            </a:r>
          </a:p>
        </p:txBody>
      </p:sp>
      <p:pic>
        <p:nvPicPr>
          <p:cNvPr id="5" name="Graphic 4">
            <a:extLst>
              <a:ext uri="{FF2B5EF4-FFF2-40B4-BE49-F238E27FC236}">
                <a16:creationId xmlns:a16="http://schemas.microsoft.com/office/drawing/2014/main" id="{DDB000AF-8379-665B-6FE8-0A5FCF25BB6A}"/>
              </a:ext>
            </a:extLst>
          </p:cNvPr>
          <p:cNvPicPr>
            <a:picLocks noChangeAspect="1"/>
          </p:cNvPicPr>
          <p:nvPr/>
        </p:nvPicPr>
        <p:blipFill>
          <a:blip>
            <a:extLst>
              <a:ext uri="{96DAC541-7B7A-43D3-8B79-37D633B846F1}">
                <asvg:svgBlip xmlns:asvg="http://schemas.microsoft.com/office/drawing/2016/SVG/main" r:embed="rId2"/>
              </a:ext>
            </a:extLst>
          </a:blip>
          <a:srcRect b="46715"/>
          <a:stretch>
            <a:fillRect/>
          </a:stretch>
        </p:blipFill>
        <p:spPr>
          <a:xfrm>
            <a:off x="5289395" y="1318878"/>
            <a:ext cx="1613210" cy="574773"/>
          </a:xfrm>
          <a:prstGeom prst="rect">
            <a:avLst/>
          </a:prstGeom>
        </p:spPr>
      </p:pic>
    </p:spTree>
    <p:extLst>
      <p:ext uri="{BB962C8B-B14F-4D97-AF65-F5344CB8AC3E}">
        <p14:creationId xmlns:p14="http://schemas.microsoft.com/office/powerpoint/2010/main" val="254030011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12">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emo Slide Dark 1">
    <p:bg>
      <p:bgPr>
        <a:solidFill>
          <a:schemeClr val="tx1"/>
        </a:solidFill>
        <a:effectLst/>
      </p:bgPr>
    </p:bg>
    <p:spTree>
      <p:nvGrpSpPr>
        <p:cNvPr id="1" name=""/>
        <p:cNvGrpSpPr/>
        <p:nvPr/>
      </p:nvGrpSpPr>
      <p:grpSpPr>
        <a:xfrm>
          <a:off x="0" y="0"/>
          <a:ext cx="0" cy="0"/>
          <a:chOff x="0" y="0"/>
          <a:chExt cx="0" cy="0"/>
        </a:xfrm>
      </p:grpSpPr>
      <p:grpSp>
        <p:nvGrpSpPr>
          <p:cNvPr id="101" name="Group 100">
            <a:extLst>
              <a:ext uri="{FF2B5EF4-FFF2-40B4-BE49-F238E27FC236}">
                <a16:creationId xmlns:a16="http://schemas.microsoft.com/office/drawing/2014/main" id="{51C49364-A84E-AF30-7AAF-92A1042DBA2C}"/>
              </a:ext>
            </a:extLst>
          </p:cNvPr>
          <p:cNvGrpSpPr/>
          <p:nvPr/>
        </p:nvGrpSpPr>
        <p:grpSpPr>
          <a:xfrm>
            <a:off x="0" y="4386445"/>
            <a:ext cx="12192000" cy="2471556"/>
            <a:chOff x="0" y="4386445"/>
            <a:chExt cx="12192000" cy="2471556"/>
          </a:xfrm>
          <a:gradFill>
            <a:gsLst>
              <a:gs pos="30000">
                <a:srgbClr val="079FE7"/>
              </a:gs>
              <a:gs pos="70100">
                <a:schemeClr val="accent4"/>
              </a:gs>
              <a:gs pos="0">
                <a:srgbClr val="4ACD87"/>
              </a:gs>
              <a:gs pos="50000">
                <a:schemeClr val="accent1"/>
              </a:gs>
              <a:gs pos="100000">
                <a:srgbClr val="E85CB8"/>
              </a:gs>
            </a:gsLst>
            <a:lin ang="18900000" scaled="1"/>
          </a:gradFill>
        </p:grpSpPr>
        <p:sp>
          <p:nvSpPr>
            <p:cNvPr id="70" name="Freeform: Shape 69">
              <a:extLst>
                <a:ext uri="{FF2B5EF4-FFF2-40B4-BE49-F238E27FC236}">
                  <a16:creationId xmlns:a16="http://schemas.microsoft.com/office/drawing/2014/main" id="{4C519015-10BD-EFA2-C09C-C4CF3E43879A}"/>
                </a:ext>
              </a:extLst>
            </p:cNvPr>
            <p:cNvSpPr/>
            <p:nvPr/>
          </p:nvSpPr>
          <p:spPr bwMode="auto">
            <a:xfrm>
              <a:off x="603532" y="5648324"/>
              <a:ext cx="920750" cy="1209676"/>
            </a:xfrm>
            <a:custGeom>
              <a:avLst/>
              <a:gdLst>
                <a:gd name="csX0" fmla="*/ 114191 w 920750"/>
                <a:gd name="csY0" fmla="*/ 0 h 1209676"/>
                <a:gd name="csX1" fmla="*/ 806559 w 920750"/>
                <a:gd name="csY1" fmla="*/ 0 h 1209676"/>
                <a:gd name="csX2" fmla="*/ 920750 w 920750"/>
                <a:gd name="csY2" fmla="*/ 114191 h 1209676"/>
                <a:gd name="csX3" fmla="*/ 920750 w 920750"/>
                <a:gd name="csY3" fmla="*/ 1209676 h 1209676"/>
                <a:gd name="csX4" fmla="*/ 0 w 920750"/>
                <a:gd name="csY4" fmla="*/ 1209676 h 1209676"/>
                <a:gd name="csX5" fmla="*/ 0 w 920750"/>
                <a:gd name="csY5" fmla="*/ 114191 h 1209676"/>
                <a:gd name="csX6" fmla="*/ 114191 w 920750"/>
                <a:gd name="csY6" fmla="*/ 0 h 12096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20750" h="1209676">
                  <a:moveTo>
                    <a:pt x="114191" y="0"/>
                  </a:moveTo>
                  <a:lnTo>
                    <a:pt x="806559" y="0"/>
                  </a:lnTo>
                  <a:cubicBezTo>
                    <a:pt x="869625" y="0"/>
                    <a:pt x="920750" y="51125"/>
                    <a:pt x="920750" y="114191"/>
                  </a:cubicBezTo>
                  <a:lnTo>
                    <a:pt x="920750" y="1209676"/>
                  </a:lnTo>
                  <a:lnTo>
                    <a:pt x="0" y="1209676"/>
                  </a:ln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2" name="Freeform: Shape 71">
              <a:extLst>
                <a:ext uri="{FF2B5EF4-FFF2-40B4-BE49-F238E27FC236}">
                  <a16:creationId xmlns:a16="http://schemas.microsoft.com/office/drawing/2014/main" id="{2EC5C615-C5D6-E21E-E4DF-85A65E9F2B51}"/>
                </a:ext>
              </a:extLst>
            </p:cNvPr>
            <p:cNvSpPr/>
            <p:nvPr/>
          </p:nvSpPr>
          <p:spPr bwMode="auto">
            <a:xfrm>
              <a:off x="1823014" y="6249988"/>
              <a:ext cx="920750" cy="608012"/>
            </a:xfrm>
            <a:custGeom>
              <a:avLst/>
              <a:gdLst>
                <a:gd name="csX0" fmla="*/ 114191 w 920750"/>
                <a:gd name="csY0" fmla="*/ 0 h 608012"/>
                <a:gd name="csX1" fmla="*/ 806559 w 920750"/>
                <a:gd name="csY1" fmla="*/ 0 h 608012"/>
                <a:gd name="csX2" fmla="*/ 920750 w 920750"/>
                <a:gd name="csY2" fmla="*/ 114191 h 608012"/>
                <a:gd name="csX3" fmla="*/ 920750 w 920750"/>
                <a:gd name="csY3" fmla="*/ 608012 h 608012"/>
                <a:gd name="csX4" fmla="*/ 0 w 920750"/>
                <a:gd name="csY4" fmla="*/ 608012 h 608012"/>
                <a:gd name="csX5" fmla="*/ 0 w 920750"/>
                <a:gd name="csY5" fmla="*/ 114191 h 608012"/>
                <a:gd name="csX6" fmla="*/ 114191 w 920750"/>
                <a:gd name="csY6" fmla="*/ 0 h 6080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20750" h="608012">
                  <a:moveTo>
                    <a:pt x="114191" y="0"/>
                  </a:moveTo>
                  <a:lnTo>
                    <a:pt x="806559" y="0"/>
                  </a:lnTo>
                  <a:cubicBezTo>
                    <a:pt x="869625" y="0"/>
                    <a:pt x="920750" y="51125"/>
                    <a:pt x="920750" y="114191"/>
                  </a:cubicBezTo>
                  <a:lnTo>
                    <a:pt x="920750" y="608012"/>
                  </a:lnTo>
                  <a:lnTo>
                    <a:pt x="0" y="608012"/>
                  </a:ln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4" name="Freeform: Shape 73">
              <a:extLst>
                <a:ext uri="{FF2B5EF4-FFF2-40B4-BE49-F238E27FC236}">
                  <a16:creationId xmlns:a16="http://schemas.microsoft.com/office/drawing/2014/main" id="{6DB21A8D-9970-BA2D-508C-74CB5AF8421B}"/>
                </a:ext>
              </a:extLst>
            </p:cNvPr>
            <p:cNvSpPr/>
            <p:nvPr/>
          </p:nvSpPr>
          <p:spPr bwMode="auto">
            <a:xfrm>
              <a:off x="3042496" y="5907088"/>
              <a:ext cx="920750" cy="950912"/>
            </a:xfrm>
            <a:custGeom>
              <a:avLst/>
              <a:gdLst>
                <a:gd name="csX0" fmla="*/ 114191 w 920750"/>
                <a:gd name="csY0" fmla="*/ 0 h 950912"/>
                <a:gd name="csX1" fmla="*/ 806559 w 920750"/>
                <a:gd name="csY1" fmla="*/ 0 h 950912"/>
                <a:gd name="csX2" fmla="*/ 920750 w 920750"/>
                <a:gd name="csY2" fmla="*/ 114191 h 950912"/>
                <a:gd name="csX3" fmla="*/ 920750 w 920750"/>
                <a:gd name="csY3" fmla="*/ 950912 h 950912"/>
                <a:gd name="csX4" fmla="*/ 0 w 920750"/>
                <a:gd name="csY4" fmla="*/ 950912 h 950912"/>
                <a:gd name="csX5" fmla="*/ 0 w 920750"/>
                <a:gd name="csY5" fmla="*/ 114191 h 950912"/>
                <a:gd name="csX6" fmla="*/ 114191 w 920750"/>
                <a:gd name="csY6" fmla="*/ 0 h 9509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20750" h="950912">
                  <a:moveTo>
                    <a:pt x="114191" y="0"/>
                  </a:moveTo>
                  <a:lnTo>
                    <a:pt x="806559" y="0"/>
                  </a:lnTo>
                  <a:cubicBezTo>
                    <a:pt x="869625" y="0"/>
                    <a:pt x="920750" y="51125"/>
                    <a:pt x="920750" y="114191"/>
                  </a:cubicBezTo>
                  <a:lnTo>
                    <a:pt x="920750" y="950912"/>
                  </a:lnTo>
                  <a:lnTo>
                    <a:pt x="0" y="950912"/>
                  </a:ln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6" name="Freeform: Shape 75">
              <a:extLst>
                <a:ext uri="{FF2B5EF4-FFF2-40B4-BE49-F238E27FC236}">
                  <a16:creationId xmlns:a16="http://schemas.microsoft.com/office/drawing/2014/main" id="{981D7439-8402-5C42-00F7-B8BD93A5CAF1}"/>
                </a:ext>
              </a:extLst>
            </p:cNvPr>
            <p:cNvSpPr/>
            <p:nvPr/>
          </p:nvSpPr>
          <p:spPr bwMode="auto">
            <a:xfrm>
              <a:off x="4261978" y="5449888"/>
              <a:ext cx="920750" cy="1408112"/>
            </a:xfrm>
            <a:custGeom>
              <a:avLst/>
              <a:gdLst>
                <a:gd name="csX0" fmla="*/ 114191 w 920750"/>
                <a:gd name="csY0" fmla="*/ 0 h 1408112"/>
                <a:gd name="csX1" fmla="*/ 806559 w 920750"/>
                <a:gd name="csY1" fmla="*/ 0 h 1408112"/>
                <a:gd name="csX2" fmla="*/ 920750 w 920750"/>
                <a:gd name="csY2" fmla="*/ 114191 h 1408112"/>
                <a:gd name="csX3" fmla="*/ 920750 w 920750"/>
                <a:gd name="csY3" fmla="*/ 1408112 h 1408112"/>
                <a:gd name="csX4" fmla="*/ 0 w 920750"/>
                <a:gd name="csY4" fmla="*/ 1408112 h 1408112"/>
                <a:gd name="csX5" fmla="*/ 0 w 920750"/>
                <a:gd name="csY5" fmla="*/ 114191 h 1408112"/>
                <a:gd name="csX6" fmla="*/ 114191 w 920750"/>
                <a:gd name="csY6" fmla="*/ 0 h 14081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20750" h="1408112">
                  <a:moveTo>
                    <a:pt x="114191" y="0"/>
                  </a:moveTo>
                  <a:lnTo>
                    <a:pt x="806559" y="0"/>
                  </a:lnTo>
                  <a:cubicBezTo>
                    <a:pt x="869625" y="0"/>
                    <a:pt x="920750" y="51125"/>
                    <a:pt x="920750" y="114191"/>
                  </a:cubicBezTo>
                  <a:lnTo>
                    <a:pt x="920750" y="1408112"/>
                  </a:lnTo>
                  <a:lnTo>
                    <a:pt x="0" y="1408112"/>
                  </a:ln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8" name="Freeform: Shape 77">
              <a:extLst>
                <a:ext uri="{FF2B5EF4-FFF2-40B4-BE49-F238E27FC236}">
                  <a16:creationId xmlns:a16="http://schemas.microsoft.com/office/drawing/2014/main" id="{C6CCEAB8-ECA9-D63D-7DE9-9543C4FCF01D}"/>
                </a:ext>
              </a:extLst>
            </p:cNvPr>
            <p:cNvSpPr/>
            <p:nvPr/>
          </p:nvSpPr>
          <p:spPr bwMode="auto">
            <a:xfrm>
              <a:off x="5481460" y="5449888"/>
              <a:ext cx="920750" cy="1408112"/>
            </a:xfrm>
            <a:custGeom>
              <a:avLst/>
              <a:gdLst>
                <a:gd name="csX0" fmla="*/ 114191 w 920750"/>
                <a:gd name="csY0" fmla="*/ 0 h 1408112"/>
                <a:gd name="csX1" fmla="*/ 806559 w 920750"/>
                <a:gd name="csY1" fmla="*/ 0 h 1408112"/>
                <a:gd name="csX2" fmla="*/ 920750 w 920750"/>
                <a:gd name="csY2" fmla="*/ 114191 h 1408112"/>
                <a:gd name="csX3" fmla="*/ 920750 w 920750"/>
                <a:gd name="csY3" fmla="*/ 1408112 h 1408112"/>
                <a:gd name="csX4" fmla="*/ 0 w 920750"/>
                <a:gd name="csY4" fmla="*/ 1408112 h 1408112"/>
                <a:gd name="csX5" fmla="*/ 0 w 920750"/>
                <a:gd name="csY5" fmla="*/ 114191 h 1408112"/>
                <a:gd name="csX6" fmla="*/ 114191 w 920750"/>
                <a:gd name="csY6" fmla="*/ 0 h 14081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20750" h="1408112">
                  <a:moveTo>
                    <a:pt x="114191" y="0"/>
                  </a:moveTo>
                  <a:lnTo>
                    <a:pt x="806559" y="0"/>
                  </a:lnTo>
                  <a:cubicBezTo>
                    <a:pt x="869625" y="0"/>
                    <a:pt x="920750" y="51125"/>
                    <a:pt x="920750" y="114191"/>
                  </a:cubicBezTo>
                  <a:lnTo>
                    <a:pt x="920750" y="1408112"/>
                  </a:lnTo>
                  <a:lnTo>
                    <a:pt x="0" y="1408112"/>
                  </a:lnTo>
                  <a:lnTo>
                    <a:pt x="0" y="114191"/>
                  </a:lnTo>
                  <a:cubicBezTo>
                    <a:pt x="0" y="51125"/>
                    <a:pt x="51126"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0" name="Freeform: Shape 79">
              <a:extLst>
                <a:ext uri="{FF2B5EF4-FFF2-40B4-BE49-F238E27FC236}">
                  <a16:creationId xmlns:a16="http://schemas.microsoft.com/office/drawing/2014/main" id="{27ED37F1-9AE3-6993-098C-8B0ADE3E200B}"/>
                </a:ext>
              </a:extLst>
            </p:cNvPr>
            <p:cNvSpPr/>
            <p:nvPr/>
          </p:nvSpPr>
          <p:spPr bwMode="auto">
            <a:xfrm>
              <a:off x="7920424" y="6011862"/>
              <a:ext cx="920750" cy="846138"/>
            </a:xfrm>
            <a:custGeom>
              <a:avLst/>
              <a:gdLst>
                <a:gd name="csX0" fmla="*/ 114191 w 920750"/>
                <a:gd name="csY0" fmla="*/ 0 h 846138"/>
                <a:gd name="csX1" fmla="*/ 806559 w 920750"/>
                <a:gd name="csY1" fmla="*/ 0 h 846138"/>
                <a:gd name="csX2" fmla="*/ 920750 w 920750"/>
                <a:gd name="csY2" fmla="*/ 114191 h 846138"/>
                <a:gd name="csX3" fmla="*/ 920750 w 920750"/>
                <a:gd name="csY3" fmla="*/ 846138 h 846138"/>
                <a:gd name="csX4" fmla="*/ 0 w 920750"/>
                <a:gd name="csY4" fmla="*/ 846138 h 846138"/>
                <a:gd name="csX5" fmla="*/ 0 w 920750"/>
                <a:gd name="csY5" fmla="*/ 114191 h 846138"/>
                <a:gd name="csX6" fmla="*/ 114191 w 920750"/>
                <a:gd name="csY6" fmla="*/ 0 h 84613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20750" h="846138">
                  <a:moveTo>
                    <a:pt x="114191" y="0"/>
                  </a:moveTo>
                  <a:lnTo>
                    <a:pt x="806559" y="0"/>
                  </a:lnTo>
                  <a:cubicBezTo>
                    <a:pt x="869625" y="0"/>
                    <a:pt x="920750" y="51125"/>
                    <a:pt x="920750" y="114191"/>
                  </a:cubicBezTo>
                  <a:lnTo>
                    <a:pt x="920750" y="846138"/>
                  </a:lnTo>
                  <a:lnTo>
                    <a:pt x="0" y="846138"/>
                  </a:ln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2" name="Freeform: Shape 81">
              <a:extLst>
                <a:ext uri="{FF2B5EF4-FFF2-40B4-BE49-F238E27FC236}">
                  <a16:creationId xmlns:a16="http://schemas.microsoft.com/office/drawing/2014/main" id="{1F14B081-6632-A539-170B-7DA5E2937283}"/>
                </a:ext>
              </a:extLst>
            </p:cNvPr>
            <p:cNvSpPr/>
            <p:nvPr/>
          </p:nvSpPr>
          <p:spPr bwMode="auto">
            <a:xfrm>
              <a:off x="6700942" y="6249988"/>
              <a:ext cx="920750" cy="608012"/>
            </a:xfrm>
            <a:custGeom>
              <a:avLst/>
              <a:gdLst>
                <a:gd name="csX0" fmla="*/ 114191 w 920750"/>
                <a:gd name="csY0" fmla="*/ 0 h 608012"/>
                <a:gd name="csX1" fmla="*/ 806559 w 920750"/>
                <a:gd name="csY1" fmla="*/ 0 h 608012"/>
                <a:gd name="csX2" fmla="*/ 920750 w 920750"/>
                <a:gd name="csY2" fmla="*/ 114191 h 608012"/>
                <a:gd name="csX3" fmla="*/ 920750 w 920750"/>
                <a:gd name="csY3" fmla="*/ 608012 h 608012"/>
                <a:gd name="csX4" fmla="*/ 0 w 920750"/>
                <a:gd name="csY4" fmla="*/ 608012 h 608012"/>
                <a:gd name="csX5" fmla="*/ 0 w 920750"/>
                <a:gd name="csY5" fmla="*/ 114191 h 608012"/>
                <a:gd name="csX6" fmla="*/ 114191 w 920750"/>
                <a:gd name="csY6" fmla="*/ 0 h 6080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20750" h="608012">
                  <a:moveTo>
                    <a:pt x="114191" y="0"/>
                  </a:moveTo>
                  <a:lnTo>
                    <a:pt x="806559" y="0"/>
                  </a:lnTo>
                  <a:cubicBezTo>
                    <a:pt x="869625" y="0"/>
                    <a:pt x="920750" y="51125"/>
                    <a:pt x="920750" y="114191"/>
                  </a:cubicBezTo>
                  <a:lnTo>
                    <a:pt x="920750" y="608012"/>
                  </a:lnTo>
                  <a:lnTo>
                    <a:pt x="0" y="608012"/>
                  </a:ln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4" name="Freeform: Shape 83">
              <a:extLst>
                <a:ext uri="{FF2B5EF4-FFF2-40B4-BE49-F238E27FC236}">
                  <a16:creationId xmlns:a16="http://schemas.microsoft.com/office/drawing/2014/main" id="{14435920-E70C-6AC1-5053-54B4144BB253}"/>
                </a:ext>
              </a:extLst>
            </p:cNvPr>
            <p:cNvSpPr/>
            <p:nvPr/>
          </p:nvSpPr>
          <p:spPr bwMode="auto">
            <a:xfrm>
              <a:off x="9139906" y="6658770"/>
              <a:ext cx="920750" cy="199231"/>
            </a:xfrm>
            <a:custGeom>
              <a:avLst/>
              <a:gdLst>
                <a:gd name="csX0" fmla="*/ 114191 w 920750"/>
                <a:gd name="csY0" fmla="*/ 0 h 199231"/>
                <a:gd name="csX1" fmla="*/ 806559 w 920750"/>
                <a:gd name="csY1" fmla="*/ 0 h 199231"/>
                <a:gd name="csX2" fmla="*/ 920750 w 920750"/>
                <a:gd name="csY2" fmla="*/ 114191 h 199231"/>
                <a:gd name="csX3" fmla="*/ 920750 w 920750"/>
                <a:gd name="csY3" fmla="*/ 199231 h 199231"/>
                <a:gd name="csX4" fmla="*/ 0 w 920750"/>
                <a:gd name="csY4" fmla="*/ 199231 h 199231"/>
                <a:gd name="csX5" fmla="*/ 0 w 920750"/>
                <a:gd name="csY5" fmla="*/ 114191 h 199231"/>
                <a:gd name="csX6" fmla="*/ 114191 w 920750"/>
                <a:gd name="csY6" fmla="*/ 0 h 1992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20750" h="199231">
                  <a:moveTo>
                    <a:pt x="114191" y="0"/>
                  </a:moveTo>
                  <a:lnTo>
                    <a:pt x="806559" y="0"/>
                  </a:lnTo>
                  <a:cubicBezTo>
                    <a:pt x="869625" y="0"/>
                    <a:pt x="920750" y="51125"/>
                    <a:pt x="920750" y="114191"/>
                  </a:cubicBezTo>
                  <a:lnTo>
                    <a:pt x="920750" y="199231"/>
                  </a:lnTo>
                  <a:lnTo>
                    <a:pt x="0" y="199231"/>
                  </a:ln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6" name="Freeform: Shape 85">
              <a:extLst>
                <a:ext uri="{FF2B5EF4-FFF2-40B4-BE49-F238E27FC236}">
                  <a16:creationId xmlns:a16="http://schemas.microsoft.com/office/drawing/2014/main" id="{B3EC4FB8-EB6E-F911-1B31-830F5FC4356E}"/>
                </a:ext>
              </a:extLst>
            </p:cNvPr>
            <p:cNvSpPr/>
            <p:nvPr/>
          </p:nvSpPr>
          <p:spPr bwMode="auto">
            <a:xfrm>
              <a:off x="10359388" y="6343650"/>
              <a:ext cx="920750" cy="514350"/>
            </a:xfrm>
            <a:custGeom>
              <a:avLst/>
              <a:gdLst>
                <a:gd name="csX0" fmla="*/ 114191 w 920750"/>
                <a:gd name="csY0" fmla="*/ 0 h 514350"/>
                <a:gd name="csX1" fmla="*/ 806559 w 920750"/>
                <a:gd name="csY1" fmla="*/ 0 h 514350"/>
                <a:gd name="csX2" fmla="*/ 920750 w 920750"/>
                <a:gd name="csY2" fmla="*/ 114191 h 514350"/>
                <a:gd name="csX3" fmla="*/ 920750 w 920750"/>
                <a:gd name="csY3" fmla="*/ 514350 h 514350"/>
                <a:gd name="csX4" fmla="*/ 0 w 920750"/>
                <a:gd name="csY4" fmla="*/ 514350 h 514350"/>
                <a:gd name="csX5" fmla="*/ 0 w 920750"/>
                <a:gd name="csY5" fmla="*/ 114191 h 514350"/>
                <a:gd name="csX6" fmla="*/ 114191 w 920750"/>
                <a:gd name="csY6" fmla="*/ 0 h 51435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20750" h="514350">
                  <a:moveTo>
                    <a:pt x="114191" y="0"/>
                  </a:moveTo>
                  <a:lnTo>
                    <a:pt x="806559" y="0"/>
                  </a:lnTo>
                  <a:cubicBezTo>
                    <a:pt x="869625" y="0"/>
                    <a:pt x="920750" y="51125"/>
                    <a:pt x="920750" y="114191"/>
                  </a:cubicBezTo>
                  <a:lnTo>
                    <a:pt x="920750" y="514350"/>
                  </a:lnTo>
                  <a:lnTo>
                    <a:pt x="0" y="514350"/>
                  </a:ln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8" name="Freeform: Shape 87">
              <a:extLst>
                <a:ext uri="{FF2B5EF4-FFF2-40B4-BE49-F238E27FC236}">
                  <a16:creationId xmlns:a16="http://schemas.microsoft.com/office/drawing/2014/main" id="{7D66D670-3F1C-2C68-A1B7-BA92D144629E}"/>
                </a:ext>
              </a:extLst>
            </p:cNvPr>
            <p:cNvSpPr/>
            <p:nvPr/>
          </p:nvSpPr>
          <p:spPr bwMode="auto">
            <a:xfrm>
              <a:off x="11578874" y="5648324"/>
              <a:ext cx="613126" cy="1209676"/>
            </a:xfrm>
            <a:custGeom>
              <a:avLst/>
              <a:gdLst>
                <a:gd name="csX0" fmla="*/ 114191 w 613126"/>
                <a:gd name="csY0" fmla="*/ 0 h 1209676"/>
                <a:gd name="csX1" fmla="*/ 613126 w 613126"/>
                <a:gd name="csY1" fmla="*/ 0 h 1209676"/>
                <a:gd name="csX2" fmla="*/ 613126 w 613126"/>
                <a:gd name="csY2" fmla="*/ 1209676 h 1209676"/>
                <a:gd name="csX3" fmla="*/ 0 w 613126"/>
                <a:gd name="csY3" fmla="*/ 1209676 h 1209676"/>
                <a:gd name="csX4" fmla="*/ 0 w 613126"/>
                <a:gd name="csY4" fmla="*/ 114191 h 1209676"/>
                <a:gd name="csX5" fmla="*/ 114191 w 613126"/>
                <a:gd name="csY5" fmla="*/ 0 h 1209676"/>
              </a:gdLst>
              <a:ahLst/>
              <a:cxnLst>
                <a:cxn ang="0">
                  <a:pos x="csX0" y="csY0"/>
                </a:cxn>
                <a:cxn ang="0">
                  <a:pos x="csX1" y="csY1"/>
                </a:cxn>
                <a:cxn ang="0">
                  <a:pos x="csX2" y="csY2"/>
                </a:cxn>
                <a:cxn ang="0">
                  <a:pos x="csX3" y="csY3"/>
                </a:cxn>
                <a:cxn ang="0">
                  <a:pos x="csX4" y="csY4"/>
                </a:cxn>
                <a:cxn ang="0">
                  <a:pos x="csX5" y="csY5"/>
                </a:cxn>
              </a:cxnLst>
              <a:rect l="l" t="t" r="r" b="b"/>
              <a:pathLst>
                <a:path w="613126" h="1209676">
                  <a:moveTo>
                    <a:pt x="114191" y="0"/>
                  </a:moveTo>
                  <a:lnTo>
                    <a:pt x="613126" y="0"/>
                  </a:lnTo>
                  <a:lnTo>
                    <a:pt x="613126" y="1209676"/>
                  </a:lnTo>
                  <a:lnTo>
                    <a:pt x="0" y="1209676"/>
                  </a:ln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0" name="Freeform: Shape 89">
              <a:extLst>
                <a:ext uri="{FF2B5EF4-FFF2-40B4-BE49-F238E27FC236}">
                  <a16:creationId xmlns:a16="http://schemas.microsoft.com/office/drawing/2014/main" id="{2015B166-EBE6-9F84-02B2-F629C6D0EDEB}"/>
                </a:ext>
              </a:extLst>
            </p:cNvPr>
            <p:cNvSpPr/>
            <p:nvPr/>
          </p:nvSpPr>
          <p:spPr bwMode="auto">
            <a:xfrm>
              <a:off x="0" y="5927726"/>
              <a:ext cx="304800" cy="930274"/>
            </a:xfrm>
            <a:custGeom>
              <a:avLst/>
              <a:gdLst>
                <a:gd name="csX0" fmla="*/ 0 w 304800"/>
                <a:gd name="csY0" fmla="*/ 0 h 930274"/>
                <a:gd name="csX1" fmla="*/ 190609 w 304800"/>
                <a:gd name="csY1" fmla="*/ 0 h 930274"/>
                <a:gd name="csX2" fmla="*/ 304800 w 304800"/>
                <a:gd name="csY2" fmla="*/ 114191 h 930274"/>
                <a:gd name="csX3" fmla="*/ 304800 w 304800"/>
                <a:gd name="csY3" fmla="*/ 930274 h 930274"/>
                <a:gd name="csX4" fmla="*/ 0 w 304800"/>
                <a:gd name="csY4" fmla="*/ 930274 h 930274"/>
              </a:gdLst>
              <a:ahLst/>
              <a:cxnLst>
                <a:cxn ang="0">
                  <a:pos x="csX0" y="csY0"/>
                </a:cxn>
                <a:cxn ang="0">
                  <a:pos x="csX1" y="csY1"/>
                </a:cxn>
                <a:cxn ang="0">
                  <a:pos x="csX2" y="csY2"/>
                </a:cxn>
                <a:cxn ang="0">
                  <a:pos x="csX3" y="csY3"/>
                </a:cxn>
                <a:cxn ang="0">
                  <a:pos x="csX4" y="csY4"/>
                </a:cxn>
              </a:cxnLst>
              <a:rect l="l" t="t" r="r" b="b"/>
              <a:pathLst>
                <a:path w="304800" h="930274">
                  <a:moveTo>
                    <a:pt x="0" y="0"/>
                  </a:moveTo>
                  <a:lnTo>
                    <a:pt x="190609" y="0"/>
                  </a:lnTo>
                  <a:cubicBezTo>
                    <a:pt x="253675" y="0"/>
                    <a:pt x="304800" y="51125"/>
                    <a:pt x="304800" y="114191"/>
                  </a:cubicBezTo>
                  <a:lnTo>
                    <a:pt x="304800" y="930274"/>
                  </a:lnTo>
                  <a:lnTo>
                    <a:pt x="0" y="930274"/>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2" name="Freeform: Shape 91">
              <a:extLst>
                <a:ext uri="{FF2B5EF4-FFF2-40B4-BE49-F238E27FC236}">
                  <a16:creationId xmlns:a16="http://schemas.microsoft.com/office/drawing/2014/main" id="{8D039EF9-B4CE-CB7A-05D8-1717672366C5}"/>
                </a:ext>
              </a:extLst>
            </p:cNvPr>
            <p:cNvSpPr/>
            <p:nvPr/>
          </p:nvSpPr>
          <p:spPr bwMode="auto">
            <a:xfrm>
              <a:off x="603532" y="4584882"/>
              <a:ext cx="920750" cy="923544"/>
            </a:xfrm>
            <a:custGeom>
              <a:avLst/>
              <a:gdLst>
                <a:gd name="csX0" fmla="*/ 114191 w 920750"/>
                <a:gd name="csY0" fmla="*/ 0 h 923544"/>
                <a:gd name="csX1" fmla="*/ 806559 w 920750"/>
                <a:gd name="csY1" fmla="*/ 0 h 923544"/>
                <a:gd name="csX2" fmla="*/ 920750 w 920750"/>
                <a:gd name="csY2" fmla="*/ 114191 h 923544"/>
                <a:gd name="csX3" fmla="*/ 920750 w 920750"/>
                <a:gd name="csY3" fmla="*/ 809353 h 923544"/>
                <a:gd name="csX4" fmla="*/ 806559 w 920750"/>
                <a:gd name="csY4" fmla="*/ 923544 h 923544"/>
                <a:gd name="csX5" fmla="*/ 114191 w 920750"/>
                <a:gd name="csY5" fmla="*/ 923544 h 923544"/>
                <a:gd name="csX6" fmla="*/ 0 w 920750"/>
                <a:gd name="csY6" fmla="*/ 809353 h 923544"/>
                <a:gd name="csX7" fmla="*/ 0 w 920750"/>
                <a:gd name="csY7" fmla="*/ 114191 h 923544"/>
                <a:gd name="csX8" fmla="*/ 114191 w 920750"/>
                <a:gd name="csY8" fmla="*/ 0 h 9235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20750" h="923544">
                  <a:moveTo>
                    <a:pt x="114191" y="0"/>
                  </a:moveTo>
                  <a:lnTo>
                    <a:pt x="806559" y="0"/>
                  </a:lnTo>
                  <a:cubicBezTo>
                    <a:pt x="869625" y="0"/>
                    <a:pt x="920750" y="51125"/>
                    <a:pt x="920750" y="114191"/>
                  </a:cubicBezTo>
                  <a:lnTo>
                    <a:pt x="920750" y="809353"/>
                  </a:lnTo>
                  <a:cubicBezTo>
                    <a:pt x="920750" y="872419"/>
                    <a:pt x="869625" y="923544"/>
                    <a:pt x="806559" y="923544"/>
                  </a:cubicBezTo>
                  <a:lnTo>
                    <a:pt x="114191" y="923544"/>
                  </a:lnTo>
                  <a:cubicBezTo>
                    <a:pt x="51125" y="923544"/>
                    <a:pt x="0" y="872419"/>
                    <a:pt x="0" y="809353"/>
                  </a:cubicBez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4" name="Freeform: Shape 93">
              <a:extLst>
                <a:ext uri="{FF2B5EF4-FFF2-40B4-BE49-F238E27FC236}">
                  <a16:creationId xmlns:a16="http://schemas.microsoft.com/office/drawing/2014/main" id="{D586B3D4-7C83-14F8-96B4-EF439321EA99}"/>
                </a:ext>
              </a:extLst>
            </p:cNvPr>
            <p:cNvSpPr/>
            <p:nvPr/>
          </p:nvSpPr>
          <p:spPr bwMode="auto">
            <a:xfrm>
              <a:off x="4261978" y="4386445"/>
              <a:ext cx="920750" cy="923544"/>
            </a:xfrm>
            <a:custGeom>
              <a:avLst/>
              <a:gdLst>
                <a:gd name="csX0" fmla="*/ 114191 w 920750"/>
                <a:gd name="csY0" fmla="*/ 0 h 923544"/>
                <a:gd name="csX1" fmla="*/ 806559 w 920750"/>
                <a:gd name="csY1" fmla="*/ 0 h 923544"/>
                <a:gd name="csX2" fmla="*/ 920750 w 920750"/>
                <a:gd name="csY2" fmla="*/ 114191 h 923544"/>
                <a:gd name="csX3" fmla="*/ 920750 w 920750"/>
                <a:gd name="csY3" fmla="*/ 809353 h 923544"/>
                <a:gd name="csX4" fmla="*/ 806559 w 920750"/>
                <a:gd name="csY4" fmla="*/ 923544 h 923544"/>
                <a:gd name="csX5" fmla="*/ 114191 w 920750"/>
                <a:gd name="csY5" fmla="*/ 923544 h 923544"/>
                <a:gd name="csX6" fmla="*/ 0 w 920750"/>
                <a:gd name="csY6" fmla="*/ 809353 h 923544"/>
                <a:gd name="csX7" fmla="*/ 0 w 920750"/>
                <a:gd name="csY7" fmla="*/ 114191 h 923544"/>
                <a:gd name="csX8" fmla="*/ 114191 w 920750"/>
                <a:gd name="csY8" fmla="*/ 0 h 9235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20750" h="923544">
                  <a:moveTo>
                    <a:pt x="114191" y="0"/>
                  </a:moveTo>
                  <a:lnTo>
                    <a:pt x="806559" y="0"/>
                  </a:lnTo>
                  <a:cubicBezTo>
                    <a:pt x="869625" y="0"/>
                    <a:pt x="920750" y="51125"/>
                    <a:pt x="920750" y="114191"/>
                  </a:cubicBezTo>
                  <a:lnTo>
                    <a:pt x="920750" y="809353"/>
                  </a:lnTo>
                  <a:cubicBezTo>
                    <a:pt x="920750" y="872419"/>
                    <a:pt x="869625" y="923544"/>
                    <a:pt x="806559" y="923544"/>
                  </a:cubicBezTo>
                  <a:lnTo>
                    <a:pt x="114191" y="923544"/>
                  </a:lnTo>
                  <a:cubicBezTo>
                    <a:pt x="51125" y="923544"/>
                    <a:pt x="0" y="872419"/>
                    <a:pt x="0" y="809353"/>
                  </a:cubicBez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6" name="Freeform: Shape 95">
              <a:extLst>
                <a:ext uri="{FF2B5EF4-FFF2-40B4-BE49-F238E27FC236}">
                  <a16:creationId xmlns:a16="http://schemas.microsoft.com/office/drawing/2014/main" id="{A88B8E3D-6B35-ED89-56ED-1B039B7C55EC}"/>
                </a:ext>
              </a:extLst>
            </p:cNvPr>
            <p:cNvSpPr/>
            <p:nvPr/>
          </p:nvSpPr>
          <p:spPr bwMode="auto">
            <a:xfrm>
              <a:off x="6700942" y="5186545"/>
              <a:ext cx="920750" cy="923544"/>
            </a:xfrm>
            <a:custGeom>
              <a:avLst/>
              <a:gdLst>
                <a:gd name="csX0" fmla="*/ 114191 w 920750"/>
                <a:gd name="csY0" fmla="*/ 0 h 923544"/>
                <a:gd name="csX1" fmla="*/ 806559 w 920750"/>
                <a:gd name="csY1" fmla="*/ 0 h 923544"/>
                <a:gd name="csX2" fmla="*/ 920750 w 920750"/>
                <a:gd name="csY2" fmla="*/ 114191 h 923544"/>
                <a:gd name="csX3" fmla="*/ 920750 w 920750"/>
                <a:gd name="csY3" fmla="*/ 809353 h 923544"/>
                <a:gd name="csX4" fmla="*/ 806559 w 920750"/>
                <a:gd name="csY4" fmla="*/ 923544 h 923544"/>
                <a:gd name="csX5" fmla="*/ 114191 w 920750"/>
                <a:gd name="csY5" fmla="*/ 923544 h 923544"/>
                <a:gd name="csX6" fmla="*/ 0 w 920750"/>
                <a:gd name="csY6" fmla="*/ 809353 h 923544"/>
                <a:gd name="csX7" fmla="*/ 0 w 920750"/>
                <a:gd name="csY7" fmla="*/ 114191 h 923544"/>
                <a:gd name="csX8" fmla="*/ 114191 w 920750"/>
                <a:gd name="csY8" fmla="*/ 0 h 9235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20750" h="923544">
                  <a:moveTo>
                    <a:pt x="114191" y="0"/>
                  </a:moveTo>
                  <a:lnTo>
                    <a:pt x="806559" y="0"/>
                  </a:lnTo>
                  <a:cubicBezTo>
                    <a:pt x="869625" y="0"/>
                    <a:pt x="920750" y="51125"/>
                    <a:pt x="920750" y="114191"/>
                  </a:cubicBezTo>
                  <a:lnTo>
                    <a:pt x="920750" y="809353"/>
                  </a:lnTo>
                  <a:cubicBezTo>
                    <a:pt x="920750" y="872419"/>
                    <a:pt x="869625" y="923544"/>
                    <a:pt x="806559" y="923544"/>
                  </a:cubicBezTo>
                  <a:lnTo>
                    <a:pt x="114191" y="923544"/>
                  </a:lnTo>
                  <a:cubicBezTo>
                    <a:pt x="51125" y="923544"/>
                    <a:pt x="0" y="872419"/>
                    <a:pt x="0" y="809353"/>
                  </a:cubicBez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8" name="Freeform: Shape 97">
              <a:extLst>
                <a:ext uri="{FF2B5EF4-FFF2-40B4-BE49-F238E27FC236}">
                  <a16:creationId xmlns:a16="http://schemas.microsoft.com/office/drawing/2014/main" id="{41CC3E90-86AA-B5F6-0F63-7D67AD679D95}"/>
                </a:ext>
              </a:extLst>
            </p:cNvPr>
            <p:cNvSpPr/>
            <p:nvPr/>
          </p:nvSpPr>
          <p:spPr bwMode="auto">
            <a:xfrm>
              <a:off x="10359388" y="5280207"/>
              <a:ext cx="920750" cy="923544"/>
            </a:xfrm>
            <a:custGeom>
              <a:avLst/>
              <a:gdLst>
                <a:gd name="csX0" fmla="*/ 114191 w 920750"/>
                <a:gd name="csY0" fmla="*/ 0 h 923544"/>
                <a:gd name="csX1" fmla="*/ 806559 w 920750"/>
                <a:gd name="csY1" fmla="*/ 0 h 923544"/>
                <a:gd name="csX2" fmla="*/ 920750 w 920750"/>
                <a:gd name="csY2" fmla="*/ 114191 h 923544"/>
                <a:gd name="csX3" fmla="*/ 920750 w 920750"/>
                <a:gd name="csY3" fmla="*/ 809353 h 923544"/>
                <a:gd name="csX4" fmla="*/ 806559 w 920750"/>
                <a:gd name="csY4" fmla="*/ 923544 h 923544"/>
                <a:gd name="csX5" fmla="*/ 114191 w 920750"/>
                <a:gd name="csY5" fmla="*/ 923544 h 923544"/>
                <a:gd name="csX6" fmla="*/ 0 w 920750"/>
                <a:gd name="csY6" fmla="*/ 809353 h 923544"/>
                <a:gd name="csX7" fmla="*/ 0 w 920750"/>
                <a:gd name="csY7" fmla="*/ 114191 h 923544"/>
                <a:gd name="csX8" fmla="*/ 114191 w 920750"/>
                <a:gd name="csY8" fmla="*/ 0 h 9235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20750" h="923544">
                  <a:moveTo>
                    <a:pt x="114191" y="0"/>
                  </a:moveTo>
                  <a:lnTo>
                    <a:pt x="806559" y="0"/>
                  </a:lnTo>
                  <a:cubicBezTo>
                    <a:pt x="869625" y="0"/>
                    <a:pt x="920750" y="51125"/>
                    <a:pt x="920750" y="114191"/>
                  </a:cubicBezTo>
                  <a:lnTo>
                    <a:pt x="920750" y="809353"/>
                  </a:lnTo>
                  <a:cubicBezTo>
                    <a:pt x="920750" y="872419"/>
                    <a:pt x="869625" y="923544"/>
                    <a:pt x="806559" y="923544"/>
                  </a:cubicBezTo>
                  <a:lnTo>
                    <a:pt x="114191" y="923544"/>
                  </a:lnTo>
                  <a:cubicBezTo>
                    <a:pt x="51125" y="923544"/>
                    <a:pt x="0" y="872419"/>
                    <a:pt x="0" y="809353"/>
                  </a:cubicBez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0" name="Freeform: Shape 99">
              <a:extLst>
                <a:ext uri="{FF2B5EF4-FFF2-40B4-BE49-F238E27FC236}">
                  <a16:creationId xmlns:a16="http://schemas.microsoft.com/office/drawing/2014/main" id="{B5A37C1F-D4DB-9587-E8DE-074B6E9D0639}"/>
                </a:ext>
              </a:extLst>
            </p:cNvPr>
            <p:cNvSpPr/>
            <p:nvPr/>
          </p:nvSpPr>
          <p:spPr bwMode="auto">
            <a:xfrm>
              <a:off x="11578874" y="4584882"/>
              <a:ext cx="613126" cy="923544"/>
            </a:xfrm>
            <a:custGeom>
              <a:avLst/>
              <a:gdLst>
                <a:gd name="csX0" fmla="*/ 114191 w 613126"/>
                <a:gd name="csY0" fmla="*/ 0 h 923544"/>
                <a:gd name="csX1" fmla="*/ 613126 w 613126"/>
                <a:gd name="csY1" fmla="*/ 0 h 923544"/>
                <a:gd name="csX2" fmla="*/ 613126 w 613126"/>
                <a:gd name="csY2" fmla="*/ 923544 h 923544"/>
                <a:gd name="csX3" fmla="*/ 114191 w 613126"/>
                <a:gd name="csY3" fmla="*/ 923544 h 923544"/>
                <a:gd name="csX4" fmla="*/ 0 w 613126"/>
                <a:gd name="csY4" fmla="*/ 809353 h 923544"/>
                <a:gd name="csX5" fmla="*/ 0 w 613126"/>
                <a:gd name="csY5" fmla="*/ 114191 h 923544"/>
                <a:gd name="csX6" fmla="*/ 114191 w 613126"/>
                <a:gd name="csY6" fmla="*/ 0 h 92354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13126" h="923544">
                  <a:moveTo>
                    <a:pt x="114191" y="0"/>
                  </a:moveTo>
                  <a:lnTo>
                    <a:pt x="613126" y="0"/>
                  </a:lnTo>
                  <a:lnTo>
                    <a:pt x="613126" y="923544"/>
                  </a:lnTo>
                  <a:lnTo>
                    <a:pt x="114191" y="923544"/>
                  </a:lnTo>
                  <a:cubicBezTo>
                    <a:pt x="51125" y="923544"/>
                    <a:pt x="0" y="872419"/>
                    <a:pt x="0" y="809353"/>
                  </a:cubicBezTo>
                  <a:lnTo>
                    <a:pt x="0" y="114191"/>
                  </a:lnTo>
                  <a:cubicBezTo>
                    <a:pt x="0" y="51125"/>
                    <a:pt x="51125" y="0"/>
                    <a:pt x="114191"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grpSp>
      <p:pic>
        <p:nvPicPr>
          <p:cNvPr id="4" name="Graphic 3">
            <a:extLst>
              <a:ext uri="{FF2B5EF4-FFF2-40B4-BE49-F238E27FC236}">
                <a16:creationId xmlns:a16="http://schemas.microsoft.com/office/drawing/2014/main" id="{0952D267-1B11-0857-CB04-4C13ADE93DDE}"/>
              </a:ext>
            </a:extLst>
          </p:cNvPr>
          <p:cNvPicPr>
            <a:picLocks noChangeAspect="1"/>
          </p:cNvPicPr>
          <p:nvPr/>
        </p:nvPicPr>
        <p:blipFill>
          <a:blip>
            <a:lum bright="100000"/>
            <a:extLst>
              <a:ext uri="{96DAC541-7B7A-43D3-8B79-37D633B846F1}">
                <asvg:svgBlip xmlns:asvg="http://schemas.microsoft.com/office/drawing/2016/SVG/main" r:embed="rId2"/>
              </a:ext>
            </a:extLst>
          </a:blip>
          <a:stretch>
            <a:fillRect/>
          </a:stretch>
        </p:blipFill>
        <p:spPr>
          <a:xfrm>
            <a:off x="5289395" y="897346"/>
            <a:ext cx="1613210" cy="1078684"/>
          </a:xfrm>
          <a:prstGeom prst="rect">
            <a:avLst/>
          </a:prstGeom>
        </p:spPr>
      </p:pic>
      <p:sp>
        <p:nvSpPr>
          <p:cNvPr id="5" name="Text Placeholder 4">
            <a:extLst>
              <a:ext uri="{FF2B5EF4-FFF2-40B4-BE49-F238E27FC236}">
                <a16:creationId xmlns:a16="http://schemas.microsoft.com/office/drawing/2014/main" id="{4CEEE23B-54CF-08B1-9034-3DF5D7B71FB3}"/>
              </a:ext>
            </a:extLst>
          </p:cNvPr>
          <p:cNvSpPr>
            <a:spLocks noGrp="1"/>
          </p:cNvSpPr>
          <p:nvPr>
            <p:ph type="body" sz="quarter" idx="12" hasCustomPrompt="1"/>
          </p:nvPr>
        </p:nvSpPr>
        <p:spPr>
          <a:xfrm>
            <a:off x="2176463" y="2197894"/>
            <a:ext cx="7837488" cy="1231106"/>
          </a:xfrm>
        </p:spPr>
        <p:txBody>
          <a:bodyPr/>
          <a:lstStyle>
            <a:lvl1pPr marL="0" indent="0" algn="ctr">
              <a:buNone/>
              <a:defRPr lang="en-US" sz="8000" kern="1200" dirty="0">
                <a:solidFill>
                  <a:schemeClr val="bg1"/>
                </a:solidFill>
                <a:latin typeface="+mj-lt"/>
                <a:ea typeface="+mn-ea"/>
                <a:cs typeface="+mn-cs"/>
              </a:defRPr>
            </a:lvl1pPr>
            <a:lvl2pPr marL="228600" indent="0">
              <a:buNone/>
              <a:defRPr/>
            </a:lvl2pPr>
            <a:lvl3pPr marL="457200" indent="0">
              <a:buNone/>
              <a:defRPr/>
            </a:lvl3pPr>
            <a:lvl4pPr marL="661988" indent="0">
              <a:buNone/>
              <a:defRPr/>
            </a:lvl4pPr>
            <a:lvl5pPr marL="855663" indent="0">
              <a:buNone/>
              <a:defRPr/>
            </a:lvl5pPr>
          </a:lstStyle>
          <a:p>
            <a:pPr lvl="0"/>
            <a:r>
              <a:rPr lang="en-US"/>
              <a:t>Edit Title</a:t>
            </a:r>
          </a:p>
        </p:txBody>
      </p:sp>
    </p:spTree>
    <p:extLst>
      <p:ext uri="{BB962C8B-B14F-4D97-AF65-F5344CB8AC3E}">
        <p14:creationId xmlns:p14="http://schemas.microsoft.com/office/powerpoint/2010/main" val="338700578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12">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Logo Slide Whit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CCA87CE8-0B7A-14EC-1708-06F65742B74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1501" y="6274974"/>
            <a:ext cx="618133" cy="411576"/>
          </a:xfrm>
          <a:prstGeom prst="rect">
            <a:avLst/>
          </a:prstGeom>
        </p:spPr>
      </p:pic>
      <p:pic>
        <p:nvPicPr>
          <p:cNvPr id="4" name="Picture 3">
            <a:extLst>
              <a:ext uri="{FF2B5EF4-FFF2-40B4-BE49-F238E27FC236}">
                <a16:creationId xmlns:a16="http://schemas.microsoft.com/office/drawing/2014/main" id="{2C26C25E-1AB4-9F89-A4DB-13D5AB3F0565}"/>
              </a:ext>
            </a:extLst>
          </p:cNvPr>
          <p:cNvPicPr>
            <a:picLocks noChangeAspect="1"/>
          </p:cNvPicPr>
          <p:nvPr/>
        </p:nvPicPr>
        <p:blipFill rotWithShape="1">
          <a:blip r:embed="rId3"/>
          <a:srcRect t="5593" b="5593"/>
          <a:stretch>
            <a:fillRect/>
          </a:stretch>
        </p:blipFill>
        <p:spPr>
          <a:xfrm>
            <a:off x="558302" y="461962"/>
            <a:ext cx="1366245" cy="292608"/>
          </a:xfrm>
          <a:prstGeom prst="rect">
            <a:avLst/>
          </a:prstGeom>
        </p:spPr>
      </p:pic>
      <p:pic>
        <p:nvPicPr>
          <p:cNvPr id="30" name="Graphic 29">
            <a:extLst>
              <a:ext uri="{FF2B5EF4-FFF2-40B4-BE49-F238E27FC236}">
                <a16:creationId xmlns:a16="http://schemas.microsoft.com/office/drawing/2014/main" id="{6B1F4795-975B-2A4A-43EC-D5D60E3228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52900" y="2129733"/>
            <a:ext cx="3886200" cy="2598534"/>
          </a:xfrm>
          <a:prstGeom prst="rect">
            <a:avLst/>
          </a:prstGeom>
        </p:spPr>
      </p:pic>
      <p:sp>
        <p:nvSpPr>
          <p:cNvPr id="5" name="Text Placeholder 4">
            <a:extLst>
              <a:ext uri="{FF2B5EF4-FFF2-40B4-BE49-F238E27FC236}">
                <a16:creationId xmlns:a16="http://schemas.microsoft.com/office/drawing/2014/main" id="{66902C10-4694-6381-6444-705E7E206875}"/>
              </a:ext>
            </a:extLst>
          </p:cNvPr>
          <p:cNvSpPr>
            <a:spLocks noGrp="1"/>
          </p:cNvSpPr>
          <p:nvPr>
            <p:ph type="body" sz="quarter" idx="12" hasCustomPrompt="1"/>
          </p:nvPr>
        </p:nvSpPr>
        <p:spPr>
          <a:xfrm>
            <a:off x="1939924" y="6400799"/>
            <a:ext cx="9680575" cy="153888"/>
          </a:xfrm>
        </p:spPr>
        <p:txBody>
          <a:bodyPr/>
          <a:lstStyle>
            <a:lvl1pPr marL="0" indent="0">
              <a:buNone/>
              <a:defRPr sz="1000" cap="none" baseline="0"/>
            </a:lvl1pPr>
            <a:lvl2pPr marL="228600" indent="0">
              <a:buNone/>
              <a:defRPr/>
            </a:lvl2pPr>
            <a:lvl3pPr marL="457200" indent="0">
              <a:buNone/>
              <a:defRPr/>
            </a:lvl3pPr>
            <a:lvl4pPr marL="661988" indent="0">
              <a:buNone/>
              <a:defRPr/>
            </a:lvl4pPr>
            <a:lvl5pPr marL="855663" indent="0">
              <a:buNone/>
              <a:defRPr/>
            </a:lvl5pPr>
          </a:lstStyle>
          <a:p>
            <a:pPr lvl="0"/>
            <a:r>
              <a:rPr lang="en-US"/>
              <a:t>Footer</a:t>
            </a:r>
          </a:p>
        </p:txBody>
      </p:sp>
    </p:spTree>
    <p:extLst>
      <p:ext uri="{BB962C8B-B14F-4D97-AF65-F5344CB8AC3E}">
        <p14:creationId xmlns:p14="http://schemas.microsoft.com/office/powerpoint/2010/main" val="249462190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12">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3120">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ogo Slide Dark">
    <p:bg>
      <p:bgPr>
        <a:solidFill>
          <a:schemeClr val="tx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E5493FF-3809-B03E-2389-357AAAEEAAB0}"/>
              </a:ext>
            </a:extLst>
          </p:cNvPr>
          <p:cNvGrpSpPr/>
          <p:nvPr/>
        </p:nvGrpSpPr>
        <p:grpSpPr>
          <a:xfrm>
            <a:off x="-95560" y="93940"/>
            <a:ext cx="12383120" cy="6723916"/>
            <a:chOff x="452167" y="391518"/>
            <a:chExt cx="11287046" cy="6128759"/>
          </a:xfrm>
          <a:solidFill>
            <a:schemeClr val="tx2">
              <a:alpha val="4000"/>
            </a:schemeClr>
          </a:solidFill>
        </p:grpSpPr>
        <p:pic>
          <p:nvPicPr>
            <p:cNvPr id="5" name="Graphic 4">
              <a:extLst>
                <a:ext uri="{FF2B5EF4-FFF2-40B4-BE49-F238E27FC236}">
                  <a16:creationId xmlns:a16="http://schemas.microsoft.com/office/drawing/2014/main" id="{B47494AE-EDD0-B44C-4261-398DE64AACD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1390651"/>
              <a:ext cx="619046" cy="463616"/>
            </a:xfrm>
            <a:prstGeom prst="rect">
              <a:avLst/>
            </a:prstGeom>
          </p:spPr>
        </p:pic>
        <p:pic>
          <p:nvPicPr>
            <p:cNvPr id="6" name="Graphic 5">
              <a:extLst>
                <a:ext uri="{FF2B5EF4-FFF2-40B4-BE49-F238E27FC236}">
                  <a16:creationId xmlns:a16="http://schemas.microsoft.com/office/drawing/2014/main" id="{0228871F-6E9F-CC4C-21ED-9CB818656BC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1390651"/>
              <a:ext cx="619046" cy="463616"/>
            </a:xfrm>
            <a:prstGeom prst="rect">
              <a:avLst/>
            </a:prstGeom>
          </p:spPr>
        </p:pic>
        <p:pic>
          <p:nvPicPr>
            <p:cNvPr id="7" name="Graphic 6">
              <a:extLst>
                <a:ext uri="{FF2B5EF4-FFF2-40B4-BE49-F238E27FC236}">
                  <a16:creationId xmlns:a16="http://schemas.microsoft.com/office/drawing/2014/main" id="{39234ADF-E37A-2890-4137-26B410CB814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1390651"/>
              <a:ext cx="619046" cy="463616"/>
            </a:xfrm>
            <a:prstGeom prst="rect">
              <a:avLst/>
            </a:prstGeom>
          </p:spPr>
        </p:pic>
        <p:pic>
          <p:nvPicPr>
            <p:cNvPr id="8" name="Graphic 7">
              <a:extLst>
                <a:ext uri="{FF2B5EF4-FFF2-40B4-BE49-F238E27FC236}">
                  <a16:creationId xmlns:a16="http://schemas.microsoft.com/office/drawing/2014/main" id="{63F3A74C-0A4C-0629-CB61-9EC200133B6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1390651"/>
              <a:ext cx="619046" cy="463616"/>
            </a:xfrm>
            <a:prstGeom prst="rect">
              <a:avLst/>
            </a:prstGeom>
          </p:spPr>
        </p:pic>
        <p:pic>
          <p:nvPicPr>
            <p:cNvPr id="10" name="Graphic 9">
              <a:extLst>
                <a:ext uri="{FF2B5EF4-FFF2-40B4-BE49-F238E27FC236}">
                  <a16:creationId xmlns:a16="http://schemas.microsoft.com/office/drawing/2014/main" id="{EA4164B6-1533-ECEA-4CD0-C7DC431D2CE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1390651"/>
              <a:ext cx="619046" cy="463616"/>
            </a:xfrm>
            <a:prstGeom prst="rect">
              <a:avLst/>
            </a:prstGeom>
          </p:spPr>
        </p:pic>
        <p:pic>
          <p:nvPicPr>
            <p:cNvPr id="11" name="Graphic 10">
              <a:extLst>
                <a:ext uri="{FF2B5EF4-FFF2-40B4-BE49-F238E27FC236}">
                  <a16:creationId xmlns:a16="http://schemas.microsoft.com/office/drawing/2014/main" id="{9B7DF13D-B001-CE2D-A482-7D2C6DF3B69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1390651"/>
              <a:ext cx="619046" cy="463616"/>
            </a:xfrm>
            <a:prstGeom prst="rect">
              <a:avLst/>
            </a:prstGeom>
          </p:spPr>
        </p:pic>
        <p:pic>
          <p:nvPicPr>
            <p:cNvPr id="12" name="Graphic 11">
              <a:extLst>
                <a:ext uri="{FF2B5EF4-FFF2-40B4-BE49-F238E27FC236}">
                  <a16:creationId xmlns:a16="http://schemas.microsoft.com/office/drawing/2014/main" id="{6B9E4410-B776-A0A5-7244-631CA062F61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1390651"/>
              <a:ext cx="619046" cy="463616"/>
            </a:xfrm>
            <a:prstGeom prst="rect">
              <a:avLst/>
            </a:prstGeom>
          </p:spPr>
        </p:pic>
        <p:pic>
          <p:nvPicPr>
            <p:cNvPr id="13" name="Graphic 12">
              <a:extLst>
                <a:ext uri="{FF2B5EF4-FFF2-40B4-BE49-F238E27FC236}">
                  <a16:creationId xmlns:a16="http://schemas.microsoft.com/office/drawing/2014/main" id="{94494EB9-588F-BE3C-5179-DB0DE5AB70F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1390651"/>
              <a:ext cx="619046" cy="463616"/>
            </a:xfrm>
            <a:prstGeom prst="rect">
              <a:avLst/>
            </a:prstGeom>
          </p:spPr>
        </p:pic>
        <p:pic>
          <p:nvPicPr>
            <p:cNvPr id="14" name="Graphic 13">
              <a:extLst>
                <a:ext uri="{FF2B5EF4-FFF2-40B4-BE49-F238E27FC236}">
                  <a16:creationId xmlns:a16="http://schemas.microsoft.com/office/drawing/2014/main" id="{04645A40-DE76-7EE6-5E70-FCF7D118AD2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1390651"/>
              <a:ext cx="619046" cy="463616"/>
            </a:xfrm>
            <a:prstGeom prst="rect">
              <a:avLst/>
            </a:prstGeom>
          </p:spPr>
        </p:pic>
        <p:pic>
          <p:nvPicPr>
            <p:cNvPr id="15" name="Graphic 14">
              <a:extLst>
                <a:ext uri="{FF2B5EF4-FFF2-40B4-BE49-F238E27FC236}">
                  <a16:creationId xmlns:a16="http://schemas.microsoft.com/office/drawing/2014/main" id="{DE03B6B7-4F64-3CBC-F012-58D86899E25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1390651"/>
              <a:ext cx="619046" cy="463616"/>
            </a:xfrm>
            <a:prstGeom prst="rect">
              <a:avLst/>
            </a:prstGeom>
          </p:spPr>
        </p:pic>
        <p:pic>
          <p:nvPicPr>
            <p:cNvPr id="16" name="Graphic 15">
              <a:extLst>
                <a:ext uri="{FF2B5EF4-FFF2-40B4-BE49-F238E27FC236}">
                  <a16:creationId xmlns:a16="http://schemas.microsoft.com/office/drawing/2014/main" id="{F51AB579-C8BD-F4B5-CD6C-C6EFF92D39B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1390651"/>
              <a:ext cx="619046" cy="463616"/>
            </a:xfrm>
            <a:prstGeom prst="rect">
              <a:avLst/>
            </a:prstGeom>
          </p:spPr>
        </p:pic>
        <p:pic>
          <p:nvPicPr>
            <p:cNvPr id="17" name="Graphic 16">
              <a:extLst>
                <a:ext uri="{FF2B5EF4-FFF2-40B4-BE49-F238E27FC236}">
                  <a16:creationId xmlns:a16="http://schemas.microsoft.com/office/drawing/2014/main" id="{8D745759-FADB-D89F-DC6D-D46759056F1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2323853"/>
              <a:ext cx="619046" cy="463616"/>
            </a:xfrm>
            <a:prstGeom prst="rect">
              <a:avLst/>
            </a:prstGeom>
          </p:spPr>
        </p:pic>
        <p:pic>
          <p:nvPicPr>
            <p:cNvPr id="18" name="Graphic 17">
              <a:extLst>
                <a:ext uri="{FF2B5EF4-FFF2-40B4-BE49-F238E27FC236}">
                  <a16:creationId xmlns:a16="http://schemas.microsoft.com/office/drawing/2014/main" id="{D53E2261-4D27-1287-14ED-F99025FAC60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2323853"/>
              <a:ext cx="619046" cy="463616"/>
            </a:xfrm>
            <a:prstGeom prst="rect">
              <a:avLst/>
            </a:prstGeom>
          </p:spPr>
        </p:pic>
        <p:pic>
          <p:nvPicPr>
            <p:cNvPr id="19" name="Graphic 18">
              <a:extLst>
                <a:ext uri="{FF2B5EF4-FFF2-40B4-BE49-F238E27FC236}">
                  <a16:creationId xmlns:a16="http://schemas.microsoft.com/office/drawing/2014/main" id="{D66BE140-26D5-8EBD-42A2-5C485A0F8F3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2323853"/>
              <a:ext cx="619046" cy="463616"/>
            </a:xfrm>
            <a:prstGeom prst="rect">
              <a:avLst/>
            </a:prstGeom>
          </p:spPr>
        </p:pic>
        <p:pic>
          <p:nvPicPr>
            <p:cNvPr id="20" name="Graphic 19">
              <a:extLst>
                <a:ext uri="{FF2B5EF4-FFF2-40B4-BE49-F238E27FC236}">
                  <a16:creationId xmlns:a16="http://schemas.microsoft.com/office/drawing/2014/main" id="{699C0F67-F5C3-94CD-3B91-E5D83C0A00F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2323853"/>
              <a:ext cx="619046" cy="463616"/>
            </a:xfrm>
            <a:prstGeom prst="rect">
              <a:avLst/>
            </a:prstGeom>
          </p:spPr>
        </p:pic>
        <p:pic>
          <p:nvPicPr>
            <p:cNvPr id="21" name="Graphic 20">
              <a:extLst>
                <a:ext uri="{FF2B5EF4-FFF2-40B4-BE49-F238E27FC236}">
                  <a16:creationId xmlns:a16="http://schemas.microsoft.com/office/drawing/2014/main" id="{E1551712-8A1E-7EF0-3F38-6BF3D7D8411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2323853"/>
              <a:ext cx="619046" cy="463616"/>
            </a:xfrm>
            <a:prstGeom prst="rect">
              <a:avLst/>
            </a:prstGeom>
          </p:spPr>
        </p:pic>
        <p:pic>
          <p:nvPicPr>
            <p:cNvPr id="22" name="Graphic 21">
              <a:extLst>
                <a:ext uri="{FF2B5EF4-FFF2-40B4-BE49-F238E27FC236}">
                  <a16:creationId xmlns:a16="http://schemas.microsoft.com/office/drawing/2014/main" id="{08FC5FA2-65C7-957A-5F67-9C48826C77F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2323853"/>
              <a:ext cx="619046" cy="463616"/>
            </a:xfrm>
            <a:prstGeom prst="rect">
              <a:avLst/>
            </a:prstGeom>
          </p:spPr>
        </p:pic>
        <p:pic>
          <p:nvPicPr>
            <p:cNvPr id="23" name="Graphic 22">
              <a:extLst>
                <a:ext uri="{FF2B5EF4-FFF2-40B4-BE49-F238E27FC236}">
                  <a16:creationId xmlns:a16="http://schemas.microsoft.com/office/drawing/2014/main" id="{8FF9E2DE-23E8-A512-F2BF-AB9BAE02BE4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2323853"/>
              <a:ext cx="619046" cy="463616"/>
            </a:xfrm>
            <a:prstGeom prst="rect">
              <a:avLst/>
            </a:prstGeom>
          </p:spPr>
        </p:pic>
        <p:pic>
          <p:nvPicPr>
            <p:cNvPr id="24" name="Graphic 23">
              <a:extLst>
                <a:ext uri="{FF2B5EF4-FFF2-40B4-BE49-F238E27FC236}">
                  <a16:creationId xmlns:a16="http://schemas.microsoft.com/office/drawing/2014/main" id="{6AE1639A-6D3A-A7E4-7CB6-D62893091EE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2323853"/>
              <a:ext cx="619046" cy="463616"/>
            </a:xfrm>
            <a:prstGeom prst="rect">
              <a:avLst/>
            </a:prstGeom>
          </p:spPr>
        </p:pic>
        <p:pic>
          <p:nvPicPr>
            <p:cNvPr id="25" name="Graphic 24">
              <a:extLst>
                <a:ext uri="{FF2B5EF4-FFF2-40B4-BE49-F238E27FC236}">
                  <a16:creationId xmlns:a16="http://schemas.microsoft.com/office/drawing/2014/main" id="{247B8AF4-DC29-55D0-0C8E-E92DBCA8A13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2323853"/>
              <a:ext cx="619046" cy="463616"/>
            </a:xfrm>
            <a:prstGeom prst="rect">
              <a:avLst/>
            </a:prstGeom>
          </p:spPr>
        </p:pic>
        <p:pic>
          <p:nvPicPr>
            <p:cNvPr id="26" name="Graphic 25">
              <a:extLst>
                <a:ext uri="{FF2B5EF4-FFF2-40B4-BE49-F238E27FC236}">
                  <a16:creationId xmlns:a16="http://schemas.microsoft.com/office/drawing/2014/main" id="{7DDCC954-C305-C5AA-F3DE-5166970E9F2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2323853"/>
              <a:ext cx="619046" cy="463616"/>
            </a:xfrm>
            <a:prstGeom prst="rect">
              <a:avLst/>
            </a:prstGeom>
          </p:spPr>
        </p:pic>
        <p:pic>
          <p:nvPicPr>
            <p:cNvPr id="27" name="Graphic 26">
              <a:extLst>
                <a:ext uri="{FF2B5EF4-FFF2-40B4-BE49-F238E27FC236}">
                  <a16:creationId xmlns:a16="http://schemas.microsoft.com/office/drawing/2014/main" id="{985E0DD8-4F76-F1CE-6300-8D20E905FF8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2323853"/>
              <a:ext cx="619046" cy="463616"/>
            </a:xfrm>
            <a:prstGeom prst="rect">
              <a:avLst/>
            </a:prstGeom>
          </p:spPr>
        </p:pic>
        <p:pic>
          <p:nvPicPr>
            <p:cNvPr id="28" name="Graphic 27">
              <a:extLst>
                <a:ext uri="{FF2B5EF4-FFF2-40B4-BE49-F238E27FC236}">
                  <a16:creationId xmlns:a16="http://schemas.microsoft.com/office/drawing/2014/main" id="{6E94FCC8-27D5-B149-77F0-41BCFD5339A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3257055"/>
              <a:ext cx="619046" cy="463616"/>
            </a:xfrm>
            <a:prstGeom prst="rect">
              <a:avLst/>
            </a:prstGeom>
          </p:spPr>
        </p:pic>
        <p:pic>
          <p:nvPicPr>
            <p:cNvPr id="29" name="Graphic 28">
              <a:extLst>
                <a:ext uri="{FF2B5EF4-FFF2-40B4-BE49-F238E27FC236}">
                  <a16:creationId xmlns:a16="http://schemas.microsoft.com/office/drawing/2014/main" id="{9D550B79-8FDC-A2FD-F6B7-2E9611CB1FB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3257055"/>
              <a:ext cx="619046" cy="463616"/>
            </a:xfrm>
            <a:prstGeom prst="rect">
              <a:avLst/>
            </a:prstGeom>
          </p:spPr>
        </p:pic>
        <p:pic>
          <p:nvPicPr>
            <p:cNvPr id="30" name="Graphic 29">
              <a:extLst>
                <a:ext uri="{FF2B5EF4-FFF2-40B4-BE49-F238E27FC236}">
                  <a16:creationId xmlns:a16="http://schemas.microsoft.com/office/drawing/2014/main" id="{5F807943-6247-30CE-D541-D5A2D5EDCF4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3257055"/>
              <a:ext cx="619046" cy="463616"/>
            </a:xfrm>
            <a:prstGeom prst="rect">
              <a:avLst/>
            </a:prstGeom>
          </p:spPr>
        </p:pic>
        <p:pic>
          <p:nvPicPr>
            <p:cNvPr id="31" name="Graphic 30">
              <a:extLst>
                <a:ext uri="{FF2B5EF4-FFF2-40B4-BE49-F238E27FC236}">
                  <a16:creationId xmlns:a16="http://schemas.microsoft.com/office/drawing/2014/main" id="{61113BAB-3E4F-96C7-8348-965EFE01111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3257055"/>
              <a:ext cx="619046" cy="463616"/>
            </a:xfrm>
            <a:prstGeom prst="rect">
              <a:avLst/>
            </a:prstGeom>
          </p:spPr>
        </p:pic>
        <p:pic>
          <p:nvPicPr>
            <p:cNvPr id="32" name="Graphic 31">
              <a:extLst>
                <a:ext uri="{FF2B5EF4-FFF2-40B4-BE49-F238E27FC236}">
                  <a16:creationId xmlns:a16="http://schemas.microsoft.com/office/drawing/2014/main" id="{E7A53BBB-19F1-5673-6B66-AF6DAFFF13F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3257055"/>
              <a:ext cx="619046" cy="463616"/>
            </a:xfrm>
            <a:prstGeom prst="rect">
              <a:avLst/>
            </a:prstGeom>
          </p:spPr>
        </p:pic>
        <p:pic>
          <p:nvPicPr>
            <p:cNvPr id="33" name="Graphic 32">
              <a:extLst>
                <a:ext uri="{FF2B5EF4-FFF2-40B4-BE49-F238E27FC236}">
                  <a16:creationId xmlns:a16="http://schemas.microsoft.com/office/drawing/2014/main" id="{6E653243-5A70-6AE0-78D3-3E59137B7A1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3257055"/>
              <a:ext cx="619046" cy="463616"/>
            </a:xfrm>
            <a:prstGeom prst="rect">
              <a:avLst/>
            </a:prstGeom>
          </p:spPr>
        </p:pic>
        <p:pic>
          <p:nvPicPr>
            <p:cNvPr id="34" name="Graphic 33">
              <a:extLst>
                <a:ext uri="{FF2B5EF4-FFF2-40B4-BE49-F238E27FC236}">
                  <a16:creationId xmlns:a16="http://schemas.microsoft.com/office/drawing/2014/main" id="{7B90FA53-4D02-35A8-6637-EAAD491527B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3257055"/>
              <a:ext cx="619046" cy="463616"/>
            </a:xfrm>
            <a:prstGeom prst="rect">
              <a:avLst/>
            </a:prstGeom>
          </p:spPr>
        </p:pic>
        <p:pic>
          <p:nvPicPr>
            <p:cNvPr id="35" name="Graphic 34">
              <a:extLst>
                <a:ext uri="{FF2B5EF4-FFF2-40B4-BE49-F238E27FC236}">
                  <a16:creationId xmlns:a16="http://schemas.microsoft.com/office/drawing/2014/main" id="{5B987F35-CF5A-D83C-C7CF-B039EBDFC6C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3257055"/>
              <a:ext cx="619046" cy="463616"/>
            </a:xfrm>
            <a:prstGeom prst="rect">
              <a:avLst/>
            </a:prstGeom>
          </p:spPr>
        </p:pic>
        <p:pic>
          <p:nvPicPr>
            <p:cNvPr id="36" name="Graphic 35">
              <a:extLst>
                <a:ext uri="{FF2B5EF4-FFF2-40B4-BE49-F238E27FC236}">
                  <a16:creationId xmlns:a16="http://schemas.microsoft.com/office/drawing/2014/main" id="{67925649-66AE-8749-6778-50460BF6020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3257055"/>
              <a:ext cx="619046" cy="463616"/>
            </a:xfrm>
            <a:prstGeom prst="rect">
              <a:avLst/>
            </a:prstGeom>
          </p:spPr>
        </p:pic>
        <p:pic>
          <p:nvPicPr>
            <p:cNvPr id="37" name="Graphic 36">
              <a:extLst>
                <a:ext uri="{FF2B5EF4-FFF2-40B4-BE49-F238E27FC236}">
                  <a16:creationId xmlns:a16="http://schemas.microsoft.com/office/drawing/2014/main" id="{E3EC20F5-CC68-5CE6-5A4E-FB4BB189853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3257055"/>
              <a:ext cx="619046" cy="463616"/>
            </a:xfrm>
            <a:prstGeom prst="rect">
              <a:avLst/>
            </a:prstGeom>
          </p:spPr>
        </p:pic>
        <p:pic>
          <p:nvPicPr>
            <p:cNvPr id="38" name="Graphic 37">
              <a:extLst>
                <a:ext uri="{FF2B5EF4-FFF2-40B4-BE49-F238E27FC236}">
                  <a16:creationId xmlns:a16="http://schemas.microsoft.com/office/drawing/2014/main" id="{9EBCF702-B4D9-4895-77CE-CC3A5735C6A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3257055"/>
              <a:ext cx="619046" cy="463616"/>
            </a:xfrm>
            <a:prstGeom prst="rect">
              <a:avLst/>
            </a:prstGeom>
          </p:spPr>
        </p:pic>
        <p:pic>
          <p:nvPicPr>
            <p:cNvPr id="39" name="Graphic 38">
              <a:extLst>
                <a:ext uri="{FF2B5EF4-FFF2-40B4-BE49-F238E27FC236}">
                  <a16:creationId xmlns:a16="http://schemas.microsoft.com/office/drawing/2014/main" id="{C4F35BBB-EA86-FD09-2099-E52C357DA80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4190257"/>
              <a:ext cx="619046" cy="463616"/>
            </a:xfrm>
            <a:prstGeom prst="rect">
              <a:avLst/>
            </a:prstGeom>
          </p:spPr>
        </p:pic>
        <p:pic>
          <p:nvPicPr>
            <p:cNvPr id="40" name="Graphic 39">
              <a:extLst>
                <a:ext uri="{FF2B5EF4-FFF2-40B4-BE49-F238E27FC236}">
                  <a16:creationId xmlns:a16="http://schemas.microsoft.com/office/drawing/2014/main" id="{531B79A6-E590-B771-C812-84A1A3E9A20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4190257"/>
              <a:ext cx="619046" cy="463616"/>
            </a:xfrm>
            <a:prstGeom prst="rect">
              <a:avLst/>
            </a:prstGeom>
          </p:spPr>
        </p:pic>
        <p:pic>
          <p:nvPicPr>
            <p:cNvPr id="41" name="Graphic 40">
              <a:extLst>
                <a:ext uri="{FF2B5EF4-FFF2-40B4-BE49-F238E27FC236}">
                  <a16:creationId xmlns:a16="http://schemas.microsoft.com/office/drawing/2014/main" id="{B5A96F32-5B3D-38A7-2C92-EBD42D82E58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4190257"/>
              <a:ext cx="619046" cy="463616"/>
            </a:xfrm>
            <a:prstGeom prst="rect">
              <a:avLst/>
            </a:prstGeom>
          </p:spPr>
        </p:pic>
        <p:pic>
          <p:nvPicPr>
            <p:cNvPr id="42" name="Graphic 41">
              <a:extLst>
                <a:ext uri="{FF2B5EF4-FFF2-40B4-BE49-F238E27FC236}">
                  <a16:creationId xmlns:a16="http://schemas.microsoft.com/office/drawing/2014/main" id="{42C2C9EF-2E85-DBA6-9153-59D44BB02C2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4190257"/>
              <a:ext cx="619046" cy="463616"/>
            </a:xfrm>
            <a:prstGeom prst="rect">
              <a:avLst/>
            </a:prstGeom>
          </p:spPr>
        </p:pic>
        <p:pic>
          <p:nvPicPr>
            <p:cNvPr id="43" name="Graphic 42">
              <a:extLst>
                <a:ext uri="{FF2B5EF4-FFF2-40B4-BE49-F238E27FC236}">
                  <a16:creationId xmlns:a16="http://schemas.microsoft.com/office/drawing/2014/main" id="{D668FE64-AA7E-332C-BC03-AEE657C9549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4190257"/>
              <a:ext cx="619046" cy="463616"/>
            </a:xfrm>
            <a:prstGeom prst="rect">
              <a:avLst/>
            </a:prstGeom>
          </p:spPr>
        </p:pic>
        <p:pic>
          <p:nvPicPr>
            <p:cNvPr id="44" name="Graphic 43">
              <a:extLst>
                <a:ext uri="{FF2B5EF4-FFF2-40B4-BE49-F238E27FC236}">
                  <a16:creationId xmlns:a16="http://schemas.microsoft.com/office/drawing/2014/main" id="{F40D727A-F77D-2703-FD8D-7801066B3C4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4190257"/>
              <a:ext cx="619046" cy="463616"/>
            </a:xfrm>
            <a:prstGeom prst="rect">
              <a:avLst/>
            </a:prstGeom>
          </p:spPr>
        </p:pic>
        <p:pic>
          <p:nvPicPr>
            <p:cNvPr id="45" name="Graphic 44">
              <a:extLst>
                <a:ext uri="{FF2B5EF4-FFF2-40B4-BE49-F238E27FC236}">
                  <a16:creationId xmlns:a16="http://schemas.microsoft.com/office/drawing/2014/main" id="{AF2E89FC-B100-071C-C97B-13D51793DF4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4190257"/>
              <a:ext cx="619046" cy="463616"/>
            </a:xfrm>
            <a:prstGeom prst="rect">
              <a:avLst/>
            </a:prstGeom>
          </p:spPr>
        </p:pic>
        <p:pic>
          <p:nvPicPr>
            <p:cNvPr id="46" name="Graphic 45">
              <a:extLst>
                <a:ext uri="{FF2B5EF4-FFF2-40B4-BE49-F238E27FC236}">
                  <a16:creationId xmlns:a16="http://schemas.microsoft.com/office/drawing/2014/main" id="{528C7888-AC92-2005-EC24-DB2B1882795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4190257"/>
              <a:ext cx="619046" cy="463616"/>
            </a:xfrm>
            <a:prstGeom prst="rect">
              <a:avLst/>
            </a:prstGeom>
          </p:spPr>
        </p:pic>
        <p:pic>
          <p:nvPicPr>
            <p:cNvPr id="47" name="Graphic 46">
              <a:extLst>
                <a:ext uri="{FF2B5EF4-FFF2-40B4-BE49-F238E27FC236}">
                  <a16:creationId xmlns:a16="http://schemas.microsoft.com/office/drawing/2014/main" id="{89D07E8E-9B2F-0344-D04E-37386AE1227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4190257"/>
              <a:ext cx="619046" cy="463616"/>
            </a:xfrm>
            <a:prstGeom prst="rect">
              <a:avLst/>
            </a:prstGeom>
          </p:spPr>
        </p:pic>
        <p:pic>
          <p:nvPicPr>
            <p:cNvPr id="48" name="Graphic 47">
              <a:extLst>
                <a:ext uri="{FF2B5EF4-FFF2-40B4-BE49-F238E27FC236}">
                  <a16:creationId xmlns:a16="http://schemas.microsoft.com/office/drawing/2014/main" id="{BF0013B3-90CC-D62E-88C2-FE0D36C331A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4190257"/>
              <a:ext cx="619046" cy="463616"/>
            </a:xfrm>
            <a:prstGeom prst="rect">
              <a:avLst/>
            </a:prstGeom>
          </p:spPr>
        </p:pic>
        <p:pic>
          <p:nvPicPr>
            <p:cNvPr id="49" name="Graphic 48">
              <a:extLst>
                <a:ext uri="{FF2B5EF4-FFF2-40B4-BE49-F238E27FC236}">
                  <a16:creationId xmlns:a16="http://schemas.microsoft.com/office/drawing/2014/main" id="{26CD55D7-CDA9-9595-F00B-67B26C6CC34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4190257"/>
              <a:ext cx="619046" cy="463616"/>
            </a:xfrm>
            <a:prstGeom prst="rect">
              <a:avLst/>
            </a:prstGeom>
          </p:spPr>
        </p:pic>
        <p:pic>
          <p:nvPicPr>
            <p:cNvPr id="50" name="Graphic 49">
              <a:extLst>
                <a:ext uri="{FF2B5EF4-FFF2-40B4-BE49-F238E27FC236}">
                  <a16:creationId xmlns:a16="http://schemas.microsoft.com/office/drawing/2014/main" id="{98296C0A-BA6A-E723-979A-70CF7713E06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5123459"/>
              <a:ext cx="619046" cy="463616"/>
            </a:xfrm>
            <a:prstGeom prst="rect">
              <a:avLst/>
            </a:prstGeom>
          </p:spPr>
        </p:pic>
        <p:pic>
          <p:nvPicPr>
            <p:cNvPr id="51" name="Graphic 50">
              <a:extLst>
                <a:ext uri="{FF2B5EF4-FFF2-40B4-BE49-F238E27FC236}">
                  <a16:creationId xmlns:a16="http://schemas.microsoft.com/office/drawing/2014/main" id="{5233E87B-DF4A-0823-7C45-C064D3A3468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5123459"/>
              <a:ext cx="619046" cy="463616"/>
            </a:xfrm>
            <a:prstGeom prst="rect">
              <a:avLst/>
            </a:prstGeom>
          </p:spPr>
        </p:pic>
        <p:pic>
          <p:nvPicPr>
            <p:cNvPr id="52" name="Graphic 51">
              <a:extLst>
                <a:ext uri="{FF2B5EF4-FFF2-40B4-BE49-F238E27FC236}">
                  <a16:creationId xmlns:a16="http://schemas.microsoft.com/office/drawing/2014/main" id="{9CD73691-92D9-B8A3-9DB0-F065227EADD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5123459"/>
              <a:ext cx="619046" cy="463616"/>
            </a:xfrm>
            <a:prstGeom prst="rect">
              <a:avLst/>
            </a:prstGeom>
          </p:spPr>
        </p:pic>
        <p:pic>
          <p:nvPicPr>
            <p:cNvPr id="53" name="Graphic 52">
              <a:extLst>
                <a:ext uri="{FF2B5EF4-FFF2-40B4-BE49-F238E27FC236}">
                  <a16:creationId xmlns:a16="http://schemas.microsoft.com/office/drawing/2014/main" id="{44E5F319-7DD5-92BD-347A-CEB4A5584E9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5123459"/>
              <a:ext cx="619046" cy="463616"/>
            </a:xfrm>
            <a:prstGeom prst="rect">
              <a:avLst/>
            </a:prstGeom>
          </p:spPr>
        </p:pic>
        <p:pic>
          <p:nvPicPr>
            <p:cNvPr id="54" name="Graphic 53">
              <a:extLst>
                <a:ext uri="{FF2B5EF4-FFF2-40B4-BE49-F238E27FC236}">
                  <a16:creationId xmlns:a16="http://schemas.microsoft.com/office/drawing/2014/main" id="{2808D736-8A73-FF79-B6C2-62D5FF58C4B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5123459"/>
              <a:ext cx="619046" cy="463616"/>
            </a:xfrm>
            <a:prstGeom prst="rect">
              <a:avLst/>
            </a:prstGeom>
          </p:spPr>
        </p:pic>
        <p:pic>
          <p:nvPicPr>
            <p:cNvPr id="55" name="Graphic 54">
              <a:extLst>
                <a:ext uri="{FF2B5EF4-FFF2-40B4-BE49-F238E27FC236}">
                  <a16:creationId xmlns:a16="http://schemas.microsoft.com/office/drawing/2014/main" id="{8C6E22DC-D78A-D9BA-E4A8-326CEEEBC74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5123459"/>
              <a:ext cx="619046" cy="463616"/>
            </a:xfrm>
            <a:prstGeom prst="rect">
              <a:avLst/>
            </a:prstGeom>
          </p:spPr>
        </p:pic>
        <p:pic>
          <p:nvPicPr>
            <p:cNvPr id="56" name="Graphic 55">
              <a:extLst>
                <a:ext uri="{FF2B5EF4-FFF2-40B4-BE49-F238E27FC236}">
                  <a16:creationId xmlns:a16="http://schemas.microsoft.com/office/drawing/2014/main" id="{EFD36FE4-77E7-7ADC-2143-E1BCD014696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5123459"/>
              <a:ext cx="619046" cy="463616"/>
            </a:xfrm>
            <a:prstGeom prst="rect">
              <a:avLst/>
            </a:prstGeom>
          </p:spPr>
        </p:pic>
        <p:pic>
          <p:nvPicPr>
            <p:cNvPr id="57" name="Graphic 56">
              <a:extLst>
                <a:ext uri="{FF2B5EF4-FFF2-40B4-BE49-F238E27FC236}">
                  <a16:creationId xmlns:a16="http://schemas.microsoft.com/office/drawing/2014/main" id="{EF7142A9-C5AD-72CC-CF82-C5835915207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5123459"/>
              <a:ext cx="619046" cy="463616"/>
            </a:xfrm>
            <a:prstGeom prst="rect">
              <a:avLst/>
            </a:prstGeom>
          </p:spPr>
        </p:pic>
        <p:pic>
          <p:nvPicPr>
            <p:cNvPr id="58" name="Graphic 57">
              <a:extLst>
                <a:ext uri="{FF2B5EF4-FFF2-40B4-BE49-F238E27FC236}">
                  <a16:creationId xmlns:a16="http://schemas.microsoft.com/office/drawing/2014/main" id="{95CFBE6D-EF08-4639-8B2F-A3271F77072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5123459"/>
              <a:ext cx="619046" cy="463616"/>
            </a:xfrm>
            <a:prstGeom prst="rect">
              <a:avLst/>
            </a:prstGeom>
          </p:spPr>
        </p:pic>
        <p:pic>
          <p:nvPicPr>
            <p:cNvPr id="59" name="Graphic 58">
              <a:extLst>
                <a:ext uri="{FF2B5EF4-FFF2-40B4-BE49-F238E27FC236}">
                  <a16:creationId xmlns:a16="http://schemas.microsoft.com/office/drawing/2014/main" id="{279336E2-C111-999F-1420-CE2BBFBD243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5123459"/>
              <a:ext cx="619046" cy="463616"/>
            </a:xfrm>
            <a:prstGeom prst="rect">
              <a:avLst/>
            </a:prstGeom>
          </p:spPr>
        </p:pic>
        <p:pic>
          <p:nvPicPr>
            <p:cNvPr id="60" name="Graphic 59">
              <a:extLst>
                <a:ext uri="{FF2B5EF4-FFF2-40B4-BE49-F238E27FC236}">
                  <a16:creationId xmlns:a16="http://schemas.microsoft.com/office/drawing/2014/main" id="{DA3FB643-9B7C-85FB-A6D6-CAF690C2394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5123459"/>
              <a:ext cx="619046" cy="463616"/>
            </a:xfrm>
            <a:prstGeom prst="rect">
              <a:avLst/>
            </a:prstGeom>
          </p:spPr>
        </p:pic>
        <p:pic>
          <p:nvPicPr>
            <p:cNvPr id="61" name="Graphic 60">
              <a:extLst>
                <a:ext uri="{FF2B5EF4-FFF2-40B4-BE49-F238E27FC236}">
                  <a16:creationId xmlns:a16="http://schemas.microsoft.com/office/drawing/2014/main" id="{A6D7E06F-68E6-0377-0A03-EFDC67C3864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6056661"/>
              <a:ext cx="619046" cy="463616"/>
            </a:xfrm>
            <a:prstGeom prst="rect">
              <a:avLst/>
            </a:prstGeom>
          </p:spPr>
        </p:pic>
        <p:pic>
          <p:nvPicPr>
            <p:cNvPr id="62" name="Graphic 61">
              <a:extLst>
                <a:ext uri="{FF2B5EF4-FFF2-40B4-BE49-F238E27FC236}">
                  <a16:creationId xmlns:a16="http://schemas.microsoft.com/office/drawing/2014/main" id="{7BFE9C0A-9DA5-6C2C-4595-66C802F8B1B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6056661"/>
              <a:ext cx="619046" cy="463616"/>
            </a:xfrm>
            <a:prstGeom prst="rect">
              <a:avLst/>
            </a:prstGeom>
          </p:spPr>
        </p:pic>
        <p:pic>
          <p:nvPicPr>
            <p:cNvPr id="63" name="Graphic 62">
              <a:extLst>
                <a:ext uri="{FF2B5EF4-FFF2-40B4-BE49-F238E27FC236}">
                  <a16:creationId xmlns:a16="http://schemas.microsoft.com/office/drawing/2014/main" id="{EF979721-49AD-232C-0A9A-EA561E0E81F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6056661"/>
              <a:ext cx="619046" cy="463616"/>
            </a:xfrm>
            <a:prstGeom prst="rect">
              <a:avLst/>
            </a:prstGeom>
          </p:spPr>
        </p:pic>
        <p:pic>
          <p:nvPicPr>
            <p:cNvPr id="64" name="Graphic 63">
              <a:extLst>
                <a:ext uri="{FF2B5EF4-FFF2-40B4-BE49-F238E27FC236}">
                  <a16:creationId xmlns:a16="http://schemas.microsoft.com/office/drawing/2014/main" id="{0581DC35-E2A5-2CB2-7D18-978776F2B92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6056661"/>
              <a:ext cx="619046" cy="463616"/>
            </a:xfrm>
            <a:prstGeom prst="rect">
              <a:avLst/>
            </a:prstGeom>
          </p:spPr>
        </p:pic>
        <p:pic>
          <p:nvPicPr>
            <p:cNvPr id="65" name="Graphic 64">
              <a:extLst>
                <a:ext uri="{FF2B5EF4-FFF2-40B4-BE49-F238E27FC236}">
                  <a16:creationId xmlns:a16="http://schemas.microsoft.com/office/drawing/2014/main" id="{086AB143-2039-C68F-B0BD-8F0FF85ED77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6056661"/>
              <a:ext cx="619046" cy="463616"/>
            </a:xfrm>
            <a:prstGeom prst="rect">
              <a:avLst/>
            </a:prstGeom>
          </p:spPr>
        </p:pic>
        <p:pic>
          <p:nvPicPr>
            <p:cNvPr id="66" name="Graphic 65">
              <a:extLst>
                <a:ext uri="{FF2B5EF4-FFF2-40B4-BE49-F238E27FC236}">
                  <a16:creationId xmlns:a16="http://schemas.microsoft.com/office/drawing/2014/main" id="{9E26154D-1E9B-1D46-439D-395C75EC2AA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6056661"/>
              <a:ext cx="619046" cy="463616"/>
            </a:xfrm>
            <a:prstGeom prst="rect">
              <a:avLst/>
            </a:prstGeom>
          </p:spPr>
        </p:pic>
        <p:pic>
          <p:nvPicPr>
            <p:cNvPr id="67" name="Graphic 66">
              <a:extLst>
                <a:ext uri="{FF2B5EF4-FFF2-40B4-BE49-F238E27FC236}">
                  <a16:creationId xmlns:a16="http://schemas.microsoft.com/office/drawing/2014/main" id="{B0B0015C-651A-46C2-47AF-9BAF2BD6AFF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6056661"/>
              <a:ext cx="619046" cy="463616"/>
            </a:xfrm>
            <a:prstGeom prst="rect">
              <a:avLst/>
            </a:prstGeom>
          </p:spPr>
        </p:pic>
        <p:pic>
          <p:nvPicPr>
            <p:cNvPr id="68" name="Graphic 67">
              <a:extLst>
                <a:ext uri="{FF2B5EF4-FFF2-40B4-BE49-F238E27FC236}">
                  <a16:creationId xmlns:a16="http://schemas.microsoft.com/office/drawing/2014/main" id="{231D646A-8211-5790-3CD1-12248822F39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6056661"/>
              <a:ext cx="619046" cy="463616"/>
            </a:xfrm>
            <a:prstGeom prst="rect">
              <a:avLst/>
            </a:prstGeom>
          </p:spPr>
        </p:pic>
        <p:pic>
          <p:nvPicPr>
            <p:cNvPr id="69" name="Graphic 68">
              <a:extLst>
                <a:ext uri="{FF2B5EF4-FFF2-40B4-BE49-F238E27FC236}">
                  <a16:creationId xmlns:a16="http://schemas.microsoft.com/office/drawing/2014/main" id="{DCFBEF49-5937-449C-CEC3-0B9701EAFF5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6056661"/>
              <a:ext cx="619046" cy="463616"/>
            </a:xfrm>
            <a:prstGeom prst="rect">
              <a:avLst/>
            </a:prstGeom>
          </p:spPr>
        </p:pic>
        <p:pic>
          <p:nvPicPr>
            <p:cNvPr id="70" name="Graphic 69">
              <a:extLst>
                <a:ext uri="{FF2B5EF4-FFF2-40B4-BE49-F238E27FC236}">
                  <a16:creationId xmlns:a16="http://schemas.microsoft.com/office/drawing/2014/main" id="{57E7CC47-5FEB-288D-33E3-9111D57914A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6056661"/>
              <a:ext cx="619046" cy="463616"/>
            </a:xfrm>
            <a:prstGeom prst="rect">
              <a:avLst/>
            </a:prstGeom>
          </p:spPr>
        </p:pic>
        <p:pic>
          <p:nvPicPr>
            <p:cNvPr id="71" name="Graphic 70">
              <a:extLst>
                <a:ext uri="{FF2B5EF4-FFF2-40B4-BE49-F238E27FC236}">
                  <a16:creationId xmlns:a16="http://schemas.microsoft.com/office/drawing/2014/main" id="{6A42F606-9288-639D-8F6A-AE390B228C5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6056661"/>
              <a:ext cx="619046" cy="463616"/>
            </a:xfrm>
            <a:prstGeom prst="rect">
              <a:avLst/>
            </a:prstGeom>
          </p:spPr>
        </p:pic>
        <p:pic>
          <p:nvPicPr>
            <p:cNvPr id="72" name="Graphic 71">
              <a:extLst>
                <a:ext uri="{FF2B5EF4-FFF2-40B4-BE49-F238E27FC236}">
                  <a16:creationId xmlns:a16="http://schemas.microsoft.com/office/drawing/2014/main" id="{547B71B3-57C5-7BFC-FF11-047F18EA321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391518"/>
              <a:ext cx="619046" cy="463616"/>
            </a:xfrm>
            <a:prstGeom prst="rect">
              <a:avLst/>
            </a:prstGeom>
          </p:spPr>
        </p:pic>
        <p:pic>
          <p:nvPicPr>
            <p:cNvPr id="73" name="Graphic 72">
              <a:extLst>
                <a:ext uri="{FF2B5EF4-FFF2-40B4-BE49-F238E27FC236}">
                  <a16:creationId xmlns:a16="http://schemas.microsoft.com/office/drawing/2014/main" id="{4B1EF7A0-960B-9E93-B327-463A0793DF3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391518"/>
              <a:ext cx="619046" cy="463616"/>
            </a:xfrm>
            <a:prstGeom prst="rect">
              <a:avLst/>
            </a:prstGeom>
          </p:spPr>
        </p:pic>
        <p:pic>
          <p:nvPicPr>
            <p:cNvPr id="74" name="Graphic 73">
              <a:extLst>
                <a:ext uri="{FF2B5EF4-FFF2-40B4-BE49-F238E27FC236}">
                  <a16:creationId xmlns:a16="http://schemas.microsoft.com/office/drawing/2014/main" id="{27D4AE3B-380A-2DC6-42D8-625B4D30BD0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391518"/>
              <a:ext cx="619046" cy="463616"/>
            </a:xfrm>
            <a:prstGeom prst="rect">
              <a:avLst/>
            </a:prstGeom>
          </p:spPr>
        </p:pic>
        <p:pic>
          <p:nvPicPr>
            <p:cNvPr id="75" name="Graphic 74">
              <a:extLst>
                <a:ext uri="{FF2B5EF4-FFF2-40B4-BE49-F238E27FC236}">
                  <a16:creationId xmlns:a16="http://schemas.microsoft.com/office/drawing/2014/main" id="{92F9F7F8-CFEE-F55D-8030-401819225D4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391518"/>
              <a:ext cx="619046" cy="463616"/>
            </a:xfrm>
            <a:prstGeom prst="rect">
              <a:avLst/>
            </a:prstGeom>
          </p:spPr>
        </p:pic>
        <p:pic>
          <p:nvPicPr>
            <p:cNvPr id="76" name="Graphic 75">
              <a:extLst>
                <a:ext uri="{FF2B5EF4-FFF2-40B4-BE49-F238E27FC236}">
                  <a16:creationId xmlns:a16="http://schemas.microsoft.com/office/drawing/2014/main" id="{B63F2A84-441E-9455-8176-3B942F48961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391518"/>
              <a:ext cx="619046" cy="463616"/>
            </a:xfrm>
            <a:prstGeom prst="rect">
              <a:avLst/>
            </a:prstGeom>
          </p:spPr>
        </p:pic>
        <p:pic>
          <p:nvPicPr>
            <p:cNvPr id="77" name="Graphic 76">
              <a:extLst>
                <a:ext uri="{FF2B5EF4-FFF2-40B4-BE49-F238E27FC236}">
                  <a16:creationId xmlns:a16="http://schemas.microsoft.com/office/drawing/2014/main" id="{B3183250-1610-6559-FD26-93B13A66F81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391518"/>
              <a:ext cx="619046" cy="463616"/>
            </a:xfrm>
            <a:prstGeom prst="rect">
              <a:avLst/>
            </a:prstGeom>
          </p:spPr>
        </p:pic>
        <p:pic>
          <p:nvPicPr>
            <p:cNvPr id="78" name="Graphic 77">
              <a:extLst>
                <a:ext uri="{FF2B5EF4-FFF2-40B4-BE49-F238E27FC236}">
                  <a16:creationId xmlns:a16="http://schemas.microsoft.com/office/drawing/2014/main" id="{8D9180BE-152D-7730-9226-EBEFE6E9800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391518"/>
              <a:ext cx="619046" cy="463616"/>
            </a:xfrm>
            <a:prstGeom prst="rect">
              <a:avLst/>
            </a:prstGeom>
          </p:spPr>
        </p:pic>
        <p:pic>
          <p:nvPicPr>
            <p:cNvPr id="79" name="Graphic 78">
              <a:extLst>
                <a:ext uri="{FF2B5EF4-FFF2-40B4-BE49-F238E27FC236}">
                  <a16:creationId xmlns:a16="http://schemas.microsoft.com/office/drawing/2014/main" id="{52164614-F962-317F-EA3F-3A135F6B5BB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391518"/>
              <a:ext cx="619046" cy="463616"/>
            </a:xfrm>
            <a:prstGeom prst="rect">
              <a:avLst/>
            </a:prstGeom>
          </p:spPr>
        </p:pic>
        <p:pic>
          <p:nvPicPr>
            <p:cNvPr id="80" name="Graphic 79">
              <a:extLst>
                <a:ext uri="{FF2B5EF4-FFF2-40B4-BE49-F238E27FC236}">
                  <a16:creationId xmlns:a16="http://schemas.microsoft.com/office/drawing/2014/main" id="{84728B60-0734-DE72-5471-97573FF5992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391518"/>
              <a:ext cx="619046" cy="463616"/>
            </a:xfrm>
            <a:prstGeom prst="rect">
              <a:avLst/>
            </a:prstGeom>
          </p:spPr>
        </p:pic>
        <p:pic>
          <p:nvPicPr>
            <p:cNvPr id="81" name="Graphic 80">
              <a:extLst>
                <a:ext uri="{FF2B5EF4-FFF2-40B4-BE49-F238E27FC236}">
                  <a16:creationId xmlns:a16="http://schemas.microsoft.com/office/drawing/2014/main" id="{6A1B2626-91F5-5491-AA91-C2C36CFEE22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391518"/>
              <a:ext cx="619046" cy="463616"/>
            </a:xfrm>
            <a:prstGeom prst="rect">
              <a:avLst/>
            </a:prstGeom>
          </p:spPr>
        </p:pic>
        <p:pic>
          <p:nvPicPr>
            <p:cNvPr id="82" name="Graphic 81">
              <a:extLst>
                <a:ext uri="{FF2B5EF4-FFF2-40B4-BE49-F238E27FC236}">
                  <a16:creationId xmlns:a16="http://schemas.microsoft.com/office/drawing/2014/main" id="{7091C544-D7C3-1AE9-F5BC-5DF55206B1A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391518"/>
              <a:ext cx="619046" cy="463616"/>
            </a:xfrm>
            <a:prstGeom prst="rect">
              <a:avLst/>
            </a:prstGeom>
          </p:spPr>
        </p:pic>
      </p:grpSp>
      <p:pic>
        <p:nvPicPr>
          <p:cNvPr id="2" name="Graphic 1">
            <a:extLst>
              <a:ext uri="{FF2B5EF4-FFF2-40B4-BE49-F238E27FC236}">
                <a16:creationId xmlns:a16="http://schemas.microsoft.com/office/drawing/2014/main" id="{CCA87CE8-0B7A-14EC-1708-06F65742B742}"/>
              </a:ext>
            </a:extLst>
          </p:cNvPr>
          <p:cNvPicPr>
            <a:picLocks noChangeAspect="1"/>
          </p:cNvPicPr>
          <p:nvPr/>
        </p:nvPicPr>
        <p:blipFill>
          <a:blip>
            <a:lum bright="100000"/>
            <a:extLst>
              <a:ext uri="{96DAC541-7B7A-43D3-8B79-37D633B846F1}">
                <asvg:svgBlip xmlns:asvg="http://schemas.microsoft.com/office/drawing/2016/SVG/main" r:embed="rId3"/>
              </a:ext>
            </a:extLst>
          </a:blip>
          <a:stretch>
            <a:fillRect/>
          </a:stretch>
        </p:blipFill>
        <p:spPr>
          <a:xfrm>
            <a:off x="571501" y="6274974"/>
            <a:ext cx="618133" cy="411576"/>
          </a:xfrm>
          <a:prstGeom prst="rect">
            <a:avLst/>
          </a:prstGeom>
        </p:spPr>
      </p:pic>
      <p:pic>
        <p:nvPicPr>
          <p:cNvPr id="83" name="MS logo white - EMF" descr="Microsoft logo white text version">
            <a:extLst>
              <a:ext uri="{FF2B5EF4-FFF2-40B4-BE49-F238E27FC236}">
                <a16:creationId xmlns:a16="http://schemas.microsoft.com/office/drawing/2014/main" id="{8E8E26D2-D39C-CBB8-D624-79966B7CF5A8}"/>
              </a:ext>
            </a:extLst>
          </p:cNvPr>
          <p:cNvPicPr>
            <a:picLocks noChangeAspect="1"/>
          </p:cNvPicPr>
          <p:nvPr/>
        </p:nvPicPr>
        <p:blipFill>
          <a:blip r:embed="rId4"/>
          <a:stretch>
            <a:fillRect/>
          </a:stretch>
        </p:blipFill>
        <p:spPr bwMode="black">
          <a:xfrm>
            <a:off x="571500" y="457200"/>
            <a:ext cx="1366245" cy="292608"/>
          </a:xfrm>
          <a:prstGeom prst="rect">
            <a:avLst/>
          </a:prstGeom>
        </p:spPr>
      </p:pic>
      <p:pic>
        <p:nvPicPr>
          <p:cNvPr id="84" name="Graphic 83">
            <a:extLst>
              <a:ext uri="{FF2B5EF4-FFF2-40B4-BE49-F238E27FC236}">
                <a16:creationId xmlns:a16="http://schemas.microsoft.com/office/drawing/2014/main" id="{CD6E1856-2BEB-896F-6705-3A76BD91785E}"/>
              </a:ext>
            </a:extLst>
          </p:cNvPr>
          <p:cNvPicPr>
            <a:picLocks noChangeAspect="1"/>
          </p:cNvPicPr>
          <p:nvPr/>
        </p:nvPicPr>
        <p:blipFill>
          <a:blip>
            <a:lum bright="100000"/>
            <a:extLst>
              <a:ext uri="{96DAC541-7B7A-43D3-8B79-37D633B846F1}">
                <asvg:svgBlip xmlns:asvg="http://schemas.microsoft.com/office/drawing/2016/SVG/main" r:embed="rId5"/>
              </a:ext>
            </a:extLst>
          </a:blip>
          <a:stretch>
            <a:fillRect/>
          </a:stretch>
        </p:blipFill>
        <p:spPr>
          <a:xfrm>
            <a:off x="4152900" y="2129733"/>
            <a:ext cx="3886200" cy="2598534"/>
          </a:xfrm>
          <a:prstGeom prst="rect">
            <a:avLst/>
          </a:prstGeom>
        </p:spPr>
      </p:pic>
      <p:sp>
        <p:nvSpPr>
          <p:cNvPr id="9" name="Text Placeholder 4">
            <a:extLst>
              <a:ext uri="{FF2B5EF4-FFF2-40B4-BE49-F238E27FC236}">
                <a16:creationId xmlns:a16="http://schemas.microsoft.com/office/drawing/2014/main" id="{2F2B27CA-E8D2-CB6A-2B93-EBC2488F168D}"/>
              </a:ext>
            </a:extLst>
          </p:cNvPr>
          <p:cNvSpPr>
            <a:spLocks noGrp="1"/>
          </p:cNvSpPr>
          <p:nvPr>
            <p:ph type="body" sz="quarter" idx="12" hasCustomPrompt="1"/>
          </p:nvPr>
        </p:nvSpPr>
        <p:spPr>
          <a:xfrm>
            <a:off x="1939924" y="6400799"/>
            <a:ext cx="9680575" cy="153888"/>
          </a:xfrm>
        </p:spPr>
        <p:txBody>
          <a:bodyPr/>
          <a:lstStyle>
            <a:lvl1pPr marL="0" indent="0">
              <a:buNone/>
              <a:defRPr sz="1000" cap="none" baseline="0">
                <a:solidFill>
                  <a:schemeClr val="bg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Footer</a:t>
            </a:r>
          </a:p>
        </p:txBody>
      </p:sp>
    </p:spTree>
    <p:extLst>
      <p:ext uri="{BB962C8B-B14F-4D97-AF65-F5344CB8AC3E}">
        <p14:creationId xmlns:p14="http://schemas.microsoft.com/office/powerpoint/2010/main" val="34455904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12">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mo Slide White 2">
    <p:spTree>
      <p:nvGrpSpPr>
        <p:cNvPr id="1" name=""/>
        <p:cNvGrpSpPr/>
        <p:nvPr/>
      </p:nvGrpSpPr>
      <p:grpSpPr>
        <a:xfrm>
          <a:off x="0" y="0"/>
          <a:ext cx="0" cy="0"/>
          <a:chOff x="0" y="0"/>
          <a:chExt cx="0" cy="0"/>
        </a:xfrm>
      </p:grpSpPr>
      <p:sp>
        <p:nvSpPr>
          <p:cNvPr id="107" name="Rectangle 106">
            <a:extLst>
              <a:ext uri="{FF2B5EF4-FFF2-40B4-BE49-F238E27FC236}">
                <a16:creationId xmlns:a16="http://schemas.microsoft.com/office/drawing/2014/main" id="{D9FDF290-D296-1908-C873-8FC9BC6FB4C0}"/>
              </a:ext>
            </a:extLst>
          </p:cNvPr>
          <p:cNvSpPr/>
          <p:nvPr/>
        </p:nvSpPr>
        <p:spPr bwMode="auto">
          <a:xfrm>
            <a:off x="0" y="5842001"/>
            <a:ext cx="12192000" cy="1016000"/>
          </a:xfrm>
          <a:prstGeom prst="rect">
            <a:avLst/>
          </a:prstGeom>
          <a:gradFill flip="none" rotWithShape="1">
            <a:gsLst>
              <a:gs pos="30000">
                <a:srgbClr val="079FE7"/>
              </a:gs>
              <a:gs pos="70100">
                <a:schemeClr val="accent4"/>
              </a:gs>
              <a:gs pos="0">
                <a:srgbClr val="4ACD87"/>
              </a:gs>
              <a:gs pos="50000">
                <a:schemeClr val="accent1"/>
              </a:gs>
              <a:gs pos="100000">
                <a:srgbClr val="E85CB8"/>
              </a:gs>
            </a:gsLst>
            <a:lin ang="0" scaled="1"/>
            <a:tileRect/>
          </a:gradFill>
          <a:ln w="2184" cap="flat">
            <a:noFill/>
            <a:prstDash val="solid"/>
            <a:miter/>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 name="Graphic 1">
            <a:extLst>
              <a:ext uri="{FF2B5EF4-FFF2-40B4-BE49-F238E27FC236}">
                <a16:creationId xmlns:a16="http://schemas.microsoft.com/office/drawing/2014/main" id="{F4F1806E-D9EB-0D18-E933-2703353602E2}"/>
              </a:ext>
            </a:extLst>
          </p:cNvPr>
          <p:cNvPicPr>
            <a:picLocks noChangeAspect="1"/>
          </p:cNvPicPr>
          <p:nvPr/>
        </p:nvPicPr>
        <p:blipFill>
          <a:blip>
            <a:extLst>
              <a:ext uri="{96DAC541-7B7A-43D3-8B79-37D633B846F1}">
                <asvg:svgBlip xmlns:asvg="http://schemas.microsoft.com/office/drawing/2016/SVG/main" r:embed="rId2"/>
              </a:ext>
            </a:extLst>
          </a:blip>
          <a:srcRect b="51525"/>
          <a:stretch>
            <a:fillRect/>
          </a:stretch>
        </p:blipFill>
        <p:spPr>
          <a:xfrm>
            <a:off x="5289395" y="1474520"/>
            <a:ext cx="1613210" cy="522892"/>
          </a:xfrm>
          <a:prstGeom prst="rect">
            <a:avLst/>
          </a:prstGeom>
        </p:spPr>
      </p:pic>
      <p:sp>
        <p:nvSpPr>
          <p:cNvPr id="3" name="Text Placeholder 4">
            <a:extLst>
              <a:ext uri="{FF2B5EF4-FFF2-40B4-BE49-F238E27FC236}">
                <a16:creationId xmlns:a16="http://schemas.microsoft.com/office/drawing/2014/main" id="{6EFDF26E-3175-44C4-2199-04F0E863F14B}"/>
              </a:ext>
            </a:extLst>
          </p:cNvPr>
          <p:cNvSpPr>
            <a:spLocks noGrp="1"/>
          </p:cNvSpPr>
          <p:nvPr>
            <p:ph type="body" sz="quarter" idx="12" hasCustomPrompt="1"/>
          </p:nvPr>
        </p:nvSpPr>
        <p:spPr>
          <a:xfrm>
            <a:off x="2176463" y="2778870"/>
            <a:ext cx="7837488" cy="1231106"/>
          </a:xfrm>
        </p:spPr>
        <p:txBody>
          <a:bodyPr/>
          <a:lstStyle>
            <a:lvl1pPr marL="0" indent="0" algn="ctr">
              <a:buNone/>
              <a:defRPr lang="en-US" sz="8000" kern="1200" dirty="0">
                <a:solidFill>
                  <a:schemeClr val="tx1"/>
                </a:solidFill>
                <a:effectLst>
                  <a:reflection blurRad="12700" stA="5000" endPos="60000" dist="50800" dir="5400000" sy="-100000" algn="bl" rotWithShape="0"/>
                </a:effectLst>
                <a:latin typeface="+mj-lt"/>
                <a:ea typeface="+mn-ea"/>
                <a:cs typeface="+mn-cs"/>
              </a:defRPr>
            </a:lvl1pPr>
            <a:lvl2pPr marL="228600" indent="0">
              <a:buNone/>
              <a:defRPr/>
            </a:lvl2pPr>
            <a:lvl3pPr marL="457200" indent="0">
              <a:buNone/>
              <a:defRPr/>
            </a:lvl3pPr>
            <a:lvl4pPr marL="661988" indent="0">
              <a:buNone/>
              <a:defRPr/>
            </a:lvl4pPr>
            <a:lvl5pPr marL="855663" indent="0">
              <a:buNone/>
              <a:defRPr/>
            </a:lvl5pPr>
          </a:lstStyle>
          <a:p>
            <a:pPr lvl="0"/>
            <a:r>
              <a:rPr lang="en-US"/>
              <a:t>Edit Title</a:t>
            </a:r>
          </a:p>
        </p:txBody>
      </p:sp>
    </p:spTree>
    <p:extLst>
      <p:ext uri="{BB962C8B-B14F-4D97-AF65-F5344CB8AC3E}">
        <p14:creationId xmlns:p14="http://schemas.microsoft.com/office/powerpoint/2010/main" val="238481898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12">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mo Slide Dark 2">
    <p:bg>
      <p:bgPr>
        <a:solidFill>
          <a:schemeClr val="tx1"/>
        </a:solidFill>
        <a:effectLst/>
      </p:bgPr>
    </p:bg>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699AD9A8-9C7F-25F5-2843-7BB119D5BE1E}"/>
              </a:ext>
            </a:extLst>
          </p:cNvPr>
          <p:cNvSpPr>
            <a:spLocks noGrp="1"/>
          </p:cNvSpPr>
          <p:nvPr>
            <p:ph type="body" sz="quarter" idx="12" hasCustomPrompt="1"/>
          </p:nvPr>
        </p:nvSpPr>
        <p:spPr>
          <a:xfrm>
            <a:off x="2176463" y="2778870"/>
            <a:ext cx="7837488" cy="1231106"/>
          </a:xfrm>
        </p:spPr>
        <p:txBody>
          <a:bodyPr/>
          <a:lstStyle>
            <a:lvl1pPr marL="0" indent="0" algn="ctr">
              <a:buNone/>
              <a:defRPr lang="en-US" sz="8000" kern="1200" dirty="0">
                <a:solidFill>
                  <a:schemeClr val="bg1"/>
                </a:solidFill>
                <a:effectLst>
                  <a:reflection blurRad="12700" stA="5000" endPos="60000" dist="50800" dir="5400000" sy="-100000" algn="bl" rotWithShape="0"/>
                </a:effectLst>
                <a:latin typeface="+mj-lt"/>
                <a:ea typeface="+mn-ea"/>
                <a:cs typeface="+mn-cs"/>
              </a:defRPr>
            </a:lvl1pPr>
            <a:lvl2pPr marL="228600" indent="0">
              <a:buNone/>
              <a:defRPr/>
            </a:lvl2pPr>
            <a:lvl3pPr marL="457200" indent="0">
              <a:buNone/>
              <a:defRPr/>
            </a:lvl3pPr>
            <a:lvl4pPr marL="661988" indent="0">
              <a:buNone/>
              <a:defRPr/>
            </a:lvl4pPr>
            <a:lvl5pPr marL="855663" indent="0">
              <a:buNone/>
              <a:defRPr/>
            </a:lvl5pPr>
          </a:lstStyle>
          <a:p>
            <a:pPr lvl="0"/>
            <a:r>
              <a:rPr lang="en-US"/>
              <a:t>Edit Title</a:t>
            </a:r>
          </a:p>
        </p:txBody>
      </p:sp>
      <p:sp>
        <p:nvSpPr>
          <p:cNvPr id="6" name="Rectangle 5">
            <a:extLst>
              <a:ext uri="{FF2B5EF4-FFF2-40B4-BE49-F238E27FC236}">
                <a16:creationId xmlns:a16="http://schemas.microsoft.com/office/drawing/2014/main" id="{230F02D4-DB86-07B9-9C4C-2ECC08206670}"/>
              </a:ext>
            </a:extLst>
          </p:cNvPr>
          <p:cNvSpPr/>
          <p:nvPr/>
        </p:nvSpPr>
        <p:spPr bwMode="auto">
          <a:xfrm>
            <a:off x="0" y="5842001"/>
            <a:ext cx="12192000" cy="1016000"/>
          </a:xfrm>
          <a:prstGeom prst="rect">
            <a:avLst/>
          </a:prstGeom>
          <a:gradFill flip="none" rotWithShape="1">
            <a:gsLst>
              <a:gs pos="30000">
                <a:srgbClr val="079FE7"/>
              </a:gs>
              <a:gs pos="70100">
                <a:schemeClr val="accent4"/>
              </a:gs>
              <a:gs pos="0">
                <a:srgbClr val="4ACD87"/>
              </a:gs>
              <a:gs pos="50000">
                <a:schemeClr val="accent1"/>
              </a:gs>
              <a:gs pos="100000">
                <a:srgbClr val="E85CB8"/>
              </a:gs>
            </a:gsLst>
            <a:lin ang="0" scaled="1"/>
            <a:tileRect/>
          </a:gradFill>
          <a:ln w="2184" cap="flat">
            <a:noFill/>
            <a:prstDash val="solid"/>
            <a:miter/>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7" name="Graphic 6">
            <a:extLst>
              <a:ext uri="{FF2B5EF4-FFF2-40B4-BE49-F238E27FC236}">
                <a16:creationId xmlns:a16="http://schemas.microsoft.com/office/drawing/2014/main" id="{EA9E6856-DA7C-B4E5-512C-EC540C7E936C}"/>
              </a:ext>
            </a:extLst>
          </p:cNvPr>
          <p:cNvPicPr>
            <a:picLocks noChangeAspect="1"/>
          </p:cNvPicPr>
          <p:nvPr/>
        </p:nvPicPr>
        <p:blipFill>
          <a:blip>
            <a:lum bright="100000"/>
            <a:extLst>
              <a:ext uri="{96DAC541-7B7A-43D3-8B79-37D633B846F1}">
                <asvg:svgBlip xmlns:asvg="http://schemas.microsoft.com/office/drawing/2016/SVG/main" r:embed="rId2"/>
              </a:ext>
            </a:extLst>
          </a:blip>
          <a:stretch>
            <a:fillRect/>
          </a:stretch>
        </p:blipFill>
        <p:spPr>
          <a:xfrm>
            <a:off x="5289395" y="897346"/>
            <a:ext cx="1613210" cy="1078684"/>
          </a:xfrm>
          <a:prstGeom prst="rect">
            <a:avLst/>
          </a:prstGeom>
        </p:spPr>
      </p:pic>
    </p:spTree>
    <p:extLst>
      <p:ext uri="{BB962C8B-B14F-4D97-AF65-F5344CB8AC3E}">
        <p14:creationId xmlns:p14="http://schemas.microsoft.com/office/powerpoint/2010/main" val="153252538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12">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Contents Dark">
    <p:bg>
      <p:bgPr>
        <a:solidFill>
          <a:schemeClr val="tx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8DB0D193-2580-BD11-0521-029D74C5E95D}"/>
              </a:ext>
            </a:extLst>
          </p:cNvPr>
          <p:cNvGrpSpPr/>
          <p:nvPr/>
        </p:nvGrpSpPr>
        <p:grpSpPr>
          <a:xfrm>
            <a:off x="-95560" y="93940"/>
            <a:ext cx="12383120" cy="6723916"/>
            <a:chOff x="452167" y="391518"/>
            <a:chExt cx="11287046" cy="6128759"/>
          </a:xfrm>
          <a:solidFill>
            <a:schemeClr val="tx2">
              <a:alpha val="6000"/>
            </a:schemeClr>
          </a:solidFill>
        </p:grpSpPr>
        <p:pic>
          <p:nvPicPr>
            <p:cNvPr id="84" name="Graphic 83">
              <a:extLst>
                <a:ext uri="{FF2B5EF4-FFF2-40B4-BE49-F238E27FC236}">
                  <a16:creationId xmlns:a16="http://schemas.microsoft.com/office/drawing/2014/main" id="{472D4E12-D2D5-803D-1D30-64DC5FB49B7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1390651"/>
              <a:ext cx="619046" cy="463616"/>
            </a:xfrm>
            <a:prstGeom prst="rect">
              <a:avLst/>
            </a:prstGeom>
          </p:spPr>
        </p:pic>
        <p:pic>
          <p:nvPicPr>
            <p:cNvPr id="85" name="Graphic 84">
              <a:extLst>
                <a:ext uri="{FF2B5EF4-FFF2-40B4-BE49-F238E27FC236}">
                  <a16:creationId xmlns:a16="http://schemas.microsoft.com/office/drawing/2014/main" id="{59F38254-BD8E-F2DC-0C15-4805DA75D3B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1390651"/>
              <a:ext cx="619046" cy="463616"/>
            </a:xfrm>
            <a:prstGeom prst="rect">
              <a:avLst/>
            </a:prstGeom>
          </p:spPr>
        </p:pic>
        <p:pic>
          <p:nvPicPr>
            <p:cNvPr id="86" name="Graphic 85">
              <a:extLst>
                <a:ext uri="{FF2B5EF4-FFF2-40B4-BE49-F238E27FC236}">
                  <a16:creationId xmlns:a16="http://schemas.microsoft.com/office/drawing/2014/main" id="{C85841AE-EEB8-0E85-9E87-AFB1EECFE2C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1390651"/>
              <a:ext cx="619046" cy="463616"/>
            </a:xfrm>
            <a:prstGeom prst="rect">
              <a:avLst/>
            </a:prstGeom>
          </p:spPr>
        </p:pic>
        <p:pic>
          <p:nvPicPr>
            <p:cNvPr id="87" name="Graphic 86">
              <a:extLst>
                <a:ext uri="{FF2B5EF4-FFF2-40B4-BE49-F238E27FC236}">
                  <a16:creationId xmlns:a16="http://schemas.microsoft.com/office/drawing/2014/main" id="{5F974E27-4B5B-E4CA-6C98-1D85BAE6E9A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1390651"/>
              <a:ext cx="619046" cy="463616"/>
            </a:xfrm>
            <a:prstGeom prst="rect">
              <a:avLst/>
            </a:prstGeom>
          </p:spPr>
        </p:pic>
        <p:pic>
          <p:nvPicPr>
            <p:cNvPr id="88" name="Graphic 87">
              <a:extLst>
                <a:ext uri="{FF2B5EF4-FFF2-40B4-BE49-F238E27FC236}">
                  <a16:creationId xmlns:a16="http://schemas.microsoft.com/office/drawing/2014/main" id="{05222EAD-EF4E-C831-03A9-7A241F5C7D3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1390651"/>
              <a:ext cx="619046" cy="463616"/>
            </a:xfrm>
            <a:prstGeom prst="rect">
              <a:avLst/>
            </a:prstGeom>
          </p:spPr>
        </p:pic>
        <p:pic>
          <p:nvPicPr>
            <p:cNvPr id="89" name="Graphic 88">
              <a:extLst>
                <a:ext uri="{FF2B5EF4-FFF2-40B4-BE49-F238E27FC236}">
                  <a16:creationId xmlns:a16="http://schemas.microsoft.com/office/drawing/2014/main" id="{44A3866E-75EF-014F-7B97-2407EDB9500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1390651"/>
              <a:ext cx="619046" cy="463616"/>
            </a:xfrm>
            <a:prstGeom prst="rect">
              <a:avLst/>
            </a:prstGeom>
          </p:spPr>
        </p:pic>
        <p:pic>
          <p:nvPicPr>
            <p:cNvPr id="90" name="Graphic 89">
              <a:extLst>
                <a:ext uri="{FF2B5EF4-FFF2-40B4-BE49-F238E27FC236}">
                  <a16:creationId xmlns:a16="http://schemas.microsoft.com/office/drawing/2014/main" id="{B6D4C301-E0BB-901E-8ABC-5B708571380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1390651"/>
              <a:ext cx="619046" cy="463616"/>
            </a:xfrm>
            <a:prstGeom prst="rect">
              <a:avLst/>
            </a:prstGeom>
          </p:spPr>
        </p:pic>
        <p:pic>
          <p:nvPicPr>
            <p:cNvPr id="91" name="Graphic 90">
              <a:extLst>
                <a:ext uri="{FF2B5EF4-FFF2-40B4-BE49-F238E27FC236}">
                  <a16:creationId xmlns:a16="http://schemas.microsoft.com/office/drawing/2014/main" id="{9CF111EA-6371-AA23-DAE1-A42D04FE100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1390651"/>
              <a:ext cx="619046" cy="463616"/>
            </a:xfrm>
            <a:prstGeom prst="rect">
              <a:avLst/>
            </a:prstGeom>
          </p:spPr>
        </p:pic>
        <p:pic>
          <p:nvPicPr>
            <p:cNvPr id="92" name="Graphic 91">
              <a:extLst>
                <a:ext uri="{FF2B5EF4-FFF2-40B4-BE49-F238E27FC236}">
                  <a16:creationId xmlns:a16="http://schemas.microsoft.com/office/drawing/2014/main" id="{8E269B53-9F53-D023-1489-76D1269A45B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1390651"/>
              <a:ext cx="619046" cy="463616"/>
            </a:xfrm>
            <a:prstGeom prst="rect">
              <a:avLst/>
            </a:prstGeom>
          </p:spPr>
        </p:pic>
        <p:pic>
          <p:nvPicPr>
            <p:cNvPr id="93" name="Graphic 92">
              <a:extLst>
                <a:ext uri="{FF2B5EF4-FFF2-40B4-BE49-F238E27FC236}">
                  <a16:creationId xmlns:a16="http://schemas.microsoft.com/office/drawing/2014/main" id="{1557DEFB-E2D4-61CA-DA26-E791D3DD945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1390651"/>
              <a:ext cx="619046" cy="463616"/>
            </a:xfrm>
            <a:prstGeom prst="rect">
              <a:avLst/>
            </a:prstGeom>
          </p:spPr>
        </p:pic>
        <p:pic>
          <p:nvPicPr>
            <p:cNvPr id="94" name="Graphic 93">
              <a:extLst>
                <a:ext uri="{FF2B5EF4-FFF2-40B4-BE49-F238E27FC236}">
                  <a16:creationId xmlns:a16="http://schemas.microsoft.com/office/drawing/2014/main" id="{469BB6D7-C8BD-E229-B8A6-05E7B358276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1390651"/>
              <a:ext cx="619046" cy="463616"/>
            </a:xfrm>
            <a:prstGeom prst="rect">
              <a:avLst/>
            </a:prstGeom>
          </p:spPr>
        </p:pic>
        <p:pic>
          <p:nvPicPr>
            <p:cNvPr id="95" name="Graphic 94">
              <a:extLst>
                <a:ext uri="{FF2B5EF4-FFF2-40B4-BE49-F238E27FC236}">
                  <a16:creationId xmlns:a16="http://schemas.microsoft.com/office/drawing/2014/main" id="{A29BAA92-C04F-CC1D-6682-16E496A3E27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2323853"/>
              <a:ext cx="619046" cy="463616"/>
            </a:xfrm>
            <a:prstGeom prst="rect">
              <a:avLst/>
            </a:prstGeom>
          </p:spPr>
        </p:pic>
        <p:pic>
          <p:nvPicPr>
            <p:cNvPr id="96" name="Graphic 95">
              <a:extLst>
                <a:ext uri="{FF2B5EF4-FFF2-40B4-BE49-F238E27FC236}">
                  <a16:creationId xmlns:a16="http://schemas.microsoft.com/office/drawing/2014/main" id="{9BC9F756-7519-A990-7F24-DBAE37AA7D9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2323853"/>
              <a:ext cx="619046" cy="463616"/>
            </a:xfrm>
            <a:prstGeom prst="rect">
              <a:avLst/>
            </a:prstGeom>
          </p:spPr>
        </p:pic>
        <p:pic>
          <p:nvPicPr>
            <p:cNvPr id="97" name="Graphic 96">
              <a:extLst>
                <a:ext uri="{FF2B5EF4-FFF2-40B4-BE49-F238E27FC236}">
                  <a16:creationId xmlns:a16="http://schemas.microsoft.com/office/drawing/2014/main" id="{0ECE9A22-C236-9510-7E61-82BBCF40225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2323853"/>
              <a:ext cx="619046" cy="463616"/>
            </a:xfrm>
            <a:prstGeom prst="rect">
              <a:avLst/>
            </a:prstGeom>
          </p:spPr>
        </p:pic>
        <p:pic>
          <p:nvPicPr>
            <p:cNvPr id="98" name="Graphic 97">
              <a:extLst>
                <a:ext uri="{FF2B5EF4-FFF2-40B4-BE49-F238E27FC236}">
                  <a16:creationId xmlns:a16="http://schemas.microsoft.com/office/drawing/2014/main" id="{0E3153DB-AECE-3D71-8712-7F84893DE7C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2323853"/>
              <a:ext cx="619046" cy="463616"/>
            </a:xfrm>
            <a:prstGeom prst="rect">
              <a:avLst/>
            </a:prstGeom>
          </p:spPr>
        </p:pic>
        <p:pic>
          <p:nvPicPr>
            <p:cNvPr id="99" name="Graphic 98">
              <a:extLst>
                <a:ext uri="{FF2B5EF4-FFF2-40B4-BE49-F238E27FC236}">
                  <a16:creationId xmlns:a16="http://schemas.microsoft.com/office/drawing/2014/main" id="{6955455B-E0DC-0892-82E2-C5D1794AE9B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2323853"/>
              <a:ext cx="619046" cy="463616"/>
            </a:xfrm>
            <a:prstGeom prst="rect">
              <a:avLst/>
            </a:prstGeom>
          </p:spPr>
        </p:pic>
        <p:pic>
          <p:nvPicPr>
            <p:cNvPr id="100" name="Graphic 99">
              <a:extLst>
                <a:ext uri="{FF2B5EF4-FFF2-40B4-BE49-F238E27FC236}">
                  <a16:creationId xmlns:a16="http://schemas.microsoft.com/office/drawing/2014/main" id="{E9772B38-5D94-B75E-C759-BC035865022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2323853"/>
              <a:ext cx="619046" cy="463616"/>
            </a:xfrm>
            <a:prstGeom prst="rect">
              <a:avLst/>
            </a:prstGeom>
          </p:spPr>
        </p:pic>
        <p:pic>
          <p:nvPicPr>
            <p:cNvPr id="101" name="Graphic 100">
              <a:extLst>
                <a:ext uri="{FF2B5EF4-FFF2-40B4-BE49-F238E27FC236}">
                  <a16:creationId xmlns:a16="http://schemas.microsoft.com/office/drawing/2014/main" id="{F641592A-EA6A-6133-5207-787F0984C29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2323853"/>
              <a:ext cx="619046" cy="463616"/>
            </a:xfrm>
            <a:prstGeom prst="rect">
              <a:avLst/>
            </a:prstGeom>
          </p:spPr>
        </p:pic>
        <p:pic>
          <p:nvPicPr>
            <p:cNvPr id="102" name="Graphic 101">
              <a:extLst>
                <a:ext uri="{FF2B5EF4-FFF2-40B4-BE49-F238E27FC236}">
                  <a16:creationId xmlns:a16="http://schemas.microsoft.com/office/drawing/2014/main" id="{F0155121-D22B-CF4A-4354-18038119CB8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2323853"/>
              <a:ext cx="619046" cy="463616"/>
            </a:xfrm>
            <a:prstGeom prst="rect">
              <a:avLst/>
            </a:prstGeom>
          </p:spPr>
        </p:pic>
        <p:pic>
          <p:nvPicPr>
            <p:cNvPr id="103" name="Graphic 102">
              <a:extLst>
                <a:ext uri="{FF2B5EF4-FFF2-40B4-BE49-F238E27FC236}">
                  <a16:creationId xmlns:a16="http://schemas.microsoft.com/office/drawing/2014/main" id="{66751CF8-B55A-893E-6066-0334D396DA8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2323853"/>
              <a:ext cx="619046" cy="463616"/>
            </a:xfrm>
            <a:prstGeom prst="rect">
              <a:avLst/>
            </a:prstGeom>
          </p:spPr>
        </p:pic>
        <p:pic>
          <p:nvPicPr>
            <p:cNvPr id="104" name="Graphic 103">
              <a:extLst>
                <a:ext uri="{FF2B5EF4-FFF2-40B4-BE49-F238E27FC236}">
                  <a16:creationId xmlns:a16="http://schemas.microsoft.com/office/drawing/2014/main" id="{9A423A81-70B6-43CF-E8CC-FFD2E8C4309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2323853"/>
              <a:ext cx="619046" cy="463616"/>
            </a:xfrm>
            <a:prstGeom prst="rect">
              <a:avLst/>
            </a:prstGeom>
          </p:spPr>
        </p:pic>
        <p:pic>
          <p:nvPicPr>
            <p:cNvPr id="105" name="Graphic 104">
              <a:extLst>
                <a:ext uri="{FF2B5EF4-FFF2-40B4-BE49-F238E27FC236}">
                  <a16:creationId xmlns:a16="http://schemas.microsoft.com/office/drawing/2014/main" id="{3F0FFBE2-0D31-368B-EFE1-944B8C6E7B1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2323853"/>
              <a:ext cx="619046" cy="463616"/>
            </a:xfrm>
            <a:prstGeom prst="rect">
              <a:avLst/>
            </a:prstGeom>
          </p:spPr>
        </p:pic>
        <p:pic>
          <p:nvPicPr>
            <p:cNvPr id="106" name="Graphic 105">
              <a:extLst>
                <a:ext uri="{FF2B5EF4-FFF2-40B4-BE49-F238E27FC236}">
                  <a16:creationId xmlns:a16="http://schemas.microsoft.com/office/drawing/2014/main" id="{41863D4E-4CF6-B610-9E4D-AB5BB9BAA56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3257055"/>
              <a:ext cx="619046" cy="463616"/>
            </a:xfrm>
            <a:prstGeom prst="rect">
              <a:avLst/>
            </a:prstGeom>
          </p:spPr>
        </p:pic>
        <p:pic>
          <p:nvPicPr>
            <p:cNvPr id="107" name="Graphic 106">
              <a:extLst>
                <a:ext uri="{FF2B5EF4-FFF2-40B4-BE49-F238E27FC236}">
                  <a16:creationId xmlns:a16="http://schemas.microsoft.com/office/drawing/2014/main" id="{341B5F90-3EE8-C269-4745-A5A36905558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3257055"/>
              <a:ext cx="619046" cy="463616"/>
            </a:xfrm>
            <a:prstGeom prst="rect">
              <a:avLst/>
            </a:prstGeom>
          </p:spPr>
        </p:pic>
        <p:pic>
          <p:nvPicPr>
            <p:cNvPr id="108" name="Graphic 107">
              <a:extLst>
                <a:ext uri="{FF2B5EF4-FFF2-40B4-BE49-F238E27FC236}">
                  <a16:creationId xmlns:a16="http://schemas.microsoft.com/office/drawing/2014/main" id="{17287430-09AF-313F-337C-FCCE2418660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3257055"/>
              <a:ext cx="619046" cy="463616"/>
            </a:xfrm>
            <a:prstGeom prst="rect">
              <a:avLst/>
            </a:prstGeom>
          </p:spPr>
        </p:pic>
        <p:pic>
          <p:nvPicPr>
            <p:cNvPr id="109" name="Graphic 108">
              <a:extLst>
                <a:ext uri="{FF2B5EF4-FFF2-40B4-BE49-F238E27FC236}">
                  <a16:creationId xmlns:a16="http://schemas.microsoft.com/office/drawing/2014/main" id="{A2D9A575-8C02-D715-9657-202F4774610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3257055"/>
              <a:ext cx="619046" cy="463616"/>
            </a:xfrm>
            <a:prstGeom prst="rect">
              <a:avLst/>
            </a:prstGeom>
          </p:spPr>
        </p:pic>
        <p:pic>
          <p:nvPicPr>
            <p:cNvPr id="110" name="Graphic 109">
              <a:extLst>
                <a:ext uri="{FF2B5EF4-FFF2-40B4-BE49-F238E27FC236}">
                  <a16:creationId xmlns:a16="http://schemas.microsoft.com/office/drawing/2014/main" id="{5CB6E456-81C8-7200-C89B-5A260F5513A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3257055"/>
              <a:ext cx="619046" cy="463616"/>
            </a:xfrm>
            <a:prstGeom prst="rect">
              <a:avLst/>
            </a:prstGeom>
          </p:spPr>
        </p:pic>
        <p:pic>
          <p:nvPicPr>
            <p:cNvPr id="111" name="Graphic 110">
              <a:extLst>
                <a:ext uri="{FF2B5EF4-FFF2-40B4-BE49-F238E27FC236}">
                  <a16:creationId xmlns:a16="http://schemas.microsoft.com/office/drawing/2014/main" id="{F9A6BF51-26FD-A790-4E58-34922DA78C3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3257055"/>
              <a:ext cx="619046" cy="463616"/>
            </a:xfrm>
            <a:prstGeom prst="rect">
              <a:avLst/>
            </a:prstGeom>
          </p:spPr>
        </p:pic>
        <p:pic>
          <p:nvPicPr>
            <p:cNvPr id="112" name="Graphic 111">
              <a:extLst>
                <a:ext uri="{FF2B5EF4-FFF2-40B4-BE49-F238E27FC236}">
                  <a16:creationId xmlns:a16="http://schemas.microsoft.com/office/drawing/2014/main" id="{27541F17-FB77-577C-2042-B787D9B29A3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3257055"/>
              <a:ext cx="619046" cy="463616"/>
            </a:xfrm>
            <a:prstGeom prst="rect">
              <a:avLst/>
            </a:prstGeom>
          </p:spPr>
        </p:pic>
        <p:pic>
          <p:nvPicPr>
            <p:cNvPr id="113" name="Graphic 112">
              <a:extLst>
                <a:ext uri="{FF2B5EF4-FFF2-40B4-BE49-F238E27FC236}">
                  <a16:creationId xmlns:a16="http://schemas.microsoft.com/office/drawing/2014/main" id="{B5C85A8C-6848-E547-489F-2C2A9E21419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3257055"/>
              <a:ext cx="619046" cy="463616"/>
            </a:xfrm>
            <a:prstGeom prst="rect">
              <a:avLst/>
            </a:prstGeom>
          </p:spPr>
        </p:pic>
        <p:pic>
          <p:nvPicPr>
            <p:cNvPr id="114" name="Graphic 113">
              <a:extLst>
                <a:ext uri="{FF2B5EF4-FFF2-40B4-BE49-F238E27FC236}">
                  <a16:creationId xmlns:a16="http://schemas.microsoft.com/office/drawing/2014/main" id="{B2F4AC1C-143C-7798-BB9C-15867BE4169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3257055"/>
              <a:ext cx="619046" cy="463616"/>
            </a:xfrm>
            <a:prstGeom prst="rect">
              <a:avLst/>
            </a:prstGeom>
          </p:spPr>
        </p:pic>
        <p:pic>
          <p:nvPicPr>
            <p:cNvPr id="115" name="Graphic 114">
              <a:extLst>
                <a:ext uri="{FF2B5EF4-FFF2-40B4-BE49-F238E27FC236}">
                  <a16:creationId xmlns:a16="http://schemas.microsoft.com/office/drawing/2014/main" id="{3E10FD6E-F3B3-D616-C654-626A4B6A257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3257055"/>
              <a:ext cx="619046" cy="463616"/>
            </a:xfrm>
            <a:prstGeom prst="rect">
              <a:avLst/>
            </a:prstGeom>
          </p:spPr>
        </p:pic>
        <p:pic>
          <p:nvPicPr>
            <p:cNvPr id="116" name="Graphic 115">
              <a:extLst>
                <a:ext uri="{FF2B5EF4-FFF2-40B4-BE49-F238E27FC236}">
                  <a16:creationId xmlns:a16="http://schemas.microsoft.com/office/drawing/2014/main" id="{CE705564-1B3C-65CD-9771-E6959FD6D9D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3257055"/>
              <a:ext cx="619046" cy="463616"/>
            </a:xfrm>
            <a:prstGeom prst="rect">
              <a:avLst/>
            </a:prstGeom>
          </p:spPr>
        </p:pic>
        <p:pic>
          <p:nvPicPr>
            <p:cNvPr id="117" name="Graphic 116">
              <a:extLst>
                <a:ext uri="{FF2B5EF4-FFF2-40B4-BE49-F238E27FC236}">
                  <a16:creationId xmlns:a16="http://schemas.microsoft.com/office/drawing/2014/main" id="{049ABADD-A927-E425-C356-9D0A91BA460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4190257"/>
              <a:ext cx="619046" cy="463616"/>
            </a:xfrm>
            <a:prstGeom prst="rect">
              <a:avLst/>
            </a:prstGeom>
          </p:spPr>
        </p:pic>
        <p:pic>
          <p:nvPicPr>
            <p:cNvPr id="118" name="Graphic 117">
              <a:extLst>
                <a:ext uri="{FF2B5EF4-FFF2-40B4-BE49-F238E27FC236}">
                  <a16:creationId xmlns:a16="http://schemas.microsoft.com/office/drawing/2014/main" id="{6EC60429-5FA6-C6C9-D9FF-F0F81E1415D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4190257"/>
              <a:ext cx="619046" cy="463616"/>
            </a:xfrm>
            <a:prstGeom prst="rect">
              <a:avLst/>
            </a:prstGeom>
          </p:spPr>
        </p:pic>
        <p:pic>
          <p:nvPicPr>
            <p:cNvPr id="119" name="Graphic 118">
              <a:extLst>
                <a:ext uri="{FF2B5EF4-FFF2-40B4-BE49-F238E27FC236}">
                  <a16:creationId xmlns:a16="http://schemas.microsoft.com/office/drawing/2014/main" id="{72461288-F41C-2B46-82F2-694A487F9D6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4190257"/>
              <a:ext cx="619046" cy="463616"/>
            </a:xfrm>
            <a:prstGeom prst="rect">
              <a:avLst/>
            </a:prstGeom>
          </p:spPr>
        </p:pic>
        <p:pic>
          <p:nvPicPr>
            <p:cNvPr id="120" name="Graphic 119">
              <a:extLst>
                <a:ext uri="{FF2B5EF4-FFF2-40B4-BE49-F238E27FC236}">
                  <a16:creationId xmlns:a16="http://schemas.microsoft.com/office/drawing/2014/main" id="{DF60F389-094A-F8DE-C578-E911731A77F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4190257"/>
              <a:ext cx="619046" cy="463616"/>
            </a:xfrm>
            <a:prstGeom prst="rect">
              <a:avLst/>
            </a:prstGeom>
          </p:spPr>
        </p:pic>
        <p:pic>
          <p:nvPicPr>
            <p:cNvPr id="121" name="Graphic 120">
              <a:extLst>
                <a:ext uri="{FF2B5EF4-FFF2-40B4-BE49-F238E27FC236}">
                  <a16:creationId xmlns:a16="http://schemas.microsoft.com/office/drawing/2014/main" id="{910494AD-8A3E-B733-412B-F0B39774FAD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4190257"/>
              <a:ext cx="619046" cy="463616"/>
            </a:xfrm>
            <a:prstGeom prst="rect">
              <a:avLst/>
            </a:prstGeom>
          </p:spPr>
        </p:pic>
        <p:pic>
          <p:nvPicPr>
            <p:cNvPr id="122" name="Graphic 121">
              <a:extLst>
                <a:ext uri="{FF2B5EF4-FFF2-40B4-BE49-F238E27FC236}">
                  <a16:creationId xmlns:a16="http://schemas.microsoft.com/office/drawing/2014/main" id="{E8F0BFC8-E9B0-0A91-0C67-69DDDDDFF43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4190257"/>
              <a:ext cx="619046" cy="463616"/>
            </a:xfrm>
            <a:prstGeom prst="rect">
              <a:avLst/>
            </a:prstGeom>
          </p:spPr>
        </p:pic>
        <p:pic>
          <p:nvPicPr>
            <p:cNvPr id="123" name="Graphic 122">
              <a:extLst>
                <a:ext uri="{FF2B5EF4-FFF2-40B4-BE49-F238E27FC236}">
                  <a16:creationId xmlns:a16="http://schemas.microsoft.com/office/drawing/2014/main" id="{37C5F60F-3F85-78FB-9E07-293935021BE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4190257"/>
              <a:ext cx="619046" cy="463616"/>
            </a:xfrm>
            <a:prstGeom prst="rect">
              <a:avLst/>
            </a:prstGeom>
          </p:spPr>
        </p:pic>
        <p:pic>
          <p:nvPicPr>
            <p:cNvPr id="124" name="Graphic 123">
              <a:extLst>
                <a:ext uri="{FF2B5EF4-FFF2-40B4-BE49-F238E27FC236}">
                  <a16:creationId xmlns:a16="http://schemas.microsoft.com/office/drawing/2014/main" id="{17A8343C-B6E5-B466-908E-913E7959A8C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4190257"/>
              <a:ext cx="619046" cy="463616"/>
            </a:xfrm>
            <a:prstGeom prst="rect">
              <a:avLst/>
            </a:prstGeom>
          </p:spPr>
        </p:pic>
        <p:pic>
          <p:nvPicPr>
            <p:cNvPr id="125" name="Graphic 124">
              <a:extLst>
                <a:ext uri="{FF2B5EF4-FFF2-40B4-BE49-F238E27FC236}">
                  <a16:creationId xmlns:a16="http://schemas.microsoft.com/office/drawing/2014/main" id="{89A97D9A-333D-9A92-76FE-B77501AE74C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4190257"/>
              <a:ext cx="619046" cy="463616"/>
            </a:xfrm>
            <a:prstGeom prst="rect">
              <a:avLst/>
            </a:prstGeom>
          </p:spPr>
        </p:pic>
        <p:pic>
          <p:nvPicPr>
            <p:cNvPr id="126" name="Graphic 125">
              <a:extLst>
                <a:ext uri="{FF2B5EF4-FFF2-40B4-BE49-F238E27FC236}">
                  <a16:creationId xmlns:a16="http://schemas.microsoft.com/office/drawing/2014/main" id="{D9A75551-0A27-ED1A-7DCA-A6E794B5661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4190257"/>
              <a:ext cx="619046" cy="463616"/>
            </a:xfrm>
            <a:prstGeom prst="rect">
              <a:avLst/>
            </a:prstGeom>
          </p:spPr>
        </p:pic>
        <p:pic>
          <p:nvPicPr>
            <p:cNvPr id="127" name="Graphic 126">
              <a:extLst>
                <a:ext uri="{FF2B5EF4-FFF2-40B4-BE49-F238E27FC236}">
                  <a16:creationId xmlns:a16="http://schemas.microsoft.com/office/drawing/2014/main" id="{14A0FF94-41E6-9CA6-1455-E28D33F7D41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4190257"/>
              <a:ext cx="619046" cy="463616"/>
            </a:xfrm>
            <a:prstGeom prst="rect">
              <a:avLst/>
            </a:prstGeom>
          </p:spPr>
        </p:pic>
        <p:pic>
          <p:nvPicPr>
            <p:cNvPr id="128" name="Graphic 127">
              <a:extLst>
                <a:ext uri="{FF2B5EF4-FFF2-40B4-BE49-F238E27FC236}">
                  <a16:creationId xmlns:a16="http://schemas.microsoft.com/office/drawing/2014/main" id="{743AC535-5203-8235-85B8-8306A4B4CAF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5123459"/>
              <a:ext cx="619046" cy="463616"/>
            </a:xfrm>
            <a:prstGeom prst="rect">
              <a:avLst/>
            </a:prstGeom>
          </p:spPr>
        </p:pic>
        <p:pic>
          <p:nvPicPr>
            <p:cNvPr id="129" name="Graphic 128">
              <a:extLst>
                <a:ext uri="{FF2B5EF4-FFF2-40B4-BE49-F238E27FC236}">
                  <a16:creationId xmlns:a16="http://schemas.microsoft.com/office/drawing/2014/main" id="{4B05DD42-AB14-BE51-1260-F49C5AE94AE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5123459"/>
              <a:ext cx="619046" cy="463616"/>
            </a:xfrm>
            <a:prstGeom prst="rect">
              <a:avLst/>
            </a:prstGeom>
          </p:spPr>
        </p:pic>
        <p:pic>
          <p:nvPicPr>
            <p:cNvPr id="130" name="Graphic 129">
              <a:extLst>
                <a:ext uri="{FF2B5EF4-FFF2-40B4-BE49-F238E27FC236}">
                  <a16:creationId xmlns:a16="http://schemas.microsoft.com/office/drawing/2014/main" id="{0035862F-AFFA-CF29-ECCF-1645BD2E4BA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5123459"/>
              <a:ext cx="619046" cy="463616"/>
            </a:xfrm>
            <a:prstGeom prst="rect">
              <a:avLst/>
            </a:prstGeom>
          </p:spPr>
        </p:pic>
        <p:pic>
          <p:nvPicPr>
            <p:cNvPr id="131" name="Graphic 130">
              <a:extLst>
                <a:ext uri="{FF2B5EF4-FFF2-40B4-BE49-F238E27FC236}">
                  <a16:creationId xmlns:a16="http://schemas.microsoft.com/office/drawing/2014/main" id="{31EA1230-BC1D-059B-EACB-99C612A8EB9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5123459"/>
              <a:ext cx="619046" cy="463616"/>
            </a:xfrm>
            <a:prstGeom prst="rect">
              <a:avLst/>
            </a:prstGeom>
          </p:spPr>
        </p:pic>
        <p:pic>
          <p:nvPicPr>
            <p:cNvPr id="132" name="Graphic 131">
              <a:extLst>
                <a:ext uri="{FF2B5EF4-FFF2-40B4-BE49-F238E27FC236}">
                  <a16:creationId xmlns:a16="http://schemas.microsoft.com/office/drawing/2014/main" id="{3705882A-C604-3ACD-0131-96E475995F4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5123459"/>
              <a:ext cx="619046" cy="463616"/>
            </a:xfrm>
            <a:prstGeom prst="rect">
              <a:avLst/>
            </a:prstGeom>
          </p:spPr>
        </p:pic>
        <p:pic>
          <p:nvPicPr>
            <p:cNvPr id="133" name="Graphic 132">
              <a:extLst>
                <a:ext uri="{FF2B5EF4-FFF2-40B4-BE49-F238E27FC236}">
                  <a16:creationId xmlns:a16="http://schemas.microsoft.com/office/drawing/2014/main" id="{B9CA684A-1820-8C24-BBD7-05580C77271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5123459"/>
              <a:ext cx="619046" cy="463616"/>
            </a:xfrm>
            <a:prstGeom prst="rect">
              <a:avLst/>
            </a:prstGeom>
          </p:spPr>
        </p:pic>
        <p:pic>
          <p:nvPicPr>
            <p:cNvPr id="134" name="Graphic 133">
              <a:extLst>
                <a:ext uri="{FF2B5EF4-FFF2-40B4-BE49-F238E27FC236}">
                  <a16:creationId xmlns:a16="http://schemas.microsoft.com/office/drawing/2014/main" id="{1A1538F9-0A87-9C0B-0D3A-B08A9293AEB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5123459"/>
              <a:ext cx="619046" cy="463616"/>
            </a:xfrm>
            <a:prstGeom prst="rect">
              <a:avLst/>
            </a:prstGeom>
          </p:spPr>
        </p:pic>
        <p:pic>
          <p:nvPicPr>
            <p:cNvPr id="135" name="Graphic 134">
              <a:extLst>
                <a:ext uri="{FF2B5EF4-FFF2-40B4-BE49-F238E27FC236}">
                  <a16:creationId xmlns:a16="http://schemas.microsoft.com/office/drawing/2014/main" id="{C1D3D21B-130A-F24D-9CD2-058246E3F78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5123459"/>
              <a:ext cx="619046" cy="463616"/>
            </a:xfrm>
            <a:prstGeom prst="rect">
              <a:avLst/>
            </a:prstGeom>
          </p:spPr>
        </p:pic>
        <p:pic>
          <p:nvPicPr>
            <p:cNvPr id="136" name="Graphic 135">
              <a:extLst>
                <a:ext uri="{FF2B5EF4-FFF2-40B4-BE49-F238E27FC236}">
                  <a16:creationId xmlns:a16="http://schemas.microsoft.com/office/drawing/2014/main" id="{78DCE6AF-3D86-7D24-BB34-A38CE4E4C4D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5123459"/>
              <a:ext cx="619046" cy="463616"/>
            </a:xfrm>
            <a:prstGeom prst="rect">
              <a:avLst/>
            </a:prstGeom>
          </p:spPr>
        </p:pic>
        <p:pic>
          <p:nvPicPr>
            <p:cNvPr id="137" name="Graphic 136">
              <a:extLst>
                <a:ext uri="{FF2B5EF4-FFF2-40B4-BE49-F238E27FC236}">
                  <a16:creationId xmlns:a16="http://schemas.microsoft.com/office/drawing/2014/main" id="{8991E21F-6B94-7E31-AC15-5F54D763010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5123459"/>
              <a:ext cx="619046" cy="463616"/>
            </a:xfrm>
            <a:prstGeom prst="rect">
              <a:avLst/>
            </a:prstGeom>
          </p:spPr>
        </p:pic>
        <p:pic>
          <p:nvPicPr>
            <p:cNvPr id="138" name="Graphic 137">
              <a:extLst>
                <a:ext uri="{FF2B5EF4-FFF2-40B4-BE49-F238E27FC236}">
                  <a16:creationId xmlns:a16="http://schemas.microsoft.com/office/drawing/2014/main" id="{92735C63-E4D0-5DBE-AA6C-1A42E3A33E4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5123459"/>
              <a:ext cx="619046" cy="463616"/>
            </a:xfrm>
            <a:prstGeom prst="rect">
              <a:avLst/>
            </a:prstGeom>
          </p:spPr>
        </p:pic>
        <p:pic>
          <p:nvPicPr>
            <p:cNvPr id="139" name="Graphic 138">
              <a:extLst>
                <a:ext uri="{FF2B5EF4-FFF2-40B4-BE49-F238E27FC236}">
                  <a16:creationId xmlns:a16="http://schemas.microsoft.com/office/drawing/2014/main" id="{D891E894-520A-5365-3A4E-AB84B5643F5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6056661"/>
              <a:ext cx="619046" cy="463616"/>
            </a:xfrm>
            <a:prstGeom prst="rect">
              <a:avLst/>
            </a:prstGeom>
          </p:spPr>
        </p:pic>
        <p:pic>
          <p:nvPicPr>
            <p:cNvPr id="140" name="Graphic 139">
              <a:extLst>
                <a:ext uri="{FF2B5EF4-FFF2-40B4-BE49-F238E27FC236}">
                  <a16:creationId xmlns:a16="http://schemas.microsoft.com/office/drawing/2014/main" id="{0A4900EF-E9BC-2CBD-3B31-2641A2968A7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6056661"/>
              <a:ext cx="619046" cy="463616"/>
            </a:xfrm>
            <a:prstGeom prst="rect">
              <a:avLst/>
            </a:prstGeom>
          </p:spPr>
        </p:pic>
        <p:pic>
          <p:nvPicPr>
            <p:cNvPr id="141" name="Graphic 140">
              <a:extLst>
                <a:ext uri="{FF2B5EF4-FFF2-40B4-BE49-F238E27FC236}">
                  <a16:creationId xmlns:a16="http://schemas.microsoft.com/office/drawing/2014/main" id="{02467B6B-E65D-A1C3-49DB-3849211558F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6056661"/>
              <a:ext cx="619046" cy="463616"/>
            </a:xfrm>
            <a:prstGeom prst="rect">
              <a:avLst/>
            </a:prstGeom>
          </p:spPr>
        </p:pic>
        <p:pic>
          <p:nvPicPr>
            <p:cNvPr id="142" name="Graphic 141">
              <a:extLst>
                <a:ext uri="{FF2B5EF4-FFF2-40B4-BE49-F238E27FC236}">
                  <a16:creationId xmlns:a16="http://schemas.microsoft.com/office/drawing/2014/main" id="{7FB2DFBC-27C4-A5E4-6369-C522DF240B9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6056661"/>
              <a:ext cx="619046" cy="463616"/>
            </a:xfrm>
            <a:prstGeom prst="rect">
              <a:avLst/>
            </a:prstGeom>
          </p:spPr>
        </p:pic>
        <p:pic>
          <p:nvPicPr>
            <p:cNvPr id="143" name="Graphic 142">
              <a:extLst>
                <a:ext uri="{FF2B5EF4-FFF2-40B4-BE49-F238E27FC236}">
                  <a16:creationId xmlns:a16="http://schemas.microsoft.com/office/drawing/2014/main" id="{072CB05B-94FA-3247-6375-302ECDC57C0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6056661"/>
              <a:ext cx="619046" cy="463616"/>
            </a:xfrm>
            <a:prstGeom prst="rect">
              <a:avLst/>
            </a:prstGeom>
          </p:spPr>
        </p:pic>
        <p:pic>
          <p:nvPicPr>
            <p:cNvPr id="144" name="Graphic 143">
              <a:extLst>
                <a:ext uri="{FF2B5EF4-FFF2-40B4-BE49-F238E27FC236}">
                  <a16:creationId xmlns:a16="http://schemas.microsoft.com/office/drawing/2014/main" id="{9B0DE820-D8CA-6CA3-0711-4A83872595F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6056661"/>
              <a:ext cx="619046" cy="463616"/>
            </a:xfrm>
            <a:prstGeom prst="rect">
              <a:avLst/>
            </a:prstGeom>
          </p:spPr>
        </p:pic>
        <p:pic>
          <p:nvPicPr>
            <p:cNvPr id="145" name="Graphic 144">
              <a:extLst>
                <a:ext uri="{FF2B5EF4-FFF2-40B4-BE49-F238E27FC236}">
                  <a16:creationId xmlns:a16="http://schemas.microsoft.com/office/drawing/2014/main" id="{3FB1C5D2-7B8C-F746-4AE1-F23DFA3B636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6056661"/>
              <a:ext cx="619046" cy="463616"/>
            </a:xfrm>
            <a:prstGeom prst="rect">
              <a:avLst/>
            </a:prstGeom>
          </p:spPr>
        </p:pic>
        <p:pic>
          <p:nvPicPr>
            <p:cNvPr id="146" name="Graphic 145">
              <a:extLst>
                <a:ext uri="{FF2B5EF4-FFF2-40B4-BE49-F238E27FC236}">
                  <a16:creationId xmlns:a16="http://schemas.microsoft.com/office/drawing/2014/main" id="{C69F3F3D-6D5E-841A-7BE9-35E41C21011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6056661"/>
              <a:ext cx="619046" cy="463616"/>
            </a:xfrm>
            <a:prstGeom prst="rect">
              <a:avLst/>
            </a:prstGeom>
          </p:spPr>
        </p:pic>
        <p:pic>
          <p:nvPicPr>
            <p:cNvPr id="147" name="Graphic 146">
              <a:extLst>
                <a:ext uri="{FF2B5EF4-FFF2-40B4-BE49-F238E27FC236}">
                  <a16:creationId xmlns:a16="http://schemas.microsoft.com/office/drawing/2014/main" id="{FC47FE46-F3BF-CA39-AC64-6D342D23A88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6056661"/>
              <a:ext cx="619046" cy="463616"/>
            </a:xfrm>
            <a:prstGeom prst="rect">
              <a:avLst/>
            </a:prstGeom>
          </p:spPr>
        </p:pic>
        <p:pic>
          <p:nvPicPr>
            <p:cNvPr id="148" name="Graphic 147">
              <a:extLst>
                <a:ext uri="{FF2B5EF4-FFF2-40B4-BE49-F238E27FC236}">
                  <a16:creationId xmlns:a16="http://schemas.microsoft.com/office/drawing/2014/main" id="{D6D77EA1-FE5B-84E8-4BB6-1A658F47B22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6056661"/>
              <a:ext cx="619046" cy="463616"/>
            </a:xfrm>
            <a:prstGeom prst="rect">
              <a:avLst/>
            </a:prstGeom>
          </p:spPr>
        </p:pic>
        <p:pic>
          <p:nvPicPr>
            <p:cNvPr id="149" name="Graphic 148">
              <a:extLst>
                <a:ext uri="{FF2B5EF4-FFF2-40B4-BE49-F238E27FC236}">
                  <a16:creationId xmlns:a16="http://schemas.microsoft.com/office/drawing/2014/main" id="{DDCC8DAC-3003-ECC9-AD0B-A03602186A3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6056661"/>
              <a:ext cx="619046" cy="463616"/>
            </a:xfrm>
            <a:prstGeom prst="rect">
              <a:avLst/>
            </a:prstGeom>
          </p:spPr>
        </p:pic>
        <p:pic>
          <p:nvPicPr>
            <p:cNvPr id="150" name="Graphic 149">
              <a:extLst>
                <a:ext uri="{FF2B5EF4-FFF2-40B4-BE49-F238E27FC236}">
                  <a16:creationId xmlns:a16="http://schemas.microsoft.com/office/drawing/2014/main" id="{FFF38E46-D136-6B22-7FD4-DD7789D1E29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391518"/>
              <a:ext cx="619046" cy="463616"/>
            </a:xfrm>
            <a:prstGeom prst="rect">
              <a:avLst/>
            </a:prstGeom>
          </p:spPr>
        </p:pic>
        <p:pic>
          <p:nvPicPr>
            <p:cNvPr id="151" name="Graphic 150">
              <a:extLst>
                <a:ext uri="{FF2B5EF4-FFF2-40B4-BE49-F238E27FC236}">
                  <a16:creationId xmlns:a16="http://schemas.microsoft.com/office/drawing/2014/main" id="{E3092072-92F1-6918-CCC1-CAFE9C6D407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391518"/>
              <a:ext cx="619046" cy="463616"/>
            </a:xfrm>
            <a:prstGeom prst="rect">
              <a:avLst/>
            </a:prstGeom>
          </p:spPr>
        </p:pic>
        <p:pic>
          <p:nvPicPr>
            <p:cNvPr id="152" name="Graphic 151">
              <a:extLst>
                <a:ext uri="{FF2B5EF4-FFF2-40B4-BE49-F238E27FC236}">
                  <a16:creationId xmlns:a16="http://schemas.microsoft.com/office/drawing/2014/main" id="{D38463C5-262D-7A1B-9408-1D7DFB0B685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391518"/>
              <a:ext cx="619046" cy="463616"/>
            </a:xfrm>
            <a:prstGeom prst="rect">
              <a:avLst/>
            </a:prstGeom>
          </p:spPr>
        </p:pic>
        <p:pic>
          <p:nvPicPr>
            <p:cNvPr id="153" name="Graphic 152">
              <a:extLst>
                <a:ext uri="{FF2B5EF4-FFF2-40B4-BE49-F238E27FC236}">
                  <a16:creationId xmlns:a16="http://schemas.microsoft.com/office/drawing/2014/main" id="{DAD450E2-E776-3E17-811E-3D2967F91B0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391518"/>
              <a:ext cx="619046" cy="463616"/>
            </a:xfrm>
            <a:prstGeom prst="rect">
              <a:avLst/>
            </a:prstGeom>
          </p:spPr>
        </p:pic>
        <p:pic>
          <p:nvPicPr>
            <p:cNvPr id="154" name="Graphic 153">
              <a:extLst>
                <a:ext uri="{FF2B5EF4-FFF2-40B4-BE49-F238E27FC236}">
                  <a16:creationId xmlns:a16="http://schemas.microsoft.com/office/drawing/2014/main" id="{794DF72A-0F95-3802-BFE3-10099E66BC4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391518"/>
              <a:ext cx="619046" cy="463616"/>
            </a:xfrm>
            <a:prstGeom prst="rect">
              <a:avLst/>
            </a:prstGeom>
          </p:spPr>
        </p:pic>
        <p:pic>
          <p:nvPicPr>
            <p:cNvPr id="155" name="Graphic 154">
              <a:extLst>
                <a:ext uri="{FF2B5EF4-FFF2-40B4-BE49-F238E27FC236}">
                  <a16:creationId xmlns:a16="http://schemas.microsoft.com/office/drawing/2014/main" id="{39B024F7-846C-370A-93E0-B63713A1A1E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391518"/>
              <a:ext cx="619046" cy="463616"/>
            </a:xfrm>
            <a:prstGeom prst="rect">
              <a:avLst/>
            </a:prstGeom>
          </p:spPr>
        </p:pic>
        <p:pic>
          <p:nvPicPr>
            <p:cNvPr id="156" name="Graphic 155">
              <a:extLst>
                <a:ext uri="{FF2B5EF4-FFF2-40B4-BE49-F238E27FC236}">
                  <a16:creationId xmlns:a16="http://schemas.microsoft.com/office/drawing/2014/main" id="{8C7CF916-90C8-6C77-0EA9-A7A80E0B605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391518"/>
              <a:ext cx="619046" cy="463616"/>
            </a:xfrm>
            <a:prstGeom prst="rect">
              <a:avLst/>
            </a:prstGeom>
          </p:spPr>
        </p:pic>
        <p:pic>
          <p:nvPicPr>
            <p:cNvPr id="157" name="Graphic 156">
              <a:extLst>
                <a:ext uri="{FF2B5EF4-FFF2-40B4-BE49-F238E27FC236}">
                  <a16:creationId xmlns:a16="http://schemas.microsoft.com/office/drawing/2014/main" id="{57E74DD3-4932-CCFA-0749-361C034181D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391518"/>
              <a:ext cx="619046" cy="463616"/>
            </a:xfrm>
            <a:prstGeom prst="rect">
              <a:avLst/>
            </a:prstGeom>
          </p:spPr>
        </p:pic>
        <p:pic>
          <p:nvPicPr>
            <p:cNvPr id="158" name="Graphic 157">
              <a:extLst>
                <a:ext uri="{FF2B5EF4-FFF2-40B4-BE49-F238E27FC236}">
                  <a16:creationId xmlns:a16="http://schemas.microsoft.com/office/drawing/2014/main" id="{BBF0F82D-365C-B04B-41D6-DD761919CF0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391518"/>
              <a:ext cx="619046" cy="463616"/>
            </a:xfrm>
            <a:prstGeom prst="rect">
              <a:avLst/>
            </a:prstGeom>
          </p:spPr>
        </p:pic>
        <p:pic>
          <p:nvPicPr>
            <p:cNvPr id="159" name="Graphic 158">
              <a:extLst>
                <a:ext uri="{FF2B5EF4-FFF2-40B4-BE49-F238E27FC236}">
                  <a16:creationId xmlns:a16="http://schemas.microsoft.com/office/drawing/2014/main" id="{83E9EF0C-6902-5BE1-A768-0ADB8EBE41F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391518"/>
              <a:ext cx="619046" cy="463616"/>
            </a:xfrm>
            <a:prstGeom prst="rect">
              <a:avLst/>
            </a:prstGeom>
          </p:spPr>
        </p:pic>
        <p:pic>
          <p:nvPicPr>
            <p:cNvPr id="160" name="Graphic 159">
              <a:extLst>
                <a:ext uri="{FF2B5EF4-FFF2-40B4-BE49-F238E27FC236}">
                  <a16:creationId xmlns:a16="http://schemas.microsoft.com/office/drawing/2014/main" id="{DF6730F7-A303-4273-72F2-69923DB7D9F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391518"/>
              <a:ext cx="619046" cy="463616"/>
            </a:xfrm>
            <a:prstGeom prst="rect">
              <a:avLst/>
            </a:prstGeom>
          </p:spPr>
        </p:pic>
      </p:gr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1500" y="457200"/>
            <a:ext cx="11052046" cy="492443"/>
          </a:xfrm>
        </p:spPr>
        <p:txBody>
          <a:bodyPr/>
          <a:lstStyle>
            <a:lvl1pPr>
              <a:defRPr sz="3200">
                <a:solidFill>
                  <a:schemeClr val="bg1"/>
                </a:solidFill>
              </a:defRPr>
            </a:lvl1p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71500" y="292100"/>
            <a:ext cx="11052046" cy="153888"/>
          </a:xfrm>
        </p:spPr>
        <p:txBody>
          <a:bodyPr/>
          <a:lstStyle>
            <a:lvl1pPr marL="0" indent="0">
              <a:buNone/>
              <a:defRPr sz="1000" cap="all" baseline="0">
                <a:solidFill>
                  <a:schemeClr val="bg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14" name="Rectangle: Rounded Corners 13">
            <a:extLst>
              <a:ext uri="{FF2B5EF4-FFF2-40B4-BE49-F238E27FC236}">
                <a16:creationId xmlns:a16="http://schemas.microsoft.com/office/drawing/2014/main" id="{700B04A4-ADD5-26EC-7614-284E8397EE3B}"/>
              </a:ext>
              <a:ext uri="{C183D7F6-B498-43B3-948B-1728B52AA6E4}">
                <adec:decorative xmlns:adec="http://schemas.microsoft.com/office/drawing/2017/decorative" val="1"/>
              </a:ext>
            </a:extLst>
          </p:cNvPr>
          <p:cNvSpPr>
            <a:spLocks/>
          </p:cNvSpPr>
          <p:nvPr/>
        </p:nvSpPr>
        <p:spPr bwMode="auto">
          <a:xfrm>
            <a:off x="571501" y="1436687"/>
            <a:ext cx="11039490" cy="4621213"/>
          </a:xfrm>
          <a:prstGeom prst="roundRect">
            <a:avLst>
              <a:gd name="adj" fmla="val 3939"/>
            </a:avLst>
          </a:prstGeom>
          <a:solidFill>
            <a:srgbClr val="112633"/>
          </a:solidFill>
          <a:ln w="12700" cap="flat" cmpd="sng" algn="ctr">
            <a:gradFill flip="none" rotWithShape="1">
              <a:gsLst>
                <a:gs pos="0">
                  <a:srgbClr val="0078D4"/>
                </a:gs>
                <a:gs pos="100000">
                  <a:srgbClr val="C03BC4"/>
                </a:gs>
              </a:gsLst>
              <a:lin ang="2700000" scaled="1"/>
              <a:tileRect/>
            </a:gra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274320" tIns="548640" rIns="274320" bIns="0" numCol="1" spcCol="0" rtlCol="0" fromWordArt="0" anchor="ctr" anchorCtr="0" forceAA="0" compatLnSpc="1">
            <a:prstTxWarp prst="textNoShape">
              <a:avLst/>
            </a:prstTxWarp>
            <a:noAutofit/>
          </a:bodyPr>
          <a:lstStyle/>
          <a:p>
            <a:pPr algn="ctr"/>
            <a:endParaRPr lang="en-US" sz="3200">
              <a:solidFill>
                <a:schemeClr val="bg1"/>
              </a:solidFill>
              <a:latin typeface="+mj-lt"/>
              <a:cs typeface="Segoe Sans Display Semilight" pitchFamily="2" charset="0"/>
            </a:endParaRPr>
          </a:p>
        </p:txBody>
      </p:sp>
      <p:sp>
        <p:nvSpPr>
          <p:cNvPr id="8" name="Text Placeholder 12">
            <a:extLst>
              <a:ext uri="{FF2B5EF4-FFF2-40B4-BE49-F238E27FC236}">
                <a16:creationId xmlns:a16="http://schemas.microsoft.com/office/drawing/2014/main" id="{C8D7BD26-FA81-F675-67B4-4B1899BE0903}"/>
              </a:ext>
            </a:extLst>
          </p:cNvPr>
          <p:cNvSpPr>
            <a:spLocks noGrp="1"/>
          </p:cNvSpPr>
          <p:nvPr>
            <p:ph type="body" sz="quarter" idx="14" hasCustomPrompt="1"/>
          </p:nvPr>
        </p:nvSpPr>
        <p:spPr>
          <a:xfrm>
            <a:off x="727756" y="1568115"/>
            <a:ext cx="6457269" cy="4358357"/>
          </a:xfrm>
          <a:prstGeom prst="roundRect">
            <a:avLst>
              <a:gd name="adj" fmla="val 3554"/>
            </a:avLst>
          </a:prstGeom>
          <a:solidFill>
            <a:schemeClr val="tx1"/>
          </a:solidFill>
        </p:spPr>
        <p:txBody>
          <a:bodyPr lIns="91440" tIns="45720" rIns="91440" bIns="45720">
            <a:noAutofit/>
          </a:bodyPr>
          <a:lstStyle>
            <a:lvl1pPr marL="0" indent="0">
              <a:buNone/>
              <a:defRPr lang="en-IN" sz="1800" b="0" kern="1200" cap="none" spc="-50" baseline="0" dirty="0">
                <a:ln w="3175">
                  <a:noFill/>
                </a:ln>
                <a:solidFill>
                  <a:schemeClr val="bg1"/>
                </a:solidFill>
                <a:effectLst/>
                <a:latin typeface="+mn-lt"/>
                <a:ea typeface="+mn-ea"/>
                <a:cs typeface="+mn-cs"/>
              </a:defRPr>
            </a:lvl1pPr>
          </a:lstStyle>
          <a:p>
            <a:pPr lvl="0"/>
            <a:r>
              <a:rPr lang="en-US"/>
              <a:t>Click to edit text</a:t>
            </a:r>
            <a:endParaRPr lang="en-IN"/>
          </a:p>
        </p:txBody>
      </p:sp>
      <p:sp>
        <p:nvSpPr>
          <p:cNvPr id="10" name="Picture Placeholder 10">
            <a:extLst>
              <a:ext uri="{FF2B5EF4-FFF2-40B4-BE49-F238E27FC236}">
                <a16:creationId xmlns:a16="http://schemas.microsoft.com/office/drawing/2014/main" id="{AF66422B-2C2F-338F-0B5D-39C1269D61CB}"/>
              </a:ext>
            </a:extLst>
          </p:cNvPr>
          <p:cNvSpPr>
            <a:spLocks noGrp="1"/>
          </p:cNvSpPr>
          <p:nvPr>
            <p:ph type="pic" sz="quarter" idx="13"/>
          </p:nvPr>
        </p:nvSpPr>
        <p:spPr>
          <a:xfrm>
            <a:off x="7341277" y="1568115"/>
            <a:ext cx="4124554" cy="4338188"/>
          </a:xfrm>
          <a:prstGeom prst="roundRect">
            <a:avLst>
              <a:gd name="adj" fmla="val 2539"/>
            </a:avLst>
          </a:prstGeom>
          <a:solidFill>
            <a:schemeClr val="accent1"/>
          </a:solidFill>
        </p:spPr>
        <p:txBody>
          <a:bodyPr/>
          <a:lstStyle/>
          <a:p>
            <a:r>
              <a:rPr lang="en-US"/>
              <a:t>Click icon to add picture</a:t>
            </a:r>
            <a:endParaRPr lang="en-IN"/>
          </a:p>
        </p:txBody>
      </p:sp>
      <p:sp>
        <p:nvSpPr>
          <p:cNvPr id="4" name="Text Placeholder 4">
            <a:extLst>
              <a:ext uri="{FF2B5EF4-FFF2-40B4-BE49-F238E27FC236}">
                <a16:creationId xmlns:a16="http://schemas.microsoft.com/office/drawing/2014/main" id="{A6E41B84-B6C4-57E3-2ABD-0AFC253036D2}"/>
              </a:ext>
            </a:extLst>
          </p:cNvPr>
          <p:cNvSpPr>
            <a:spLocks noGrp="1"/>
          </p:cNvSpPr>
          <p:nvPr>
            <p:ph type="body" sz="quarter" idx="12" hasCustomPrompt="1"/>
          </p:nvPr>
        </p:nvSpPr>
        <p:spPr>
          <a:xfrm>
            <a:off x="1939924" y="6400799"/>
            <a:ext cx="9680575" cy="153888"/>
          </a:xfrm>
        </p:spPr>
        <p:txBody>
          <a:bodyPr/>
          <a:lstStyle>
            <a:lvl1pPr marL="0" indent="0">
              <a:buNone/>
              <a:defRPr sz="1000" cap="none" baseline="0">
                <a:solidFill>
                  <a:schemeClr val="bg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Footer</a:t>
            </a:r>
          </a:p>
        </p:txBody>
      </p:sp>
      <p:pic>
        <p:nvPicPr>
          <p:cNvPr id="5" name="Graphic 4">
            <a:extLst>
              <a:ext uri="{FF2B5EF4-FFF2-40B4-BE49-F238E27FC236}">
                <a16:creationId xmlns:a16="http://schemas.microsoft.com/office/drawing/2014/main" id="{98BEAF97-90BC-D12D-D5A8-9B32F7F0E23B}"/>
              </a:ext>
            </a:extLst>
          </p:cNvPr>
          <p:cNvPicPr>
            <a:picLocks noChangeAspect="1"/>
          </p:cNvPicPr>
          <p:nvPr/>
        </p:nvPicPr>
        <p:blipFill>
          <a:blip>
            <a:lum bright="100000"/>
            <a:extLst>
              <a:ext uri="{96DAC541-7B7A-43D3-8B79-37D633B846F1}">
                <asvg:svgBlip xmlns:asvg="http://schemas.microsoft.com/office/drawing/2016/SVG/main" r:embed="rId3"/>
              </a:ext>
            </a:extLst>
          </a:blip>
          <a:stretch>
            <a:fillRect/>
          </a:stretch>
        </p:blipFill>
        <p:spPr>
          <a:xfrm>
            <a:off x="571501" y="6274974"/>
            <a:ext cx="618133" cy="411576"/>
          </a:xfrm>
          <a:prstGeom prst="rect">
            <a:avLst/>
          </a:prstGeom>
        </p:spPr>
      </p:pic>
    </p:spTree>
    <p:extLst>
      <p:ext uri="{BB962C8B-B14F-4D97-AF65-F5344CB8AC3E}">
        <p14:creationId xmlns:p14="http://schemas.microsoft.com/office/powerpoint/2010/main" val="91618449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xt and Picture White">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855CCFD3-9D5C-2066-F7FC-DF9596BF312D}"/>
              </a:ext>
              <a:ext uri="{C183D7F6-B498-43B3-948B-1728B52AA6E4}">
                <adec:decorative xmlns:adec="http://schemas.microsoft.com/office/drawing/2017/decorative" val="1"/>
              </a:ext>
            </a:extLst>
          </p:cNvPr>
          <p:cNvSpPr>
            <a:spLocks/>
          </p:cNvSpPr>
          <p:nvPr/>
        </p:nvSpPr>
        <p:spPr bwMode="auto">
          <a:xfrm>
            <a:off x="571500" y="1436688"/>
            <a:ext cx="5380038" cy="4616648"/>
          </a:xfrm>
          <a:prstGeom prst="roundRect">
            <a:avLst>
              <a:gd name="adj" fmla="val 3939"/>
            </a:avLst>
          </a:prstGeom>
          <a:solidFill>
            <a:srgbClr val="FFFFFF"/>
          </a:solidFill>
          <a:ln w="12700" cap="flat" cmpd="sng" algn="ctr">
            <a:gradFill flip="none" rotWithShape="1">
              <a:gsLst>
                <a:gs pos="0">
                  <a:srgbClr val="0078D4"/>
                </a:gs>
                <a:gs pos="100000">
                  <a:srgbClr val="C03BC4"/>
                </a:gs>
              </a:gsLst>
              <a:lin ang="2700000" scaled="1"/>
              <a:tileRect/>
            </a:gra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274320" tIns="548640" rIns="274320" bIns="0" numCol="1" spcCol="0" rtlCol="0" fromWordArt="0" anchor="ctr" anchorCtr="0" forceAA="0" compatLnSpc="1">
            <a:prstTxWarp prst="textNoShape">
              <a:avLst/>
            </a:prstTxWarp>
            <a:noAutofit/>
          </a:bodyPr>
          <a:lstStyle/>
          <a:p>
            <a:endParaRPr lang="en-US" sz="1400">
              <a:solidFill>
                <a:schemeClr val="tx1"/>
              </a:solidFill>
              <a:latin typeface="Segoe Sans Display Semilight" pitchFamily="2" charset="0"/>
              <a:cs typeface="Segoe Sans Display Semilight" pitchFamily="2" charset="0"/>
            </a:endParaRPr>
          </a:p>
        </p:txBody>
      </p:sp>
      <p:sp>
        <p:nvSpPr>
          <p:cNvPr id="8" name="Rectangle 7">
            <a:extLst>
              <a:ext uri="{FF2B5EF4-FFF2-40B4-BE49-F238E27FC236}">
                <a16:creationId xmlns:a16="http://schemas.microsoft.com/office/drawing/2014/main" id="{A348F1B4-9B78-04D3-BA22-2B25D6F35134}"/>
              </a:ext>
            </a:extLst>
          </p:cNvPr>
          <p:cNvSpPr/>
          <p:nvPr/>
        </p:nvSpPr>
        <p:spPr bwMode="auto">
          <a:xfrm>
            <a:off x="6442077" y="0"/>
            <a:ext cx="5749923" cy="6858000"/>
          </a:xfrm>
          <a:prstGeom prst="rect">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60FFEA29-AB0A-A002-28FD-62112A5B0EFF}"/>
              </a:ext>
            </a:extLst>
          </p:cNvPr>
          <p:cNvSpPr>
            <a:spLocks noGrp="1"/>
          </p:cNvSpPr>
          <p:nvPr>
            <p:ph type="body" sz="quarter" idx="13"/>
          </p:nvPr>
        </p:nvSpPr>
        <p:spPr>
          <a:xfrm>
            <a:off x="779463" y="1577528"/>
            <a:ext cx="4964113" cy="4319616"/>
          </a:xfrm>
        </p:spPr>
        <p:txBody>
          <a:bodyPr>
            <a:noAutofit/>
          </a:bodyPr>
          <a:lstStyle>
            <a:lvl1pPr marL="0" indent="0">
              <a:buNone/>
              <a:defRPr lang="en-US" sz="1800" kern="1200" dirty="0" smtClean="0">
                <a:solidFill>
                  <a:schemeClr val="tx1"/>
                </a:solidFill>
                <a:latin typeface="+mn-lt"/>
                <a:ea typeface="+mn-ea"/>
                <a:cs typeface="+mn-cs"/>
              </a:defRPr>
            </a:lvl1pPr>
            <a:lvl2pPr>
              <a:buNone/>
              <a:defRPr lang="en-US" sz="1800" kern="1200" dirty="0" smtClean="0">
                <a:solidFill>
                  <a:schemeClr val="tx1"/>
                </a:solidFill>
                <a:latin typeface="+mn-lt"/>
                <a:ea typeface="+mn-ea"/>
                <a:cs typeface="+mn-cs"/>
              </a:defRPr>
            </a:lvl2pPr>
            <a:lvl3pPr>
              <a:buNone/>
              <a:defRPr lang="en-US" sz="1800" kern="1200" dirty="0" smtClean="0">
                <a:solidFill>
                  <a:schemeClr val="tx1"/>
                </a:solidFill>
                <a:latin typeface="+mn-lt"/>
                <a:ea typeface="+mn-ea"/>
                <a:cs typeface="+mn-cs"/>
              </a:defRPr>
            </a:lvl3pPr>
            <a:lvl4pPr>
              <a:buNone/>
              <a:defRPr lang="en-US" sz="1800" kern="1200" dirty="0" smtClean="0">
                <a:solidFill>
                  <a:schemeClr val="tx1"/>
                </a:solidFill>
                <a:latin typeface="+mn-lt"/>
                <a:ea typeface="+mn-ea"/>
                <a:cs typeface="+mn-cs"/>
              </a:defRPr>
            </a:lvl4pPr>
            <a:lvl5pPr>
              <a:buNone/>
              <a:defRPr lang="en-IN" sz="1800" kern="1200" dirty="0">
                <a:solidFill>
                  <a:schemeClr val="tx1"/>
                </a:solidFill>
                <a:latin typeface="+mn-lt"/>
                <a:ea typeface="+mn-ea"/>
                <a:cs typeface="+mn-cs"/>
              </a:defRPr>
            </a:lvl5pPr>
          </a:lstStyle>
          <a:p>
            <a:pPr lvl="0"/>
            <a:r>
              <a:rPr lang="en-US"/>
              <a:t>Click to edit Master text styles</a:t>
            </a:r>
          </a:p>
        </p:txBody>
      </p:sp>
      <p:grpSp>
        <p:nvGrpSpPr>
          <p:cNvPr id="91" name="Group 90">
            <a:extLst>
              <a:ext uri="{FF2B5EF4-FFF2-40B4-BE49-F238E27FC236}">
                <a16:creationId xmlns:a16="http://schemas.microsoft.com/office/drawing/2014/main" id="{E3312949-5276-F41B-01DB-F1BE8BEF8267}"/>
              </a:ext>
            </a:extLst>
          </p:cNvPr>
          <p:cNvGrpSpPr/>
          <p:nvPr/>
        </p:nvGrpSpPr>
        <p:grpSpPr>
          <a:xfrm>
            <a:off x="19238" y="93940"/>
            <a:ext cx="12225915" cy="6723916"/>
            <a:chOff x="19238" y="93940"/>
            <a:chExt cx="12225915" cy="6723916"/>
          </a:xfrm>
        </p:grpSpPr>
        <p:pic>
          <p:nvPicPr>
            <p:cNvPr id="92" name="Graphic 91">
              <a:extLst>
                <a:ext uri="{FF2B5EF4-FFF2-40B4-BE49-F238E27FC236}">
                  <a16:creationId xmlns:a16="http://schemas.microsoft.com/office/drawing/2014/main" id="{038203EB-13EA-7C2A-5505-C6A175464A0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1190098"/>
              <a:ext cx="679161" cy="508637"/>
            </a:xfrm>
            <a:prstGeom prst="rect">
              <a:avLst/>
            </a:prstGeom>
          </p:spPr>
        </p:pic>
        <p:pic>
          <p:nvPicPr>
            <p:cNvPr id="93" name="Graphic 92">
              <a:extLst>
                <a:ext uri="{FF2B5EF4-FFF2-40B4-BE49-F238E27FC236}">
                  <a16:creationId xmlns:a16="http://schemas.microsoft.com/office/drawing/2014/main" id="{8F4A342D-4AA5-0DE5-2B12-3B4B6F3EB90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1190098"/>
              <a:ext cx="679161" cy="508637"/>
            </a:xfrm>
            <a:prstGeom prst="rect">
              <a:avLst/>
            </a:prstGeom>
          </p:spPr>
        </p:pic>
        <p:pic>
          <p:nvPicPr>
            <p:cNvPr id="94" name="Graphic 93">
              <a:extLst>
                <a:ext uri="{FF2B5EF4-FFF2-40B4-BE49-F238E27FC236}">
                  <a16:creationId xmlns:a16="http://schemas.microsoft.com/office/drawing/2014/main" id="{83C6094D-651A-9ACF-FDCF-C641923D8B0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1190098"/>
              <a:ext cx="679161" cy="508637"/>
            </a:xfrm>
            <a:prstGeom prst="rect">
              <a:avLst/>
            </a:prstGeom>
          </p:spPr>
        </p:pic>
        <p:pic>
          <p:nvPicPr>
            <p:cNvPr id="95" name="Graphic 94">
              <a:extLst>
                <a:ext uri="{FF2B5EF4-FFF2-40B4-BE49-F238E27FC236}">
                  <a16:creationId xmlns:a16="http://schemas.microsoft.com/office/drawing/2014/main" id="{4F97FFC1-D187-0B26-B570-B90BF466F51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1190098"/>
              <a:ext cx="679161" cy="508637"/>
            </a:xfrm>
            <a:prstGeom prst="rect">
              <a:avLst/>
            </a:prstGeom>
          </p:spPr>
        </p:pic>
        <p:pic>
          <p:nvPicPr>
            <p:cNvPr id="96" name="Graphic 95">
              <a:extLst>
                <a:ext uri="{FF2B5EF4-FFF2-40B4-BE49-F238E27FC236}">
                  <a16:creationId xmlns:a16="http://schemas.microsoft.com/office/drawing/2014/main" id="{AE20A145-C7B4-0590-5BC5-E0DC02C2E52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1190098"/>
              <a:ext cx="679161" cy="508637"/>
            </a:xfrm>
            <a:prstGeom prst="rect">
              <a:avLst/>
            </a:prstGeom>
          </p:spPr>
        </p:pic>
        <p:pic>
          <p:nvPicPr>
            <p:cNvPr id="97" name="Graphic 96">
              <a:extLst>
                <a:ext uri="{FF2B5EF4-FFF2-40B4-BE49-F238E27FC236}">
                  <a16:creationId xmlns:a16="http://schemas.microsoft.com/office/drawing/2014/main" id="{B2FF0396-766F-9C64-ABCD-F195291C5C4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1190098"/>
              <a:ext cx="679161" cy="508637"/>
            </a:xfrm>
            <a:prstGeom prst="rect">
              <a:avLst/>
            </a:prstGeom>
          </p:spPr>
        </p:pic>
        <p:pic>
          <p:nvPicPr>
            <p:cNvPr id="98" name="Graphic 97">
              <a:extLst>
                <a:ext uri="{FF2B5EF4-FFF2-40B4-BE49-F238E27FC236}">
                  <a16:creationId xmlns:a16="http://schemas.microsoft.com/office/drawing/2014/main" id="{7A0BA5BF-CC81-78B5-4367-2753EC6D609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1190098"/>
              <a:ext cx="679161" cy="508637"/>
            </a:xfrm>
            <a:prstGeom prst="rect">
              <a:avLst/>
            </a:prstGeom>
          </p:spPr>
        </p:pic>
        <p:pic>
          <p:nvPicPr>
            <p:cNvPr id="99" name="Graphic 98">
              <a:extLst>
                <a:ext uri="{FF2B5EF4-FFF2-40B4-BE49-F238E27FC236}">
                  <a16:creationId xmlns:a16="http://schemas.microsoft.com/office/drawing/2014/main" id="{F561B333-439D-6934-C5DD-448651EABED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1190098"/>
              <a:ext cx="679161" cy="508637"/>
            </a:xfrm>
            <a:prstGeom prst="rect">
              <a:avLst/>
            </a:prstGeom>
          </p:spPr>
        </p:pic>
        <p:pic>
          <p:nvPicPr>
            <p:cNvPr id="100" name="Graphic 99">
              <a:extLst>
                <a:ext uri="{FF2B5EF4-FFF2-40B4-BE49-F238E27FC236}">
                  <a16:creationId xmlns:a16="http://schemas.microsoft.com/office/drawing/2014/main" id="{27966DDD-47E7-663F-3F0F-5152AD90271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1190098"/>
              <a:ext cx="679161" cy="508637"/>
            </a:xfrm>
            <a:prstGeom prst="rect">
              <a:avLst/>
            </a:prstGeom>
          </p:spPr>
        </p:pic>
        <p:pic>
          <p:nvPicPr>
            <p:cNvPr id="101" name="Graphic 100">
              <a:extLst>
                <a:ext uri="{FF2B5EF4-FFF2-40B4-BE49-F238E27FC236}">
                  <a16:creationId xmlns:a16="http://schemas.microsoft.com/office/drawing/2014/main" id="{7EF25049-BDFD-847F-1825-A819D4327D0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1190098"/>
              <a:ext cx="679161" cy="508637"/>
            </a:xfrm>
            <a:prstGeom prst="rect">
              <a:avLst/>
            </a:prstGeom>
          </p:spPr>
        </p:pic>
        <p:pic>
          <p:nvPicPr>
            <p:cNvPr id="102" name="Graphic 101">
              <a:extLst>
                <a:ext uri="{FF2B5EF4-FFF2-40B4-BE49-F238E27FC236}">
                  <a16:creationId xmlns:a16="http://schemas.microsoft.com/office/drawing/2014/main" id="{1936C301-90AC-303B-70AE-C8090A6E659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1190098"/>
              <a:ext cx="679161" cy="508637"/>
            </a:xfrm>
            <a:prstGeom prst="rect">
              <a:avLst/>
            </a:prstGeom>
          </p:spPr>
        </p:pic>
        <p:pic>
          <p:nvPicPr>
            <p:cNvPr id="103" name="Graphic 102">
              <a:extLst>
                <a:ext uri="{FF2B5EF4-FFF2-40B4-BE49-F238E27FC236}">
                  <a16:creationId xmlns:a16="http://schemas.microsoft.com/office/drawing/2014/main" id="{7C2E23F5-6AB0-A46F-C08A-88C3DFB92D6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2213922"/>
              <a:ext cx="679161" cy="508637"/>
            </a:xfrm>
            <a:prstGeom prst="rect">
              <a:avLst/>
            </a:prstGeom>
          </p:spPr>
        </p:pic>
        <p:pic>
          <p:nvPicPr>
            <p:cNvPr id="104" name="Graphic 103">
              <a:extLst>
                <a:ext uri="{FF2B5EF4-FFF2-40B4-BE49-F238E27FC236}">
                  <a16:creationId xmlns:a16="http://schemas.microsoft.com/office/drawing/2014/main" id="{24291E57-8A2D-E93F-651A-F7F0D623543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2213922"/>
              <a:ext cx="679161" cy="508637"/>
            </a:xfrm>
            <a:prstGeom prst="rect">
              <a:avLst/>
            </a:prstGeom>
          </p:spPr>
        </p:pic>
        <p:pic>
          <p:nvPicPr>
            <p:cNvPr id="105" name="Graphic 104">
              <a:extLst>
                <a:ext uri="{FF2B5EF4-FFF2-40B4-BE49-F238E27FC236}">
                  <a16:creationId xmlns:a16="http://schemas.microsoft.com/office/drawing/2014/main" id="{9FB80534-C3CD-E444-A381-666DED4E081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2213922"/>
              <a:ext cx="679161" cy="508637"/>
            </a:xfrm>
            <a:prstGeom prst="rect">
              <a:avLst/>
            </a:prstGeom>
          </p:spPr>
        </p:pic>
        <p:pic>
          <p:nvPicPr>
            <p:cNvPr id="106" name="Graphic 105">
              <a:extLst>
                <a:ext uri="{FF2B5EF4-FFF2-40B4-BE49-F238E27FC236}">
                  <a16:creationId xmlns:a16="http://schemas.microsoft.com/office/drawing/2014/main" id="{7DD72503-8854-13CE-C490-CBC0BEA122E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2213922"/>
              <a:ext cx="679161" cy="508637"/>
            </a:xfrm>
            <a:prstGeom prst="rect">
              <a:avLst/>
            </a:prstGeom>
          </p:spPr>
        </p:pic>
        <p:pic>
          <p:nvPicPr>
            <p:cNvPr id="107" name="Graphic 106">
              <a:extLst>
                <a:ext uri="{FF2B5EF4-FFF2-40B4-BE49-F238E27FC236}">
                  <a16:creationId xmlns:a16="http://schemas.microsoft.com/office/drawing/2014/main" id="{0B45209C-5346-7C36-E654-FBF3628B431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2213922"/>
              <a:ext cx="679161" cy="508637"/>
            </a:xfrm>
            <a:prstGeom prst="rect">
              <a:avLst/>
            </a:prstGeom>
          </p:spPr>
        </p:pic>
        <p:pic>
          <p:nvPicPr>
            <p:cNvPr id="108" name="Graphic 107">
              <a:extLst>
                <a:ext uri="{FF2B5EF4-FFF2-40B4-BE49-F238E27FC236}">
                  <a16:creationId xmlns:a16="http://schemas.microsoft.com/office/drawing/2014/main" id="{D6777886-CF83-640C-CBA9-686F64754DD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2213922"/>
              <a:ext cx="679161" cy="508637"/>
            </a:xfrm>
            <a:prstGeom prst="rect">
              <a:avLst/>
            </a:prstGeom>
          </p:spPr>
        </p:pic>
        <p:pic>
          <p:nvPicPr>
            <p:cNvPr id="109" name="Graphic 108">
              <a:extLst>
                <a:ext uri="{FF2B5EF4-FFF2-40B4-BE49-F238E27FC236}">
                  <a16:creationId xmlns:a16="http://schemas.microsoft.com/office/drawing/2014/main" id="{52899880-38D6-9A55-6632-23C21E4609A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2213922"/>
              <a:ext cx="679161" cy="508637"/>
            </a:xfrm>
            <a:prstGeom prst="rect">
              <a:avLst/>
            </a:prstGeom>
          </p:spPr>
        </p:pic>
        <p:pic>
          <p:nvPicPr>
            <p:cNvPr id="110" name="Graphic 109">
              <a:extLst>
                <a:ext uri="{FF2B5EF4-FFF2-40B4-BE49-F238E27FC236}">
                  <a16:creationId xmlns:a16="http://schemas.microsoft.com/office/drawing/2014/main" id="{0C752E18-1402-F0FC-7A6E-793FE8C356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2213922"/>
              <a:ext cx="679161" cy="508637"/>
            </a:xfrm>
            <a:prstGeom prst="rect">
              <a:avLst/>
            </a:prstGeom>
          </p:spPr>
        </p:pic>
        <p:pic>
          <p:nvPicPr>
            <p:cNvPr id="111" name="Graphic 110">
              <a:extLst>
                <a:ext uri="{FF2B5EF4-FFF2-40B4-BE49-F238E27FC236}">
                  <a16:creationId xmlns:a16="http://schemas.microsoft.com/office/drawing/2014/main" id="{93E0C7EF-7624-29F5-6C94-1E44BDA783D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2213922"/>
              <a:ext cx="679161" cy="508637"/>
            </a:xfrm>
            <a:prstGeom prst="rect">
              <a:avLst/>
            </a:prstGeom>
          </p:spPr>
        </p:pic>
        <p:pic>
          <p:nvPicPr>
            <p:cNvPr id="112" name="Graphic 111">
              <a:extLst>
                <a:ext uri="{FF2B5EF4-FFF2-40B4-BE49-F238E27FC236}">
                  <a16:creationId xmlns:a16="http://schemas.microsoft.com/office/drawing/2014/main" id="{853CFDA0-7EFB-C44F-80DA-7E585069215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2213922"/>
              <a:ext cx="679161" cy="508637"/>
            </a:xfrm>
            <a:prstGeom prst="rect">
              <a:avLst/>
            </a:prstGeom>
          </p:spPr>
        </p:pic>
        <p:pic>
          <p:nvPicPr>
            <p:cNvPr id="113" name="Graphic 112">
              <a:extLst>
                <a:ext uri="{FF2B5EF4-FFF2-40B4-BE49-F238E27FC236}">
                  <a16:creationId xmlns:a16="http://schemas.microsoft.com/office/drawing/2014/main" id="{8B177D22-6C60-69AB-8F93-F91D6EAD947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2213922"/>
              <a:ext cx="679161" cy="508637"/>
            </a:xfrm>
            <a:prstGeom prst="rect">
              <a:avLst/>
            </a:prstGeom>
          </p:spPr>
        </p:pic>
        <p:pic>
          <p:nvPicPr>
            <p:cNvPr id="114" name="Graphic 113">
              <a:extLst>
                <a:ext uri="{FF2B5EF4-FFF2-40B4-BE49-F238E27FC236}">
                  <a16:creationId xmlns:a16="http://schemas.microsoft.com/office/drawing/2014/main" id="{E4B691A7-D5F2-4FA4-AF4F-2EEA4429D86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3237746"/>
              <a:ext cx="679161" cy="508637"/>
            </a:xfrm>
            <a:prstGeom prst="rect">
              <a:avLst/>
            </a:prstGeom>
          </p:spPr>
        </p:pic>
        <p:pic>
          <p:nvPicPr>
            <p:cNvPr id="115" name="Graphic 114">
              <a:extLst>
                <a:ext uri="{FF2B5EF4-FFF2-40B4-BE49-F238E27FC236}">
                  <a16:creationId xmlns:a16="http://schemas.microsoft.com/office/drawing/2014/main" id="{FE3BA9AB-4175-FF3D-FED0-5C76D6206C5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3237746"/>
              <a:ext cx="679161" cy="508637"/>
            </a:xfrm>
            <a:prstGeom prst="rect">
              <a:avLst/>
            </a:prstGeom>
          </p:spPr>
        </p:pic>
        <p:pic>
          <p:nvPicPr>
            <p:cNvPr id="116" name="Graphic 115">
              <a:extLst>
                <a:ext uri="{FF2B5EF4-FFF2-40B4-BE49-F238E27FC236}">
                  <a16:creationId xmlns:a16="http://schemas.microsoft.com/office/drawing/2014/main" id="{DECAB6F9-43AD-3A95-5F8A-15609C1BEFE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3237746"/>
              <a:ext cx="679161" cy="508637"/>
            </a:xfrm>
            <a:prstGeom prst="rect">
              <a:avLst/>
            </a:prstGeom>
          </p:spPr>
        </p:pic>
        <p:pic>
          <p:nvPicPr>
            <p:cNvPr id="117" name="Graphic 116">
              <a:extLst>
                <a:ext uri="{FF2B5EF4-FFF2-40B4-BE49-F238E27FC236}">
                  <a16:creationId xmlns:a16="http://schemas.microsoft.com/office/drawing/2014/main" id="{BCA0F8C3-3139-0218-E3E3-B7D1AEAED32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3237746"/>
              <a:ext cx="679161" cy="508637"/>
            </a:xfrm>
            <a:prstGeom prst="rect">
              <a:avLst/>
            </a:prstGeom>
          </p:spPr>
        </p:pic>
        <p:pic>
          <p:nvPicPr>
            <p:cNvPr id="118" name="Graphic 117">
              <a:extLst>
                <a:ext uri="{FF2B5EF4-FFF2-40B4-BE49-F238E27FC236}">
                  <a16:creationId xmlns:a16="http://schemas.microsoft.com/office/drawing/2014/main" id="{B5B85F60-C446-695D-C44A-80FBB1F28B1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3237746"/>
              <a:ext cx="679161" cy="508637"/>
            </a:xfrm>
            <a:prstGeom prst="rect">
              <a:avLst/>
            </a:prstGeom>
          </p:spPr>
        </p:pic>
        <p:pic>
          <p:nvPicPr>
            <p:cNvPr id="119" name="Graphic 118">
              <a:extLst>
                <a:ext uri="{FF2B5EF4-FFF2-40B4-BE49-F238E27FC236}">
                  <a16:creationId xmlns:a16="http://schemas.microsoft.com/office/drawing/2014/main" id="{85F1AE44-DAF3-935C-D3F2-D0F79183853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3237746"/>
              <a:ext cx="679161" cy="508637"/>
            </a:xfrm>
            <a:prstGeom prst="rect">
              <a:avLst/>
            </a:prstGeom>
          </p:spPr>
        </p:pic>
        <p:pic>
          <p:nvPicPr>
            <p:cNvPr id="120" name="Graphic 119">
              <a:extLst>
                <a:ext uri="{FF2B5EF4-FFF2-40B4-BE49-F238E27FC236}">
                  <a16:creationId xmlns:a16="http://schemas.microsoft.com/office/drawing/2014/main" id="{17E00A9F-B7C6-FE7A-047A-7915F8A1D8A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3237746"/>
              <a:ext cx="679161" cy="508637"/>
            </a:xfrm>
            <a:prstGeom prst="rect">
              <a:avLst/>
            </a:prstGeom>
          </p:spPr>
        </p:pic>
        <p:pic>
          <p:nvPicPr>
            <p:cNvPr id="121" name="Graphic 120">
              <a:extLst>
                <a:ext uri="{FF2B5EF4-FFF2-40B4-BE49-F238E27FC236}">
                  <a16:creationId xmlns:a16="http://schemas.microsoft.com/office/drawing/2014/main" id="{B46F1902-5D2C-FF24-D65F-729D75A4ADE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3237746"/>
              <a:ext cx="679161" cy="508637"/>
            </a:xfrm>
            <a:prstGeom prst="rect">
              <a:avLst/>
            </a:prstGeom>
          </p:spPr>
        </p:pic>
        <p:pic>
          <p:nvPicPr>
            <p:cNvPr id="122" name="Graphic 121">
              <a:extLst>
                <a:ext uri="{FF2B5EF4-FFF2-40B4-BE49-F238E27FC236}">
                  <a16:creationId xmlns:a16="http://schemas.microsoft.com/office/drawing/2014/main" id="{ED7993EA-3338-2201-596A-65977B8B432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3237746"/>
              <a:ext cx="679161" cy="508637"/>
            </a:xfrm>
            <a:prstGeom prst="rect">
              <a:avLst/>
            </a:prstGeom>
          </p:spPr>
        </p:pic>
        <p:pic>
          <p:nvPicPr>
            <p:cNvPr id="123" name="Graphic 122">
              <a:extLst>
                <a:ext uri="{FF2B5EF4-FFF2-40B4-BE49-F238E27FC236}">
                  <a16:creationId xmlns:a16="http://schemas.microsoft.com/office/drawing/2014/main" id="{FE8ACAC4-F813-D649-AA3C-44C39AD3272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3237746"/>
              <a:ext cx="679161" cy="508637"/>
            </a:xfrm>
            <a:prstGeom prst="rect">
              <a:avLst/>
            </a:prstGeom>
          </p:spPr>
        </p:pic>
        <p:pic>
          <p:nvPicPr>
            <p:cNvPr id="124" name="Graphic 123">
              <a:extLst>
                <a:ext uri="{FF2B5EF4-FFF2-40B4-BE49-F238E27FC236}">
                  <a16:creationId xmlns:a16="http://schemas.microsoft.com/office/drawing/2014/main" id="{1F5A95C1-F41F-2F8E-F845-21EFEFF6CD7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3237746"/>
              <a:ext cx="679161" cy="508637"/>
            </a:xfrm>
            <a:prstGeom prst="rect">
              <a:avLst/>
            </a:prstGeom>
          </p:spPr>
        </p:pic>
        <p:pic>
          <p:nvPicPr>
            <p:cNvPr id="125" name="Graphic 124">
              <a:extLst>
                <a:ext uri="{FF2B5EF4-FFF2-40B4-BE49-F238E27FC236}">
                  <a16:creationId xmlns:a16="http://schemas.microsoft.com/office/drawing/2014/main" id="{487D5A2C-590A-82E0-7AF1-1D2C3D59459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4261570"/>
              <a:ext cx="679161" cy="508637"/>
            </a:xfrm>
            <a:prstGeom prst="rect">
              <a:avLst/>
            </a:prstGeom>
          </p:spPr>
        </p:pic>
        <p:pic>
          <p:nvPicPr>
            <p:cNvPr id="126" name="Graphic 125">
              <a:extLst>
                <a:ext uri="{FF2B5EF4-FFF2-40B4-BE49-F238E27FC236}">
                  <a16:creationId xmlns:a16="http://schemas.microsoft.com/office/drawing/2014/main" id="{99C4C0A3-2D8B-0273-1976-1180F93EF85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4261570"/>
              <a:ext cx="679161" cy="508637"/>
            </a:xfrm>
            <a:prstGeom prst="rect">
              <a:avLst/>
            </a:prstGeom>
          </p:spPr>
        </p:pic>
        <p:pic>
          <p:nvPicPr>
            <p:cNvPr id="127" name="Graphic 126">
              <a:extLst>
                <a:ext uri="{FF2B5EF4-FFF2-40B4-BE49-F238E27FC236}">
                  <a16:creationId xmlns:a16="http://schemas.microsoft.com/office/drawing/2014/main" id="{5CCA9EF9-6C8A-46AE-5715-2ADD8AD711D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4261570"/>
              <a:ext cx="679161" cy="508637"/>
            </a:xfrm>
            <a:prstGeom prst="rect">
              <a:avLst/>
            </a:prstGeom>
          </p:spPr>
        </p:pic>
        <p:pic>
          <p:nvPicPr>
            <p:cNvPr id="128" name="Graphic 127">
              <a:extLst>
                <a:ext uri="{FF2B5EF4-FFF2-40B4-BE49-F238E27FC236}">
                  <a16:creationId xmlns:a16="http://schemas.microsoft.com/office/drawing/2014/main" id="{966184A7-0B1D-3E57-D77C-94386532214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4261570"/>
              <a:ext cx="679161" cy="508637"/>
            </a:xfrm>
            <a:prstGeom prst="rect">
              <a:avLst/>
            </a:prstGeom>
          </p:spPr>
        </p:pic>
        <p:pic>
          <p:nvPicPr>
            <p:cNvPr id="129" name="Graphic 128">
              <a:extLst>
                <a:ext uri="{FF2B5EF4-FFF2-40B4-BE49-F238E27FC236}">
                  <a16:creationId xmlns:a16="http://schemas.microsoft.com/office/drawing/2014/main" id="{A0C24750-01C2-6095-8F02-F17B76254FC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4261570"/>
              <a:ext cx="679161" cy="508637"/>
            </a:xfrm>
            <a:prstGeom prst="rect">
              <a:avLst/>
            </a:prstGeom>
          </p:spPr>
        </p:pic>
        <p:pic>
          <p:nvPicPr>
            <p:cNvPr id="130" name="Graphic 129">
              <a:extLst>
                <a:ext uri="{FF2B5EF4-FFF2-40B4-BE49-F238E27FC236}">
                  <a16:creationId xmlns:a16="http://schemas.microsoft.com/office/drawing/2014/main" id="{3A46C4D4-D60B-8971-906E-492BD2D2414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4261570"/>
              <a:ext cx="679161" cy="508637"/>
            </a:xfrm>
            <a:prstGeom prst="rect">
              <a:avLst/>
            </a:prstGeom>
          </p:spPr>
        </p:pic>
        <p:pic>
          <p:nvPicPr>
            <p:cNvPr id="131" name="Graphic 130">
              <a:extLst>
                <a:ext uri="{FF2B5EF4-FFF2-40B4-BE49-F238E27FC236}">
                  <a16:creationId xmlns:a16="http://schemas.microsoft.com/office/drawing/2014/main" id="{5334A16F-71B3-BE80-15DC-AA77C3361C3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4261570"/>
              <a:ext cx="679161" cy="508637"/>
            </a:xfrm>
            <a:prstGeom prst="rect">
              <a:avLst/>
            </a:prstGeom>
          </p:spPr>
        </p:pic>
        <p:pic>
          <p:nvPicPr>
            <p:cNvPr id="132" name="Graphic 131">
              <a:extLst>
                <a:ext uri="{FF2B5EF4-FFF2-40B4-BE49-F238E27FC236}">
                  <a16:creationId xmlns:a16="http://schemas.microsoft.com/office/drawing/2014/main" id="{C3FB7C17-6AD7-C806-C1A2-790A937A302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4261570"/>
              <a:ext cx="679161" cy="508637"/>
            </a:xfrm>
            <a:prstGeom prst="rect">
              <a:avLst/>
            </a:prstGeom>
          </p:spPr>
        </p:pic>
        <p:pic>
          <p:nvPicPr>
            <p:cNvPr id="133" name="Graphic 132">
              <a:extLst>
                <a:ext uri="{FF2B5EF4-FFF2-40B4-BE49-F238E27FC236}">
                  <a16:creationId xmlns:a16="http://schemas.microsoft.com/office/drawing/2014/main" id="{9BB90807-3DCA-7D53-ECF4-E34A998AEDD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4261570"/>
              <a:ext cx="679161" cy="508637"/>
            </a:xfrm>
            <a:prstGeom prst="rect">
              <a:avLst/>
            </a:prstGeom>
          </p:spPr>
        </p:pic>
        <p:pic>
          <p:nvPicPr>
            <p:cNvPr id="134" name="Graphic 133">
              <a:extLst>
                <a:ext uri="{FF2B5EF4-FFF2-40B4-BE49-F238E27FC236}">
                  <a16:creationId xmlns:a16="http://schemas.microsoft.com/office/drawing/2014/main" id="{540FB4E4-8300-8815-AF76-3CCB922CBE7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4261570"/>
              <a:ext cx="679161" cy="508637"/>
            </a:xfrm>
            <a:prstGeom prst="rect">
              <a:avLst/>
            </a:prstGeom>
          </p:spPr>
        </p:pic>
        <p:pic>
          <p:nvPicPr>
            <p:cNvPr id="135" name="Graphic 134">
              <a:extLst>
                <a:ext uri="{FF2B5EF4-FFF2-40B4-BE49-F238E27FC236}">
                  <a16:creationId xmlns:a16="http://schemas.microsoft.com/office/drawing/2014/main" id="{32845721-EF7C-2B5F-F216-33E1AD14994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4261570"/>
              <a:ext cx="679161" cy="508637"/>
            </a:xfrm>
            <a:prstGeom prst="rect">
              <a:avLst/>
            </a:prstGeom>
          </p:spPr>
        </p:pic>
        <p:pic>
          <p:nvPicPr>
            <p:cNvPr id="136" name="Graphic 135">
              <a:extLst>
                <a:ext uri="{FF2B5EF4-FFF2-40B4-BE49-F238E27FC236}">
                  <a16:creationId xmlns:a16="http://schemas.microsoft.com/office/drawing/2014/main" id="{6BCB3A9D-D93D-C89E-1F01-670A72275CE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5285395"/>
              <a:ext cx="679161" cy="508637"/>
            </a:xfrm>
            <a:prstGeom prst="rect">
              <a:avLst/>
            </a:prstGeom>
          </p:spPr>
        </p:pic>
        <p:pic>
          <p:nvPicPr>
            <p:cNvPr id="137" name="Graphic 136">
              <a:extLst>
                <a:ext uri="{FF2B5EF4-FFF2-40B4-BE49-F238E27FC236}">
                  <a16:creationId xmlns:a16="http://schemas.microsoft.com/office/drawing/2014/main" id="{6F1CD254-3A62-768A-2372-EFF5164746C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5285395"/>
              <a:ext cx="679161" cy="508637"/>
            </a:xfrm>
            <a:prstGeom prst="rect">
              <a:avLst/>
            </a:prstGeom>
          </p:spPr>
        </p:pic>
        <p:pic>
          <p:nvPicPr>
            <p:cNvPr id="138" name="Graphic 137">
              <a:extLst>
                <a:ext uri="{FF2B5EF4-FFF2-40B4-BE49-F238E27FC236}">
                  <a16:creationId xmlns:a16="http://schemas.microsoft.com/office/drawing/2014/main" id="{6F877F5F-9101-B59C-F39C-79CD47C9A70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5285395"/>
              <a:ext cx="679161" cy="508637"/>
            </a:xfrm>
            <a:prstGeom prst="rect">
              <a:avLst/>
            </a:prstGeom>
          </p:spPr>
        </p:pic>
        <p:pic>
          <p:nvPicPr>
            <p:cNvPr id="139" name="Graphic 138">
              <a:extLst>
                <a:ext uri="{FF2B5EF4-FFF2-40B4-BE49-F238E27FC236}">
                  <a16:creationId xmlns:a16="http://schemas.microsoft.com/office/drawing/2014/main" id="{F0724BE3-7898-CD24-5C40-44896F36B4D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5285395"/>
              <a:ext cx="679161" cy="508637"/>
            </a:xfrm>
            <a:prstGeom prst="rect">
              <a:avLst/>
            </a:prstGeom>
          </p:spPr>
        </p:pic>
        <p:pic>
          <p:nvPicPr>
            <p:cNvPr id="140" name="Graphic 139">
              <a:extLst>
                <a:ext uri="{FF2B5EF4-FFF2-40B4-BE49-F238E27FC236}">
                  <a16:creationId xmlns:a16="http://schemas.microsoft.com/office/drawing/2014/main" id="{61B30275-DFBE-4BBC-5511-DFD5E11F2E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5285395"/>
              <a:ext cx="679161" cy="508637"/>
            </a:xfrm>
            <a:prstGeom prst="rect">
              <a:avLst/>
            </a:prstGeom>
          </p:spPr>
        </p:pic>
        <p:pic>
          <p:nvPicPr>
            <p:cNvPr id="141" name="Graphic 140">
              <a:extLst>
                <a:ext uri="{FF2B5EF4-FFF2-40B4-BE49-F238E27FC236}">
                  <a16:creationId xmlns:a16="http://schemas.microsoft.com/office/drawing/2014/main" id="{79E2CB96-1EA0-1E8B-203A-A6CF5EEC075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5285395"/>
              <a:ext cx="679161" cy="508637"/>
            </a:xfrm>
            <a:prstGeom prst="rect">
              <a:avLst/>
            </a:prstGeom>
          </p:spPr>
        </p:pic>
        <p:pic>
          <p:nvPicPr>
            <p:cNvPr id="142" name="Graphic 141">
              <a:extLst>
                <a:ext uri="{FF2B5EF4-FFF2-40B4-BE49-F238E27FC236}">
                  <a16:creationId xmlns:a16="http://schemas.microsoft.com/office/drawing/2014/main" id="{64D3EFB6-70DE-4F88-683D-7713B5A6DF9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5285395"/>
              <a:ext cx="679161" cy="508637"/>
            </a:xfrm>
            <a:prstGeom prst="rect">
              <a:avLst/>
            </a:prstGeom>
          </p:spPr>
        </p:pic>
        <p:pic>
          <p:nvPicPr>
            <p:cNvPr id="143" name="Graphic 142">
              <a:extLst>
                <a:ext uri="{FF2B5EF4-FFF2-40B4-BE49-F238E27FC236}">
                  <a16:creationId xmlns:a16="http://schemas.microsoft.com/office/drawing/2014/main" id="{245692F6-89C7-CB36-0B5A-926B199F46D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5285395"/>
              <a:ext cx="679161" cy="508637"/>
            </a:xfrm>
            <a:prstGeom prst="rect">
              <a:avLst/>
            </a:prstGeom>
          </p:spPr>
        </p:pic>
        <p:pic>
          <p:nvPicPr>
            <p:cNvPr id="144" name="Graphic 143">
              <a:extLst>
                <a:ext uri="{FF2B5EF4-FFF2-40B4-BE49-F238E27FC236}">
                  <a16:creationId xmlns:a16="http://schemas.microsoft.com/office/drawing/2014/main" id="{8D18CB66-EA61-F1B1-84B2-B265ECDB28D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5285395"/>
              <a:ext cx="679161" cy="508637"/>
            </a:xfrm>
            <a:prstGeom prst="rect">
              <a:avLst/>
            </a:prstGeom>
          </p:spPr>
        </p:pic>
        <p:pic>
          <p:nvPicPr>
            <p:cNvPr id="145" name="Graphic 144">
              <a:extLst>
                <a:ext uri="{FF2B5EF4-FFF2-40B4-BE49-F238E27FC236}">
                  <a16:creationId xmlns:a16="http://schemas.microsoft.com/office/drawing/2014/main" id="{321E59CD-CDAC-E927-A788-C5F451867DD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5285395"/>
              <a:ext cx="679161" cy="508637"/>
            </a:xfrm>
            <a:prstGeom prst="rect">
              <a:avLst/>
            </a:prstGeom>
          </p:spPr>
        </p:pic>
        <p:pic>
          <p:nvPicPr>
            <p:cNvPr id="146" name="Graphic 145">
              <a:extLst>
                <a:ext uri="{FF2B5EF4-FFF2-40B4-BE49-F238E27FC236}">
                  <a16:creationId xmlns:a16="http://schemas.microsoft.com/office/drawing/2014/main" id="{86DA5630-7EC9-F544-C14B-0125191302E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5285395"/>
              <a:ext cx="679161" cy="508637"/>
            </a:xfrm>
            <a:prstGeom prst="rect">
              <a:avLst/>
            </a:prstGeom>
          </p:spPr>
        </p:pic>
        <p:pic>
          <p:nvPicPr>
            <p:cNvPr id="147" name="Graphic 146">
              <a:extLst>
                <a:ext uri="{FF2B5EF4-FFF2-40B4-BE49-F238E27FC236}">
                  <a16:creationId xmlns:a16="http://schemas.microsoft.com/office/drawing/2014/main" id="{D1F25B9E-36A0-9D5D-1061-81526D5F9B2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6309219"/>
              <a:ext cx="679161" cy="508637"/>
            </a:xfrm>
            <a:prstGeom prst="rect">
              <a:avLst/>
            </a:prstGeom>
          </p:spPr>
        </p:pic>
        <p:pic>
          <p:nvPicPr>
            <p:cNvPr id="148" name="Graphic 147">
              <a:extLst>
                <a:ext uri="{FF2B5EF4-FFF2-40B4-BE49-F238E27FC236}">
                  <a16:creationId xmlns:a16="http://schemas.microsoft.com/office/drawing/2014/main" id="{7716C73C-CA50-6F71-8AF7-B527742148B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6309219"/>
              <a:ext cx="679161" cy="508637"/>
            </a:xfrm>
            <a:prstGeom prst="rect">
              <a:avLst/>
            </a:prstGeom>
          </p:spPr>
        </p:pic>
        <p:pic>
          <p:nvPicPr>
            <p:cNvPr id="149" name="Graphic 148">
              <a:extLst>
                <a:ext uri="{FF2B5EF4-FFF2-40B4-BE49-F238E27FC236}">
                  <a16:creationId xmlns:a16="http://schemas.microsoft.com/office/drawing/2014/main" id="{63F1475B-59EB-8BD9-A687-1659F432859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6309219"/>
              <a:ext cx="679161" cy="508637"/>
            </a:xfrm>
            <a:prstGeom prst="rect">
              <a:avLst/>
            </a:prstGeom>
          </p:spPr>
        </p:pic>
        <p:pic>
          <p:nvPicPr>
            <p:cNvPr id="150" name="Graphic 149">
              <a:extLst>
                <a:ext uri="{FF2B5EF4-FFF2-40B4-BE49-F238E27FC236}">
                  <a16:creationId xmlns:a16="http://schemas.microsoft.com/office/drawing/2014/main" id="{D165B6DF-1279-9726-8742-53D57C84197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6309219"/>
              <a:ext cx="679161" cy="508637"/>
            </a:xfrm>
            <a:prstGeom prst="rect">
              <a:avLst/>
            </a:prstGeom>
          </p:spPr>
        </p:pic>
        <p:pic>
          <p:nvPicPr>
            <p:cNvPr id="151" name="Graphic 150">
              <a:extLst>
                <a:ext uri="{FF2B5EF4-FFF2-40B4-BE49-F238E27FC236}">
                  <a16:creationId xmlns:a16="http://schemas.microsoft.com/office/drawing/2014/main" id="{125BA8B4-7CD1-F2BF-80FE-BCA454B4537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6309219"/>
              <a:ext cx="679161" cy="508637"/>
            </a:xfrm>
            <a:prstGeom prst="rect">
              <a:avLst/>
            </a:prstGeom>
          </p:spPr>
        </p:pic>
        <p:pic>
          <p:nvPicPr>
            <p:cNvPr id="152" name="Graphic 151">
              <a:extLst>
                <a:ext uri="{FF2B5EF4-FFF2-40B4-BE49-F238E27FC236}">
                  <a16:creationId xmlns:a16="http://schemas.microsoft.com/office/drawing/2014/main" id="{4CD4AB4B-C557-0F99-4635-7B77CBA0366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6309219"/>
              <a:ext cx="679161" cy="508637"/>
            </a:xfrm>
            <a:prstGeom prst="rect">
              <a:avLst/>
            </a:prstGeom>
          </p:spPr>
        </p:pic>
        <p:pic>
          <p:nvPicPr>
            <p:cNvPr id="153" name="Graphic 152">
              <a:extLst>
                <a:ext uri="{FF2B5EF4-FFF2-40B4-BE49-F238E27FC236}">
                  <a16:creationId xmlns:a16="http://schemas.microsoft.com/office/drawing/2014/main" id="{C1552958-40EB-5F0A-54B3-E8CC2C41DC1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6309219"/>
              <a:ext cx="679161" cy="508637"/>
            </a:xfrm>
            <a:prstGeom prst="rect">
              <a:avLst/>
            </a:prstGeom>
          </p:spPr>
        </p:pic>
        <p:pic>
          <p:nvPicPr>
            <p:cNvPr id="154" name="Graphic 153">
              <a:extLst>
                <a:ext uri="{FF2B5EF4-FFF2-40B4-BE49-F238E27FC236}">
                  <a16:creationId xmlns:a16="http://schemas.microsoft.com/office/drawing/2014/main" id="{19873E7A-10D6-2833-C6C6-02BB6846C09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6309219"/>
              <a:ext cx="679161" cy="508637"/>
            </a:xfrm>
            <a:prstGeom prst="rect">
              <a:avLst/>
            </a:prstGeom>
          </p:spPr>
        </p:pic>
        <p:pic>
          <p:nvPicPr>
            <p:cNvPr id="155" name="Graphic 154">
              <a:extLst>
                <a:ext uri="{FF2B5EF4-FFF2-40B4-BE49-F238E27FC236}">
                  <a16:creationId xmlns:a16="http://schemas.microsoft.com/office/drawing/2014/main" id="{11220FB4-DBE2-1382-8E35-0BCEEA036F9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6309219"/>
              <a:ext cx="679161" cy="508637"/>
            </a:xfrm>
            <a:prstGeom prst="rect">
              <a:avLst/>
            </a:prstGeom>
          </p:spPr>
        </p:pic>
        <p:pic>
          <p:nvPicPr>
            <p:cNvPr id="156" name="Graphic 155">
              <a:extLst>
                <a:ext uri="{FF2B5EF4-FFF2-40B4-BE49-F238E27FC236}">
                  <a16:creationId xmlns:a16="http://schemas.microsoft.com/office/drawing/2014/main" id="{6A0958F3-0559-A154-C67A-B7EAB72596B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6309219"/>
              <a:ext cx="679161" cy="508637"/>
            </a:xfrm>
            <a:prstGeom prst="rect">
              <a:avLst/>
            </a:prstGeom>
          </p:spPr>
        </p:pic>
        <p:pic>
          <p:nvPicPr>
            <p:cNvPr id="157" name="Graphic 156">
              <a:extLst>
                <a:ext uri="{FF2B5EF4-FFF2-40B4-BE49-F238E27FC236}">
                  <a16:creationId xmlns:a16="http://schemas.microsoft.com/office/drawing/2014/main" id="{1843954B-359C-D58C-1D19-999DCB6B07B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6309219"/>
              <a:ext cx="679161" cy="508637"/>
            </a:xfrm>
            <a:prstGeom prst="rect">
              <a:avLst/>
            </a:prstGeom>
          </p:spPr>
        </p:pic>
        <p:pic>
          <p:nvPicPr>
            <p:cNvPr id="158" name="Graphic 157">
              <a:extLst>
                <a:ext uri="{FF2B5EF4-FFF2-40B4-BE49-F238E27FC236}">
                  <a16:creationId xmlns:a16="http://schemas.microsoft.com/office/drawing/2014/main" id="{A1029286-21BB-3587-EF1D-5872AB7E55F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93940"/>
              <a:ext cx="679161" cy="508637"/>
            </a:xfrm>
            <a:prstGeom prst="rect">
              <a:avLst/>
            </a:prstGeom>
          </p:spPr>
        </p:pic>
        <p:pic>
          <p:nvPicPr>
            <p:cNvPr id="159" name="Graphic 158">
              <a:extLst>
                <a:ext uri="{FF2B5EF4-FFF2-40B4-BE49-F238E27FC236}">
                  <a16:creationId xmlns:a16="http://schemas.microsoft.com/office/drawing/2014/main" id="{7395FF1A-4F5D-2A13-EBC2-EE77813A922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93940"/>
              <a:ext cx="679161" cy="508637"/>
            </a:xfrm>
            <a:prstGeom prst="rect">
              <a:avLst/>
            </a:prstGeom>
          </p:spPr>
        </p:pic>
        <p:pic>
          <p:nvPicPr>
            <p:cNvPr id="160" name="Graphic 159">
              <a:extLst>
                <a:ext uri="{FF2B5EF4-FFF2-40B4-BE49-F238E27FC236}">
                  <a16:creationId xmlns:a16="http://schemas.microsoft.com/office/drawing/2014/main" id="{73480149-1E23-3352-6B45-CE473D4480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93940"/>
              <a:ext cx="679161" cy="508637"/>
            </a:xfrm>
            <a:prstGeom prst="rect">
              <a:avLst/>
            </a:prstGeom>
          </p:spPr>
        </p:pic>
        <p:pic>
          <p:nvPicPr>
            <p:cNvPr id="161" name="Graphic 160">
              <a:extLst>
                <a:ext uri="{FF2B5EF4-FFF2-40B4-BE49-F238E27FC236}">
                  <a16:creationId xmlns:a16="http://schemas.microsoft.com/office/drawing/2014/main" id="{411BF736-415D-A4FD-4AFD-C7D8BB3D0E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93940"/>
              <a:ext cx="679161" cy="508637"/>
            </a:xfrm>
            <a:prstGeom prst="rect">
              <a:avLst/>
            </a:prstGeom>
          </p:spPr>
        </p:pic>
        <p:pic>
          <p:nvPicPr>
            <p:cNvPr id="162" name="Graphic 161">
              <a:extLst>
                <a:ext uri="{FF2B5EF4-FFF2-40B4-BE49-F238E27FC236}">
                  <a16:creationId xmlns:a16="http://schemas.microsoft.com/office/drawing/2014/main" id="{ABE5A9A1-42D2-0D73-3239-55F4E5EB2A0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93940"/>
              <a:ext cx="679161" cy="508637"/>
            </a:xfrm>
            <a:prstGeom prst="rect">
              <a:avLst/>
            </a:prstGeom>
          </p:spPr>
        </p:pic>
        <p:pic>
          <p:nvPicPr>
            <p:cNvPr id="163" name="Graphic 162">
              <a:extLst>
                <a:ext uri="{FF2B5EF4-FFF2-40B4-BE49-F238E27FC236}">
                  <a16:creationId xmlns:a16="http://schemas.microsoft.com/office/drawing/2014/main" id="{88075493-0C12-810F-95D8-BD6F25DEE21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93940"/>
              <a:ext cx="679161" cy="508637"/>
            </a:xfrm>
            <a:prstGeom prst="rect">
              <a:avLst/>
            </a:prstGeom>
          </p:spPr>
        </p:pic>
        <p:pic>
          <p:nvPicPr>
            <p:cNvPr id="164" name="Graphic 163">
              <a:extLst>
                <a:ext uri="{FF2B5EF4-FFF2-40B4-BE49-F238E27FC236}">
                  <a16:creationId xmlns:a16="http://schemas.microsoft.com/office/drawing/2014/main" id="{EE145A4E-040F-F012-5FCB-DEE05DA2FC1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93940"/>
              <a:ext cx="679161" cy="508637"/>
            </a:xfrm>
            <a:prstGeom prst="rect">
              <a:avLst/>
            </a:prstGeom>
          </p:spPr>
        </p:pic>
        <p:pic>
          <p:nvPicPr>
            <p:cNvPr id="165" name="Graphic 164">
              <a:extLst>
                <a:ext uri="{FF2B5EF4-FFF2-40B4-BE49-F238E27FC236}">
                  <a16:creationId xmlns:a16="http://schemas.microsoft.com/office/drawing/2014/main" id="{E9B2F8EF-EF58-A5D7-83EB-81BEEA1B2E9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93940"/>
              <a:ext cx="679161" cy="508637"/>
            </a:xfrm>
            <a:prstGeom prst="rect">
              <a:avLst/>
            </a:prstGeom>
          </p:spPr>
        </p:pic>
        <p:pic>
          <p:nvPicPr>
            <p:cNvPr id="166" name="Graphic 165">
              <a:extLst>
                <a:ext uri="{FF2B5EF4-FFF2-40B4-BE49-F238E27FC236}">
                  <a16:creationId xmlns:a16="http://schemas.microsoft.com/office/drawing/2014/main" id="{A59035F3-62FD-C087-456B-B4F876EA7BE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93940"/>
              <a:ext cx="679161" cy="508637"/>
            </a:xfrm>
            <a:prstGeom prst="rect">
              <a:avLst/>
            </a:prstGeom>
          </p:spPr>
        </p:pic>
        <p:pic>
          <p:nvPicPr>
            <p:cNvPr id="167" name="Graphic 166">
              <a:extLst>
                <a:ext uri="{FF2B5EF4-FFF2-40B4-BE49-F238E27FC236}">
                  <a16:creationId xmlns:a16="http://schemas.microsoft.com/office/drawing/2014/main" id="{7DC77432-5B27-B690-0389-61C9B985F8E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93940"/>
              <a:ext cx="679161" cy="508637"/>
            </a:xfrm>
            <a:prstGeom prst="rect">
              <a:avLst/>
            </a:prstGeom>
          </p:spPr>
        </p:pic>
        <p:pic>
          <p:nvPicPr>
            <p:cNvPr id="168" name="Graphic 167">
              <a:extLst>
                <a:ext uri="{FF2B5EF4-FFF2-40B4-BE49-F238E27FC236}">
                  <a16:creationId xmlns:a16="http://schemas.microsoft.com/office/drawing/2014/main" id="{3FB11D58-2935-AD9F-5B93-5CAC5A61A01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93940"/>
              <a:ext cx="679161" cy="508637"/>
            </a:xfrm>
            <a:prstGeom prst="rect">
              <a:avLst/>
            </a:prstGeom>
          </p:spPr>
        </p:pic>
      </p:gr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1500" y="457200"/>
            <a:ext cx="11052046" cy="492443"/>
          </a:xfrm>
        </p:spPr>
        <p:txBody>
          <a:bodyPr/>
          <a:lstStyle>
            <a:lvl1pPr>
              <a:defRPr sz="3200"/>
            </a:lvl1p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71500" y="292100"/>
            <a:ext cx="11052046"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pic>
        <p:nvPicPr>
          <p:cNvPr id="9" name="Graphic 8">
            <a:extLst>
              <a:ext uri="{FF2B5EF4-FFF2-40B4-BE49-F238E27FC236}">
                <a16:creationId xmlns:a16="http://schemas.microsoft.com/office/drawing/2014/main" id="{261BC0D1-BFC8-B2CD-9E9E-BE3B757D19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1501" y="6274974"/>
            <a:ext cx="618133" cy="411576"/>
          </a:xfrm>
          <a:prstGeom prst="rect">
            <a:avLst/>
          </a:prstGeom>
        </p:spPr>
      </p:pic>
      <p:sp>
        <p:nvSpPr>
          <p:cNvPr id="4" name="Text Placeholder 4">
            <a:extLst>
              <a:ext uri="{FF2B5EF4-FFF2-40B4-BE49-F238E27FC236}">
                <a16:creationId xmlns:a16="http://schemas.microsoft.com/office/drawing/2014/main" id="{DF1637D4-5917-BE31-0845-4F2B07CE3C2D}"/>
              </a:ext>
            </a:extLst>
          </p:cNvPr>
          <p:cNvSpPr>
            <a:spLocks noGrp="1"/>
          </p:cNvSpPr>
          <p:nvPr>
            <p:ph type="body" sz="quarter" idx="12" hasCustomPrompt="1"/>
          </p:nvPr>
        </p:nvSpPr>
        <p:spPr>
          <a:xfrm>
            <a:off x="1939924" y="6400799"/>
            <a:ext cx="9680575" cy="153888"/>
          </a:xfrm>
        </p:spPr>
        <p:txBody>
          <a:bodyPr/>
          <a:lstStyle>
            <a:lvl1pPr marL="0" indent="0">
              <a:buNone/>
              <a:defRPr sz="1000" cap="none" baseline="0"/>
            </a:lvl1pPr>
            <a:lvl2pPr marL="228600" indent="0">
              <a:buNone/>
              <a:defRPr/>
            </a:lvl2pPr>
            <a:lvl3pPr marL="457200" indent="0">
              <a:buNone/>
              <a:defRPr/>
            </a:lvl3pPr>
            <a:lvl4pPr marL="661988" indent="0">
              <a:buNone/>
              <a:defRPr/>
            </a:lvl4pPr>
            <a:lvl5pPr marL="855663" indent="0">
              <a:buNone/>
              <a:defRPr/>
            </a:lvl5pPr>
          </a:lstStyle>
          <a:p>
            <a:pPr lvl="0"/>
            <a:r>
              <a:rPr lang="en-US"/>
              <a:t>Footer</a:t>
            </a:r>
          </a:p>
        </p:txBody>
      </p:sp>
    </p:spTree>
    <p:extLst>
      <p:ext uri="{BB962C8B-B14F-4D97-AF65-F5344CB8AC3E}">
        <p14:creationId xmlns:p14="http://schemas.microsoft.com/office/powerpoint/2010/main" val="225460432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xt and Picture Dark">
    <p:bg>
      <p:bgPr>
        <a:solidFill>
          <a:schemeClr val="tx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8DB0D193-2580-BD11-0521-029D74C5E95D}"/>
              </a:ext>
            </a:extLst>
          </p:cNvPr>
          <p:cNvGrpSpPr/>
          <p:nvPr/>
        </p:nvGrpSpPr>
        <p:grpSpPr>
          <a:xfrm>
            <a:off x="-95560" y="93940"/>
            <a:ext cx="12383120" cy="6723916"/>
            <a:chOff x="452167" y="391518"/>
            <a:chExt cx="11287046" cy="6128759"/>
          </a:xfrm>
          <a:solidFill>
            <a:schemeClr val="tx2">
              <a:alpha val="6000"/>
            </a:schemeClr>
          </a:solidFill>
        </p:grpSpPr>
        <p:pic>
          <p:nvPicPr>
            <p:cNvPr id="84" name="Graphic 83">
              <a:extLst>
                <a:ext uri="{FF2B5EF4-FFF2-40B4-BE49-F238E27FC236}">
                  <a16:creationId xmlns:a16="http://schemas.microsoft.com/office/drawing/2014/main" id="{472D4E12-D2D5-803D-1D30-64DC5FB49B7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1390651"/>
              <a:ext cx="619046" cy="463616"/>
            </a:xfrm>
            <a:prstGeom prst="rect">
              <a:avLst/>
            </a:prstGeom>
          </p:spPr>
        </p:pic>
        <p:pic>
          <p:nvPicPr>
            <p:cNvPr id="85" name="Graphic 84">
              <a:extLst>
                <a:ext uri="{FF2B5EF4-FFF2-40B4-BE49-F238E27FC236}">
                  <a16:creationId xmlns:a16="http://schemas.microsoft.com/office/drawing/2014/main" id="{59F38254-BD8E-F2DC-0C15-4805DA75D3B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1390651"/>
              <a:ext cx="619046" cy="463616"/>
            </a:xfrm>
            <a:prstGeom prst="rect">
              <a:avLst/>
            </a:prstGeom>
          </p:spPr>
        </p:pic>
        <p:pic>
          <p:nvPicPr>
            <p:cNvPr id="86" name="Graphic 85">
              <a:extLst>
                <a:ext uri="{FF2B5EF4-FFF2-40B4-BE49-F238E27FC236}">
                  <a16:creationId xmlns:a16="http://schemas.microsoft.com/office/drawing/2014/main" id="{C85841AE-EEB8-0E85-9E87-AFB1EECFE2C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1390651"/>
              <a:ext cx="619046" cy="463616"/>
            </a:xfrm>
            <a:prstGeom prst="rect">
              <a:avLst/>
            </a:prstGeom>
          </p:spPr>
        </p:pic>
        <p:pic>
          <p:nvPicPr>
            <p:cNvPr id="87" name="Graphic 86">
              <a:extLst>
                <a:ext uri="{FF2B5EF4-FFF2-40B4-BE49-F238E27FC236}">
                  <a16:creationId xmlns:a16="http://schemas.microsoft.com/office/drawing/2014/main" id="{5F974E27-4B5B-E4CA-6C98-1D85BAE6E9A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1390651"/>
              <a:ext cx="619046" cy="463616"/>
            </a:xfrm>
            <a:prstGeom prst="rect">
              <a:avLst/>
            </a:prstGeom>
          </p:spPr>
        </p:pic>
        <p:pic>
          <p:nvPicPr>
            <p:cNvPr id="88" name="Graphic 87">
              <a:extLst>
                <a:ext uri="{FF2B5EF4-FFF2-40B4-BE49-F238E27FC236}">
                  <a16:creationId xmlns:a16="http://schemas.microsoft.com/office/drawing/2014/main" id="{05222EAD-EF4E-C831-03A9-7A241F5C7D3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1390651"/>
              <a:ext cx="619046" cy="463616"/>
            </a:xfrm>
            <a:prstGeom prst="rect">
              <a:avLst/>
            </a:prstGeom>
          </p:spPr>
        </p:pic>
        <p:pic>
          <p:nvPicPr>
            <p:cNvPr id="89" name="Graphic 88">
              <a:extLst>
                <a:ext uri="{FF2B5EF4-FFF2-40B4-BE49-F238E27FC236}">
                  <a16:creationId xmlns:a16="http://schemas.microsoft.com/office/drawing/2014/main" id="{44A3866E-75EF-014F-7B97-2407EDB9500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1390651"/>
              <a:ext cx="619046" cy="463616"/>
            </a:xfrm>
            <a:prstGeom prst="rect">
              <a:avLst/>
            </a:prstGeom>
          </p:spPr>
        </p:pic>
        <p:pic>
          <p:nvPicPr>
            <p:cNvPr id="90" name="Graphic 89">
              <a:extLst>
                <a:ext uri="{FF2B5EF4-FFF2-40B4-BE49-F238E27FC236}">
                  <a16:creationId xmlns:a16="http://schemas.microsoft.com/office/drawing/2014/main" id="{B6D4C301-E0BB-901E-8ABC-5B708571380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1390651"/>
              <a:ext cx="619046" cy="463616"/>
            </a:xfrm>
            <a:prstGeom prst="rect">
              <a:avLst/>
            </a:prstGeom>
          </p:spPr>
        </p:pic>
        <p:pic>
          <p:nvPicPr>
            <p:cNvPr id="91" name="Graphic 90">
              <a:extLst>
                <a:ext uri="{FF2B5EF4-FFF2-40B4-BE49-F238E27FC236}">
                  <a16:creationId xmlns:a16="http://schemas.microsoft.com/office/drawing/2014/main" id="{9CF111EA-6371-AA23-DAE1-A42D04FE100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1390651"/>
              <a:ext cx="619046" cy="463616"/>
            </a:xfrm>
            <a:prstGeom prst="rect">
              <a:avLst/>
            </a:prstGeom>
          </p:spPr>
        </p:pic>
        <p:pic>
          <p:nvPicPr>
            <p:cNvPr id="92" name="Graphic 91">
              <a:extLst>
                <a:ext uri="{FF2B5EF4-FFF2-40B4-BE49-F238E27FC236}">
                  <a16:creationId xmlns:a16="http://schemas.microsoft.com/office/drawing/2014/main" id="{8E269B53-9F53-D023-1489-76D1269A45B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1390651"/>
              <a:ext cx="619046" cy="463616"/>
            </a:xfrm>
            <a:prstGeom prst="rect">
              <a:avLst/>
            </a:prstGeom>
          </p:spPr>
        </p:pic>
        <p:pic>
          <p:nvPicPr>
            <p:cNvPr id="93" name="Graphic 92">
              <a:extLst>
                <a:ext uri="{FF2B5EF4-FFF2-40B4-BE49-F238E27FC236}">
                  <a16:creationId xmlns:a16="http://schemas.microsoft.com/office/drawing/2014/main" id="{1557DEFB-E2D4-61CA-DA26-E791D3DD945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1390651"/>
              <a:ext cx="619046" cy="463616"/>
            </a:xfrm>
            <a:prstGeom prst="rect">
              <a:avLst/>
            </a:prstGeom>
          </p:spPr>
        </p:pic>
        <p:pic>
          <p:nvPicPr>
            <p:cNvPr id="94" name="Graphic 93">
              <a:extLst>
                <a:ext uri="{FF2B5EF4-FFF2-40B4-BE49-F238E27FC236}">
                  <a16:creationId xmlns:a16="http://schemas.microsoft.com/office/drawing/2014/main" id="{469BB6D7-C8BD-E229-B8A6-05E7B358276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1390651"/>
              <a:ext cx="619046" cy="463616"/>
            </a:xfrm>
            <a:prstGeom prst="rect">
              <a:avLst/>
            </a:prstGeom>
          </p:spPr>
        </p:pic>
        <p:pic>
          <p:nvPicPr>
            <p:cNvPr id="95" name="Graphic 94">
              <a:extLst>
                <a:ext uri="{FF2B5EF4-FFF2-40B4-BE49-F238E27FC236}">
                  <a16:creationId xmlns:a16="http://schemas.microsoft.com/office/drawing/2014/main" id="{A29BAA92-C04F-CC1D-6682-16E496A3E27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2323853"/>
              <a:ext cx="619046" cy="463616"/>
            </a:xfrm>
            <a:prstGeom prst="rect">
              <a:avLst/>
            </a:prstGeom>
          </p:spPr>
        </p:pic>
        <p:pic>
          <p:nvPicPr>
            <p:cNvPr id="96" name="Graphic 95">
              <a:extLst>
                <a:ext uri="{FF2B5EF4-FFF2-40B4-BE49-F238E27FC236}">
                  <a16:creationId xmlns:a16="http://schemas.microsoft.com/office/drawing/2014/main" id="{9BC9F756-7519-A990-7F24-DBAE37AA7D9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2323853"/>
              <a:ext cx="619046" cy="463616"/>
            </a:xfrm>
            <a:prstGeom prst="rect">
              <a:avLst/>
            </a:prstGeom>
          </p:spPr>
        </p:pic>
        <p:pic>
          <p:nvPicPr>
            <p:cNvPr id="97" name="Graphic 96">
              <a:extLst>
                <a:ext uri="{FF2B5EF4-FFF2-40B4-BE49-F238E27FC236}">
                  <a16:creationId xmlns:a16="http://schemas.microsoft.com/office/drawing/2014/main" id="{0ECE9A22-C236-9510-7E61-82BBCF40225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2323853"/>
              <a:ext cx="619046" cy="463616"/>
            </a:xfrm>
            <a:prstGeom prst="rect">
              <a:avLst/>
            </a:prstGeom>
          </p:spPr>
        </p:pic>
        <p:pic>
          <p:nvPicPr>
            <p:cNvPr id="98" name="Graphic 97">
              <a:extLst>
                <a:ext uri="{FF2B5EF4-FFF2-40B4-BE49-F238E27FC236}">
                  <a16:creationId xmlns:a16="http://schemas.microsoft.com/office/drawing/2014/main" id="{0E3153DB-AECE-3D71-8712-7F84893DE7C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2323853"/>
              <a:ext cx="619046" cy="463616"/>
            </a:xfrm>
            <a:prstGeom prst="rect">
              <a:avLst/>
            </a:prstGeom>
          </p:spPr>
        </p:pic>
        <p:pic>
          <p:nvPicPr>
            <p:cNvPr id="99" name="Graphic 98">
              <a:extLst>
                <a:ext uri="{FF2B5EF4-FFF2-40B4-BE49-F238E27FC236}">
                  <a16:creationId xmlns:a16="http://schemas.microsoft.com/office/drawing/2014/main" id="{6955455B-E0DC-0892-82E2-C5D1794AE9B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2323853"/>
              <a:ext cx="619046" cy="463616"/>
            </a:xfrm>
            <a:prstGeom prst="rect">
              <a:avLst/>
            </a:prstGeom>
          </p:spPr>
        </p:pic>
        <p:pic>
          <p:nvPicPr>
            <p:cNvPr id="100" name="Graphic 99">
              <a:extLst>
                <a:ext uri="{FF2B5EF4-FFF2-40B4-BE49-F238E27FC236}">
                  <a16:creationId xmlns:a16="http://schemas.microsoft.com/office/drawing/2014/main" id="{E9772B38-5D94-B75E-C759-BC035865022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2323853"/>
              <a:ext cx="619046" cy="463616"/>
            </a:xfrm>
            <a:prstGeom prst="rect">
              <a:avLst/>
            </a:prstGeom>
          </p:spPr>
        </p:pic>
        <p:pic>
          <p:nvPicPr>
            <p:cNvPr id="101" name="Graphic 100">
              <a:extLst>
                <a:ext uri="{FF2B5EF4-FFF2-40B4-BE49-F238E27FC236}">
                  <a16:creationId xmlns:a16="http://schemas.microsoft.com/office/drawing/2014/main" id="{F641592A-EA6A-6133-5207-787F0984C29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2323853"/>
              <a:ext cx="619046" cy="463616"/>
            </a:xfrm>
            <a:prstGeom prst="rect">
              <a:avLst/>
            </a:prstGeom>
          </p:spPr>
        </p:pic>
        <p:pic>
          <p:nvPicPr>
            <p:cNvPr id="102" name="Graphic 101">
              <a:extLst>
                <a:ext uri="{FF2B5EF4-FFF2-40B4-BE49-F238E27FC236}">
                  <a16:creationId xmlns:a16="http://schemas.microsoft.com/office/drawing/2014/main" id="{F0155121-D22B-CF4A-4354-18038119CB8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2323853"/>
              <a:ext cx="619046" cy="463616"/>
            </a:xfrm>
            <a:prstGeom prst="rect">
              <a:avLst/>
            </a:prstGeom>
          </p:spPr>
        </p:pic>
        <p:pic>
          <p:nvPicPr>
            <p:cNvPr id="103" name="Graphic 102">
              <a:extLst>
                <a:ext uri="{FF2B5EF4-FFF2-40B4-BE49-F238E27FC236}">
                  <a16:creationId xmlns:a16="http://schemas.microsoft.com/office/drawing/2014/main" id="{66751CF8-B55A-893E-6066-0334D396DA8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2323853"/>
              <a:ext cx="619046" cy="463616"/>
            </a:xfrm>
            <a:prstGeom prst="rect">
              <a:avLst/>
            </a:prstGeom>
          </p:spPr>
        </p:pic>
        <p:pic>
          <p:nvPicPr>
            <p:cNvPr id="104" name="Graphic 103">
              <a:extLst>
                <a:ext uri="{FF2B5EF4-FFF2-40B4-BE49-F238E27FC236}">
                  <a16:creationId xmlns:a16="http://schemas.microsoft.com/office/drawing/2014/main" id="{9A423A81-70B6-43CF-E8CC-FFD2E8C4309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2323853"/>
              <a:ext cx="619046" cy="463616"/>
            </a:xfrm>
            <a:prstGeom prst="rect">
              <a:avLst/>
            </a:prstGeom>
          </p:spPr>
        </p:pic>
        <p:pic>
          <p:nvPicPr>
            <p:cNvPr id="105" name="Graphic 104">
              <a:extLst>
                <a:ext uri="{FF2B5EF4-FFF2-40B4-BE49-F238E27FC236}">
                  <a16:creationId xmlns:a16="http://schemas.microsoft.com/office/drawing/2014/main" id="{3F0FFBE2-0D31-368B-EFE1-944B8C6E7B1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2323853"/>
              <a:ext cx="619046" cy="463616"/>
            </a:xfrm>
            <a:prstGeom prst="rect">
              <a:avLst/>
            </a:prstGeom>
          </p:spPr>
        </p:pic>
        <p:pic>
          <p:nvPicPr>
            <p:cNvPr id="106" name="Graphic 105">
              <a:extLst>
                <a:ext uri="{FF2B5EF4-FFF2-40B4-BE49-F238E27FC236}">
                  <a16:creationId xmlns:a16="http://schemas.microsoft.com/office/drawing/2014/main" id="{41863D4E-4CF6-B610-9E4D-AB5BB9BAA56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3257055"/>
              <a:ext cx="619046" cy="463616"/>
            </a:xfrm>
            <a:prstGeom prst="rect">
              <a:avLst/>
            </a:prstGeom>
          </p:spPr>
        </p:pic>
        <p:pic>
          <p:nvPicPr>
            <p:cNvPr id="107" name="Graphic 106">
              <a:extLst>
                <a:ext uri="{FF2B5EF4-FFF2-40B4-BE49-F238E27FC236}">
                  <a16:creationId xmlns:a16="http://schemas.microsoft.com/office/drawing/2014/main" id="{341B5F90-3EE8-C269-4745-A5A36905558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3257055"/>
              <a:ext cx="619046" cy="463616"/>
            </a:xfrm>
            <a:prstGeom prst="rect">
              <a:avLst/>
            </a:prstGeom>
          </p:spPr>
        </p:pic>
        <p:pic>
          <p:nvPicPr>
            <p:cNvPr id="108" name="Graphic 107">
              <a:extLst>
                <a:ext uri="{FF2B5EF4-FFF2-40B4-BE49-F238E27FC236}">
                  <a16:creationId xmlns:a16="http://schemas.microsoft.com/office/drawing/2014/main" id="{17287430-09AF-313F-337C-FCCE2418660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3257055"/>
              <a:ext cx="619046" cy="463616"/>
            </a:xfrm>
            <a:prstGeom prst="rect">
              <a:avLst/>
            </a:prstGeom>
          </p:spPr>
        </p:pic>
        <p:pic>
          <p:nvPicPr>
            <p:cNvPr id="109" name="Graphic 108">
              <a:extLst>
                <a:ext uri="{FF2B5EF4-FFF2-40B4-BE49-F238E27FC236}">
                  <a16:creationId xmlns:a16="http://schemas.microsoft.com/office/drawing/2014/main" id="{A2D9A575-8C02-D715-9657-202F4774610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3257055"/>
              <a:ext cx="619046" cy="463616"/>
            </a:xfrm>
            <a:prstGeom prst="rect">
              <a:avLst/>
            </a:prstGeom>
          </p:spPr>
        </p:pic>
        <p:pic>
          <p:nvPicPr>
            <p:cNvPr id="110" name="Graphic 109">
              <a:extLst>
                <a:ext uri="{FF2B5EF4-FFF2-40B4-BE49-F238E27FC236}">
                  <a16:creationId xmlns:a16="http://schemas.microsoft.com/office/drawing/2014/main" id="{5CB6E456-81C8-7200-C89B-5A260F5513A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3257055"/>
              <a:ext cx="619046" cy="463616"/>
            </a:xfrm>
            <a:prstGeom prst="rect">
              <a:avLst/>
            </a:prstGeom>
          </p:spPr>
        </p:pic>
        <p:pic>
          <p:nvPicPr>
            <p:cNvPr id="111" name="Graphic 110">
              <a:extLst>
                <a:ext uri="{FF2B5EF4-FFF2-40B4-BE49-F238E27FC236}">
                  <a16:creationId xmlns:a16="http://schemas.microsoft.com/office/drawing/2014/main" id="{F9A6BF51-26FD-A790-4E58-34922DA78C3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3257055"/>
              <a:ext cx="619046" cy="463616"/>
            </a:xfrm>
            <a:prstGeom prst="rect">
              <a:avLst/>
            </a:prstGeom>
          </p:spPr>
        </p:pic>
        <p:pic>
          <p:nvPicPr>
            <p:cNvPr id="112" name="Graphic 111">
              <a:extLst>
                <a:ext uri="{FF2B5EF4-FFF2-40B4-BE49-F238E27FC236}">
                  <a16:creationId xmlns:a16="http://schemas.microsoft.com/office/drawing/2014/main" id="{27541F17-FB77-577C-2042-B787D9B29A3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3257055"/>
              <a:ext cx="619046" cy="463616"/>
            </a:xfrm>
            <a:prstGeom prst="rect">
              <a:avLst/>
            </a:prstGeom>
          </p:spPr>
        </p:pic>
        <p:pic>
          <p:nvPicPr>
            <p:cNvPr id="113" name="Graphic 112">
              <a:extLst>
                <a:ext uri="{FF2B5EF4-FFF2-40B4-BE49-F238E27FC236}">
                  <a16:creationId xmlns:a16="http://schemas.microsoft.com/office/drawing/2014/main" id="{B5C85A8C-6848-E547-489F-2C2A9E21419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3257055"/>
              <a:ext cx="619046" cy="463616"/>
            </a:xfrm>
            <a:prstGeom prst="rect">
              <a:avLst/>
            </a:prstGeom>
          </p:spPr>
        </p:pic>
        <p:pic>
          <p:nvPicPr>
            <p:cNvPr id="114" name="Graphic 113">
              <a:extLst>
                <a:ext uri="{FF2B5EF4-FFF2-40B4-BE49-F238E27FC236}">
                  <a16:creationId xmlns:a16="http://schemas.microsoft.com/office/drawing/2014/main" id="{B2F4AC1C-143C-7798-BB9C-15867BE4169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3257055"/>
              <a:ext cx="619046" cy="463616"/>
            </a:xfrm>
            <a:prstGeom prst="rect">
              <a:avLst/>
            </a:prstGeom>
          </p:spPr>
        </p:pic>
        <p:pic>
          <p:nvPicPr>
            <p:cNvPr id="115" name="Graphic 114">
              <a:extLst>
                <a:ext uri="{FF2B5EF4-FFF2-40B4-BE49-F238E27FC236}">
                  <a16:creationId xmlns:a16="http://schemas.microsoft.com/office/drawing/2014/main" id="{3E10FD6E-F3B3-D616-C654-626A4B6A257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3257055"/>
              <a:ext cx="619046" cy="463616"/>
            </a:xfrm>
            <a:prstGeom prst="rect">
              <a:avLst/>
            </a:prstGeom>
          </p:spPr>
        </p:pic>
        <p:pic>
          <p:nvPicPr>
            <p:cNvPr id="116" name="Graphic 115">
              <a:extLst>
                <a:ext uri="{FF2B5EF4-FFF2-40B4-BE49-F238E27FC236}">
                  <a16:creationId xmlns:a16="http://schemas.microsoft.com/office/drawing/2014/main" id="{CE705564-1B3C-65CD-9771-E6959FD6D9D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3257055"/>
              <a:ext cx="619046" cy="463616"/>
            </a:xfrm>
            <a:prstGeom prst="rect">
              <a:avLst/>
            </a:prstGeom>
          </p:spPr>
        </p:pic>
        <p:pic>
          <p:nvPicPr>
            <p:cNvPr id="117" name="Graphic 116">
              <a:extLst>
                <a:ext uri="{FF2B5EF4-FFF2-40B4-BE49-F238E27FC236}">
                  <a16:creationId xmlns:a16="http://schemas.microsoft.com/office/drawing/2014/main" id="{049ABADD-A927-E425-C356-9D0A91BA460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4190257"/>
              <a:ext cx="619046" cy="463616"/>
            </a:xfrm>
            <a:prstGeom prst="rect">
              <a:avLst/>
            </a:prstGeom>
          </p:spPr>
        </p:pic>
        <p:pic>
          <p:nvPicPr>
            <p:cNvPr id="118" name="Graphic 117">
              <a:extLst>
                <a:ext uri="{FF2B5EF4-FFF2-40B4-BE49-F238E27FC236}">
                  <a16:creationId xmlns:a16="http://schemas.microsoft.com/office/drawing/2014/main" id="{6EC60429-5FA6-C6C9-D9FF-F0F81E1415D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4190257"/>
              <a:ext cx="619046" cy="463616"/>
            </a:xfrm>
            <a:prstGeom prst="rect">
              <a:avLst/>
            </a:prstGeom>
          </p:spPr>
        </p:pic>
        <p:pic>
          <p:nvPicPr>
            <p:cNvPr id="119" name="Graphic 118">
              <a:extLst>
                <a:ext uri="{FF2B5EF4-FFF2-40B4-BE49-F238E27FC236}">
                  <a16:creationId xmlns:a16="http://schemas.microsoft.com/office/drawing/2014/main" id="{72461288-F41C-2B46-82F2-694A487F9D6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4190257"/>
              <a:ext cx="619046" cy="463616"/>
            </a:xfrm>
            <a:prstGeom prst="rect">
              <a:avLst/>
            </a:prstGeom>
          </p:spPr>
        </p:pic>
        <p:pic>
          <p:nvPicPr>
            <p:cNvPr id="120" name="Graphic 119">
              <a:extLst>
                <a:ext uri="{FF2B5EF4-FFF2-40B4-BE49-F238E27FC236}">
                  <a16:creationId xmlns:a16="http://schemas.microsoft.com/office/drawing/2014/main" id="{DF60F389-094A-F8DE-C578-E911731A77F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4190257"/>
              <a:ext cx="619046" cy="463616"/>
            </a:xfrm>
            <a:prstGeom prst="rect">
              <a:avLst/>
            </a:prstGeom>
          </p:spPr>
        </p:pic>
        <p:pic>
          <p:nvPicPr>
            <p:cNvPr id="121" name="Graphic 120">
              <a:extLst>
                <a:ext uri="{FF2B5EF4-FFF2-40B4-BE49-F238E27FC236}">
                  <a16:creationId xmlns:a16="http://schemas.microsoft.com/office/drawing/2014/main" id="{910494AD-8A3E-B733-412B-F0B39774FAD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4190257"/>
              <a:ext cx="619046" cy="463616"/>
            </a:xfrm>
            <a:prstGeom prst="rect">
              <a:avLst/>
            </a:prstGeom>
          </p:spPr>
        </p:pic>
        <p:pic>
          <p:nvPicPr>
            <p:cNvPr id="122" name="Graphic 121">
              <a:extLst>
                <a:ext uri="{FF2B5EF4-FFF2-40B4-BE49-F238E27FC236}">
                  <a16:creationId xmlns:a16="http://schemas.microsoft.com/office/drawing/2014/main" id="{E8F0BFC8-E9B0-0A91-0C67-69DDDDDFF43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4190257"/>
              <a:ext cx="619046" cy="463616"/>
            </a:xfrm>
            <a:prstGeom prst="rect">
              <a:avLst/>
            </a:prstGeom>
          </p:spPr>
        </p:pic>
        <p:pic>
          <p:nvPicPr>
            <p:cNvPr id="123" name="Graphic 122">
              <a:extLst>
                <a:ext uri="{FF2B5EF4-FFF2-40B4-BE49-F238E27FC236}">
                  <a16:creationId xmlns:a16="http://schemas.microsoft.com/office/drawing/2014/main" id="{37C5F60F-3F85-78FB-9E07-293935021BE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4190257"/>
              <a:ext cx="619046" cy="463616"/>
            </a:xfrm>
            <a:prstGeom prst="rect">
              <a:avLst/>
            </a:prstGeom>
          </p:spPr>
        </p:pic>
        <p:pic>
          <p:nvPicPr>
            <p:cNvPr id="124" name="Graphic 123">
              <a:extLst>
                <a:ext uri="{FF2B5EF4-FFF2-40B4-BE49-F238E27FC236}">
                  <a16:creationId xmlns:a16="http://schemas.microsoft.com/office/drawing/2014/main" id="{17A8343C-B6E5-B466-908E-913E7959A8C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4190257"/>
              <a:ext cx="619046" cy="463616"/>
            </a:xfrm>
            <a:prstGeom prst="rect">
              <a:avLst/>
            </a:prstGeom>
          </p:spPr>
        </p:pic>
        <p:pic>
          <p:nvPicPr>
            <p:cNvPr id="125" name="Graphic 124">
              <a:extLst>
                <a:ext uri="{FF2B5EF4-FFF2-40B4-BE49-F238E27FC236}">
                  <a16:creationId xmlns:a16="http://schemas.microsoft.com/office/drawing/2014/main" id="{89A97D9A-333D-9A92-76FE-B77501AE74C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4190257"/>
              <a:ext cx="619046" cy="463616"/>
            </a:xfrm>
            <a:prstGeom prst="rect">
              <a:avLst/>
            </a:prstGeom>
          </p:spPr>
        </p:pic>
        <p:pic>
          <p:nvPicPr>
            <p:cNvPr id="126" name="Graphic 125">
              <a:extLst>
                <a:ext uri="{FF2B5EF4-FFF2-40B4-BE49-F238E27FC236}">
                  <a16:creationId xmlns:a16="http://schemas.microsoft.com/office/drawing/2014/main" id="{D9A75551-0A27-ED1A-7DCA-A6E794B5661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4190257"/>
              <a:ext cx="619046" cy="463616"/>
            </a:xfrm>
            <a:prstGeom prst="rect">
              <a:avLst/>
            </a:prstGeom>
          </p:spPr>
        </p:pic>
        <p:pic>
          <p:nvPicPr>
            <p:cNvPr id="127" name="Graphic 126">
              <a:extLst>
                <a:ext uri="{FF2B5EF4-FFF2-40B4-BE49-F238E27FC236}">
                  <a16:creationId xmlns:a16="http://schemas.microsoft.com/office/drawing/2014/main" id="{14A0FF94-41E6-9CA6-1455-E28D33F7D41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4190257"/>
              <a:ext cx="619046" cy="463616"/>
            </a:xfrm>
            <a:prstGeom prst="rect">
              <a:avLst/>
            </a:prstGeom>
          </p:spPr>
        </p:pic>
        <p:pic>
          <p:nvPicPr>
            <p:cNvPr id="128" name="Graphic 127">
              <a:extLst>
                <a:ext uri="{FF2B5EF4-FFF2-40B4-BE49-F238E27FC236}">
                  <a16:creationId xmlns:a16="http://schemas.microsoft.com/office/drawing/2014/main" id="{743AC535-5203-8235-85B8-8306A4B4CAF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5123459"/>
              <a:ext cx="619046" cy="463616"/>
            </a:xfrm>
            <a:prstGeom prst="rect">
              <a:avLst/>
            </a:prstGeom>
          </p:spPr>
        </p:pic>
        <p:pic>
          <p:nvPicPr>
            <p:cNvPr id="129" name="Graphic 128">
              <a:extLst>
                <a:ext uri="{FF2B5EF4-FFF2-40B4-BE49-F238E27FC236}">
                  <a16:creationId xmlns:a16="http://schemas.microsoft.com/office/drawing/2014/main" id="{4B05DD42-AB14-BE51-1260-F49C5AE94AE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5123459"/>
              <a:ext cx="619046" cy="463616"/>
            </a:xfrm>
            <a:prstGeom prst="rect">
              <a:avLst/>
            </a:prstGeom>
          </p:spPr>
        </p:pic>
        <p:pic>
          <p:nvPicPr>
            <p:cNvPr id="130" name="Graphic 129">
              <a:extLst>
                <a:ext uri="{FF2B5EF4-FFF2-40B4-BE49-F238E27FC236}">
                  <a16:creationId xmlns:a16="http://schemas.microsoft.com/office/drawing/2014/main" id="{0035862F-AFFA-CF29-ECCF-1645BD2E4BA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5123459"/>
              <a:ext cx="619046" cy="463616"/>
            </a:xfrm>
            <a:prstGeom prst="rect">
              <a:avLst/>
            </a:prstGeom>
          </p:spPr>
        </p:pic>
        <p:pic>
          <p:nvPicPr>
            <p:cNvPr id="131" name="Graphic 130">
              <a:extLst>
                <a:ext uri="{FF2B5EF4-FFF2-40B4-BE49-F238E27FC236}">
                  <a16:creationId xmlns:a16="http://schemas.microsoft.com/office/drawing/2014/main" id="{31EA1230-BC1D-059B-EACB-99C612A8EB9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5123459"/>
              <a:ext cx="619046" cy="463616"/>
            </a:xfrm>
            <a:prstGeom prst="rect">
              <a:avLst/>
            </a:prstGeom>
          </p:spPr>
        </p:pic>
        <p:pic>
          <p:nvPicPr>
            <p:cNvPr id="132" name="Graphic 131">
              <a:extLst>
                <a:ext uri="{FF2B5EF4-FFF2-40B4-BE49-F238E27FC236}">
                  <a16:creationId xmlns:a16="http://schemas.microsoft.com/office/drawing/2014/main" id="{3705882A-C604-3ACD-0131-96E475995F4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5123459"/>
              <a:ext cx="619046" cy="463616"/>
            </a:xfrm>
            <a:prstGeom prst="rect">
              <a:avLst/>
            </a:prstGeom>
          </p:spPr>
        </p:pic>
        <p:pic>
          <p:nvPicPr>
            <p:cNvPr id="133" name="Graphic 132">
              <a:extLst>
                <a:ext uri="{FF2B5EF4-FFF2-40B4-BE49-F238E27FC236}">
                  <a16:creationId xmlns:a16="http://schemas.microsoft.com/office/drawing/2014/main" id="{B9CA684A-1820-8C24-BBD7-05580C77271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5123459"/>
              <a:ext cx="619046" cy="463616"/>
            </a:xfrm>
            <a:prstGeom prst="rect">
              <a:avLst/>
            </a:prstGeom>
          </p:spPr>
        </p:pic>
        <p:pic>
          <p:nvPicPr>
            <p:cNvPr id="134" name="Graphic 133">
              <a:extLst>
                <a:ext uri="{FF2B5EF4-FFF2-40B4-BE49-F238E27FC236}">
                  <a16:creationId xmlns:a16="http://schemas.microsoft.com/office/drawing/2014/main" id="{1A1538F9-0A87-9C0B-0D3A-B08A9293AEB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5123459"/>
              <a:ext cx="619046" cy="463616"/>
            </a:xfrm>
            <a:prstGeom prst="rect">
              <a:avLst/>
            </a:prstGeom>
          </p:spPr>
        </p:pic>
        <p:pic>
          <p:nvPicPr>
            <p:cNvPr id="135" name="Graphic 134">
              <a:extLst>
                <a:ext uri="{FF2B5EF4-FFF2-40B4-BE49-F238E27FC236}">
                  <a16:creationId xmlns:a16="http://schemas.microsoft.com/office/drawing/2014/main" id="{C1D3D21B-130A-F24D-9CD2-058246E3F78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5123459"/>
              <a:ext cx="619046" cy="463616"/>
            </a:xfrm>
            <a:prstGeom prst="rect">
              <a:avLst/>
            </a:prstGeom>
          </p:spPr>
        </p:pic>
        <p:pic>
          <p:nvPicPr>
            <p:cNvPr id="136" name="Graphic 135">
              <a:extLst>
                <a:ext uri="{FF2B5EF4-FFF2-40B4-BE49-F238E27FC236}">
                  <a16:creationId xmlns:a16="http://schemas.microsoft.com/office/drawing/2014/main" id="{78DCE6AF-3D86-7D24-BB34-A38CE4E4C4D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5123459"/>
              <a:ext cx="619046" cy="463616"/>
            </a:xfrm>
            <a:prstGeom prst="rect">
              <a:avLst/>
            </a:prstGeom>
          </p:spPr>
        </p:pic>
        <p:pic>
          <p:nvPicPr>
            <p:cNvPr id="137" name="Graphic 136">
              <a:extLst>
                <a:ext uri="{FF2B5EF4-FFF2-40B4-BE49-F238E27FC236}">
                  <a16:creationId xmlns:a16="http://schemas.microsoft.com/office/drawing/2014/main" id="{8991E21F-6B94-7E31-AC15-5F54D763010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5123459"/>
              <a:ext cx="619046" cy="463616"/>
            </a:xfrm>
            <a:prstGeom prst="rect">
              <a:avLst/>
            </a:prstGeom>
          </p:spPr>
        </p:pic>
        <p:pic>
          <p:nvPicPr>
            <p:cNvPr id="138" name="Graphic 137">
              <a:extLst>
                <a:ext uri="{FF2B5EF4-FFF2-40B4-BE49-F238E27FC236}">
                  <a16:creationId xmlns:a16="http://schemas.microsoft.com/office/drawing/2014/main" id="{92735C63-E4D0-5DBE-AA6C-1A42E3A33E4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5123459"/>
              <a:ext cx="619046" cy="463616"/>
            </a:xfrm>
            <a:prstGeom prst="rect">
              <a:avLst/>
            </a:prstGeom>
          </p:spPr>
        </p:pic>
        <p:pic>
          <p:nvPicPr>
            <p:cNvPr id="139" name="Graphic 138">
              <a:extLst>
                <a:ext uri="{FF2B5EF4-FFF2-40B4-BE49-F238E27FC236}">
                  <a16:creationId xmlns:a16="http://schemas.microsoft.com/office/drawing/2014/main" id="{D891E894-520A-5365-3A4E-AB84B5643F5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6056661"/>
              <a:ext cx="619046" cy="463616"/>
            </a:xfrm>
            <a:prstGeom prst="rect">
              <a:avLst/>
            </a:prstGeom>
          </p:spPr>
        </p:pic>
        <p:pic>
          <p:nvPicPr>
            <p:cNvPr id="140" name="Graphic 139">
              <a:extLst>
                <a:ext uri="{FF2B5EF4-FFF2-40B4-BE49-F238E27FC236}">
                  <a16:creationId xmlns:a16="http://schemas.microsoft.com/office/drawing/2014/main" id="{0A4900EF-E9BC-2CBD-3B31-2641A2968A7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6056661"/>
              <a:ext cx="619046" cy="463616"/>
            </a:xfrm>
            <a:prstGeom prst="rect">
              <a:avLst/>
            </a:prstGeom>
          </p:spPr>
        </p:pic>
        <p:pic>
          <p:nvPicPr>
            <p:cNvPr id="141" name="Graphic 140">
              <a:extLst>
                <a:ext uri="{FF2B5EF4-FFF2-40B4-BE49-F238E27FC236}">
                  <a16:creationId xmlns:a16="http://schemas.microsoft.com/office/drawing/2014/main" id="{02467B6B-E65D-A1C3-49DB-3849211558F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6056661"/>
              <a:ext cx="619046" cy="463616"/>
            </a:xfrm>
            <a:prstGeom prst="rect">
              <a:avLst/>
            </a:prstGeom>
          </p:spPr>
        </p:pic>
        <p:pic>
          <p:nvPicPr>
            <p:cNvPr id="142" name="Graphic 141">
              <a:extLst>
                <a:ext uri="{FF2B5EF4-FFF2-40B4-BE49-F238E27FC236}">
                  <a16:creationId xmlns:a16="http://schemas.microsoft.com/office/drawing/2014/main" id="{7FB2DFBC-27C4-A5E4-6369-C522DF240B9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6056661"/>
              <a:ext cx="619046" cy="463616"/>
            </a:xfrm>
            <a:prstGeom prst="rect">
              <a:avLst/>
            </a:prstGeom>
          </p:spPr>
        </p:pic>
        <p:pic>
          <p:nvPicPr>
            <p:cNvPr id="143" name="Graphic 142">
              <a:extLst>
                <a:ext uri="{FF2B5EF4-FFF2-40B4-BE49-F238E27FC236}">
                  <a16:creationId xmlns:a16="http://schemas.microsoft.com/office/drawing/2014/main" id="{072CB05B-94FA-3247-6375-302ECDC57C0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6056661"/>
              <a:ext cx="619046" cy="463616"/>
            </a:xfrm>
            <a:prstGeom prst="rect">
              <a:avLst/>
            </a:prstGeom>
          </p:spPr>
        </p:pic>
        <p:pic>
          <p:nvPicPr>
            <p:cNvPr id="144" name="Graphic 143">
              <a:extLst>
                <a:ext uri="{FF2B5EF4-FFF2-40B4-BE49-F238E27FC236}">
                  <a16:creationId xmlns:a16="http://schemas.microsoft.com/office/drawing/2014/main" id="{9B0DE820-D8CA-6CA3-0711-4A83872595F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6056661"/>
              <a:ext cx="619046" cy="463616"/>
            </a:xfrm>
            <a:prstGeom prst="rect">
              <a:avLst/>
            </a:prstGeom>
          </p:spPr>
        </p:pic>
        <p:pic>
          <p:nvPicPr>
            <p:cNvPr id="145" name="Graphic 144">
              <a:extLst>
                <a:ext uri="{FF2B5EF4-FFF2-40B4-BE49-F238E27FC236}">
                  <a16:creationId xmlns:a16="http://schemas.microsoft.com/office/drawing/2014/main" id="{3FB1C5D2-7B8C-F746-4AE1-F23DFA3B636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6056661"/>
              <a:ext cx="619046" cy="463616"/>
            </a:xfrm>
            <a:prstGeom prst="rect">
              <a:avLst/>
            </a:prstGeom>
          </p:spPr>
        </p:pic>
        <p:pic>
          <p:nvPicPr>
            <p:cNvPr id="146" name="Graphic 145">
              <a:extLst>
                <a:ext uri="{FF2B5EF4-FFF2-40B4-BE49-F238E27FC236}">
                  <a16:creationId xmlns:a16="http://schemas.microsoft.com/office/drawing/2014/main" id="{C69F3F3D-6D5E-841A-7BE9-35E41C21011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6056661"/>
              <a:ext cx="619046" cy="463616"/>
            </a:xfrm>
            <a:prstGeom prst="rect">
              <a:avLst/>
            </a:prstGeom>
          </p:spPr>
        </p:pic>
        <p:pic>
          <p:nvPicPr>
            <p:cNvPr id="147" name="Graphic 146">
              <a:extLst>
                <a:ext uri="{FF2B5EF4-FFF2-40B4-BE49-F238E27FC236}">
                  <a16:creationId xmlns:a16="http://schemas.microsoft.com/office/drawing/2014/main" id="{FC47FE46-F3BF-CA39-AC64-6D342D23A88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6056661"/>
              <a:ext cx="619046" cy="463616"/>
            </a:xfrm>
            <a:prstGeom prst="rect">
              <a:avLst/>
            </a:prstGeom>
          </p:spPr>
        </p:pic>
        <p:pic>
          <p:nvPicPr>
            <p:cNvPr id="148" name="Graphic 147">
              <a:extLst>
                <a:ext uri="{FF2B5EF4-FFF2-40B4-BE49-F238E27FC236}">
                  <a16:creationId xmlns:a16="http://schemas.microsoft.com/office/drawing/2014/main" id="{D6D77EA1-FE5B-84E8-4BB6-1A658F47B22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6056661"/>
              <a:ext cx="619046" cy="463616"/>
            </a:xfrm>
            <a:prstGeom prst="rect">
              <a:avLst/>
            </a:prstGeom>
          </p:spPr>
        </p:pic>
        <p:pic>
          <p:nvPicPr>
            <p:cNvPr id="149" name="Graphic 148">
              <a:extLst>
                <a:ext uri="{FF2B5EF4-FFF2-40B4-BE49-F238E27FC236}">
                  <a16:creationId xmlns:a16="http://schemas.microsoft.com/office/drawing/2014/main" id="{DDCC8DAC-3003-ECC9-AD0B-A03602186A3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6056661"/>
              <a:ext cx="619046" cy="463616"/>
            </a:xfrm>
            <a:prstGeom prst="rect">
              <a:avLst/>
            </a:prstGeom>
          </p:spPr>
        </p:pic>
        <p:pic>
          <p:nvPicPr>
            <p:cNvPr id="150" name="Graphic 149">
              <a:extLst>
                <a:ext uri="{FF2B5EF4-FFF2-40B4-BE49-F238E27FC236}">
                  <a16:creationId xmlns:a16="http://schemas.microsoft.com/office/drawing/2014/main" id="{FFF38E46-D136-6B22-7FD4-DD7789D1E29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391518"/>
              <a:ext cx="619046" cy="463616"/>
            </a:xfrm>
            <a:prstGeom prst="rect">
              <a:avLst/>
            </a:prstGeom>
          </p:spPr>
        </p:pic>
        <p:pic>
          <p:nvPicPr>
            <p:cNvPr id="151" name="Graphic 150">
              <a:extLst>
                <a:ext uri="{FF2B5EF4-FFF2-40B4-BE49-F238E27FC236}">
                  <a16:creationId xmlns:a16="http://schemas.microsoft.com/office/drawing/2014/main" id="{E3092072-92F1-6918-CCC1-CAFE9C6D407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391518"/>
              <a:ext cx="619046" cy="463616"/>
            </a:xfrm>
            <a:prstGeom prst="rect">
              <a:avLst/>
            </a:prstGeom>
          </p:spPr>
        </p:pic>
        <p:pic>
          <p:nvPicPr>
            <p:cNvPr id="152" name="Graphic 151">
              <a:extLst>
                <a:ext uri="{FF2B5EF4-FFF2-40B4-BE49-F238E27FC236}">
                  <a16:creationId xmlns:a16="http://schemas.microsoft.com/office/drawing/2014/main" id="{D38463C5-262D-7A1B-9408-1D7DFB0B685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391518"/>
              <a:ext cx="619046" cy="463616"/>
            </a:xfrm>
            <a:prstGeom prst="rect">
              <a:avLst/>
            </a:prstGeom>
          </p:spPr>
        </p:pic>
        <p:pic>
          <p:nvPicPr>
            <p:cNvPr id="153" name="Graphic 152">
              <a:extLst>
                <a:ext uri="{FF2B5EF4-FFF2-40B4-BE49-F238E27FC236}">
                  <a16:creationId xmlns:a16="http://schemas.microsoft.com/office/drawing/2014/main" id="{DAD450E2-E776-3E17-811E-3D2967F91B0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391518"/>
              <a:ext cx="619046" cy="463616"/>
            </a:xfrm>
            <a:prstGeom prst="rect">
              <a:avLst/>
            </a:prstGeom>
          </p:spPr>
        </p:pic>
        <p:pic>
          <p:nvPicPr>
            <p:cNvPr id="154" name="Graphic 153">
              <a:extLst>
                <a:ext uri="{FF2B5EF4-FFF2-40B4-BE49-F238E27FC236}">
                  <a16:creationId xmlns:a16="http://schemas.microsoft.com/office/drawing/2014/main" id="{794DF72A-0F95-3802-BFE3-10099E66BC4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391518"/>
              <a:ext cx="619046" cy="463616"/>
            </a:xfrm>
            <a:prstGeom prst="rect">
              <a:avLst/>
            </a:prstGeom>
          </p:spPr>
        </p:pic>
        <p:pic>
          <p:nvPicPr>
            <p:cNvPr id="155" name="Graphic 154">
              <a:extLst>
                <a:ext uri="{FF2B5EF4-FFF2-40B4-BE49-F238E27FC236}">
                  <a16:creationId xmlns:a16="http://schemas.microsoft.com/office/drawing/2014/main" id="{39B024F7-846C-370A-93E0-B63713A1A1E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391518"/>
              <a:ext cx="619046" cy="463616"/>
            </a:xfrm>
            <a:prstGeom prst="rect">
              <a:avLst/>
            </a:prstGeom>
          </p:spPr>
        </p:pic>
        <p:pic>
          <p:nvPicPr>
            <p:cNvPr id="156" name="Graphic 155">
              <a:extLst>
                <a:ext uri="{FF2B5EF4-FFF2-40B4-BE49-F238E27FC236}">
                  <a16:creationId xmlns:a16="http://schemas.microsoft.com/office/drawing/2014/main" id="{8C7CF916-90C8-6C77-0EA9-A7A80E0B605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391518"/>
              <a:ext cx="619046" cy="463616"/>
            </a:xfrm>
            <a:prstGeom prst="rect">
              <a:avLst/>
            </a:prstGeom>
          </p:spPr>
        </p:pic>
        <p:pic>
          <p:nvPicPr>
            <p:cNvPr id="157" name="Graphic 156">
              <a:extLst>
                <a:ext uri="{FF2B5EF4-FFF2-40B4-BE49-F238E27FC236}">
                  <a16:creationId xmlns:a16="http://schemas.microsoft.com/office/drawing/2014/main" id="{57E74DD3-4932-CCFA-0749-361C034181D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391518"/>
              <a:ext cx="619046" cy="463616"/>
            </a:xfrm>
            <a:prstGeom prst="rect">
              <a:avLst/>
            </a:prstGeom>
          </p:spPr>
        </p:pic>
        <p:pic>
          <p:nvPicPr>
            <p:cNvPr id="158" name="Graphic 157">
              <a:extLst>
                <a:ext uri="{FF2B5EF4-FFF2-40B4-BE49-F238E27FC236}">
                  <a16:creationId xmlns:a16="http://schemas.microsoft.com/office/drawing/2014/main" id="{BBF0F82D-365C-B04B-41D6-DD761919CF0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391518"/>
              <a:ext cx="619046" cy="463616"/>
            </a:xfrm>
            <a:prstGeom prst="rect">
              <a:avLst/>
            </a:prstGeom>
          </p:spPr>
        </p:pic>
        <p:pic>
          <p:nvPicPr>
            <p:cNvPr id="159" name="Graphic 158">
              <a:extLst>
                <a:ext uri="{FF2B5EF4-FFF2-40B4-BE49-F238E27FC236}">
                  <a16:creationId xmlns:a16="http://schemas.microsoft.com/office/drawing/2014/main" id="{83E9EF0C-6902-5BE1-A768-0ADB8EBE41F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391518"/>
              <a:ext cx="619046" cy="463616"/>
            </a:xfrm>
            <a:prstGeom prst="rect">
              <a:avLst/>
            </a:prstGeom>
          </p:spPr>
        </p:pic>
        <p:pic>
          <p:nvPicPr>
            <p:cNvPr id="160" name="Graphic 159">
              <a:extLst>
                <a:ext uri="{FF2B5EF4-FFF2-40B4-BE49-F238E27FC236}">
                  <a16:creationId xmlns:a16="http://schemas.microsoft.com/office/drawing/2014/main" id="{DF6730F7-A303-4273-72F2-69923DB7D9F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391518"/>
              <a:ext cx="619046" cy="463616"/>
            </a:xfrm>
            <a:prstGeom prst="rect">
              <a:avLst/>
            </a:prstGeom>
          </p:spPr>
        </p:pic>
      </p:grpSp>
      <p:sp>
        <p:nvSpPr>
          <p:cNvPr id="5" name="Rectangle 4">
            <a:extLst>
              <a:ext uri="{FF2B5EF4-FFF2-40B4-BE49-F238E27FC236}">
                <a16:creationId xmlns:a16="http://schemas.microsoft.com/office/drawing/2014/main" id="{1C88EFBE-F14F-BBC4-84BD-5ABA46E9C399}"/>
              </a:ext>
            </a:extLst>
          </p:cNvPr>
          <p:cNvSpPr/>
          <p:nvPr/>
        </p:nvSpPr>
        <p:spPr bwMode="auto">
          <a:xfrm>
            <a:off x="6442077" y="0"/>
            <a:ext cx="5749923"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1500" y="457200"/>
            <a:ext cx="11052046" cy="492443"/>
          </a:xfrm>
        </p:spPr>
        <p:txBody>
          <a:bodyPr/>
          <a:lstStyle>
            <a:lvl1pPr>
              <a:defRPr sz="3200">
                <a:solidFill>
                  <a:schemeClr val="bg1"/>
                </a:solidFill>
              </a:defRPr>
            </a:lvl1p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71500" y="292100"/>
            <a:ext cx="11052046" cy="153888"/>
          </a:xfrm>
        </p:spPr>
        <p:txBody>
          <a:bodyPr/>
          <a:lstStyle>
            <a:lvl1pPr marL="0" indent="0">
              <a:buNone/>
              <a:defRPr sz="1000" cap="all" baseline="0">
                <a:solidFill>
                  <a:schemeClr val="bg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pic>
        <p:nvPicPr>
          <p:cNvPr id="161" name="Graphic 160">
            <a:extLst>
              <a:ext uri="{FF2B5EF4-FFF2-40B4-BE49-F238E27FC236}">
                <a16:creationId xmlns:a16="http://schemas.microsoft.com/office/drawing/2014/main" id="{4033CE84-4EE5-2362-0B9A-F8C324F9061E}"/>
              </a:ext>
            </a:extLst>
          </p:cNvPr>
          <p:cNvPicPr>
            <a:picLocks noChangeAspect="1"/>
          </p:cNvPicPr>
          <p:nvPr/>
        </p:nvPicPr>
        <p:blipFill>
          <a:blip>
            <a:lum bright="100000"/>
            <a:extLst>
              <a:ext uri="{96DAC541-7B7A-43D3-8B79-37D633B846F1}">
                <asvg:svgBlip xmlns:asvg="http://schemas.microsoft.com/office/drawing/2016/SVG/main" r:embed="rId3"/>
              </a:ext>
            </a:extLst>
          </a:blip>
          <a:stretch>
            <a:fillRect/>
          </a:stretch>
        </p:blipFill>
        <p:spPr>
          <a:xfrm>
            <a:off x="571501" y="6274974"/>
            <a:ext cx="618133" cy="411576"/>
          </a:xfrm>
          <a:prstGeom prst="rect">
            <a:avLst/>
          </a:prstGeom>
        </p:spPr>
      </p:pic>
      <p:sp>
        <p:nvSpPr>
          <p:cNvPr id="4" name="Rectangle: Rounded Corners 3">
            <a:extLst>
              <a:ext uri="{FF2B5EF4-FFF2-40B4-BE49-F238E27FC236}">
                <a16:creationId xmlns:a16="http://schemas.microsoft.com/office/drawing/2014/main" id="{E33FFFFE-CB15-2E58-0D8C-7415D90BD7F3}"/>
              </a:ext>
              <a:ext uri="{C183D7F6-B498-43B3-948B-1728B52AA6E4}">
                <adec:decorative xmlns:adec="http://schemas.microsoft.com/office/drawing/2017/decorative" val="1"/>
              </a:ext>
            </a:extLst>
          </p:cNvPr>
          <p:cNvSpPr>
            <a:spLocks/>
          </p:cNvSpPr>
          <p:nvPr/>
        </p:nvSpPr>
        <p:spPr bwMode="auto">
          <a:xfrm>
            <a:off x="571500" y="1436688"/>
            <a:ext cx="5380038" cy="4616648"/>
          </a:xfrm>
          <a:prstGeom prst="roundRect">
            <a:avLst>
              <a:gd name="adj" fmla="val 3939"/>
            </a:avLst>
          </a:prstGeom>
          <a:solidFill>
            <a:srgbClr val="112633"/>
          </a:solidFill>
          <a:ln w="12700" cap="flat" cmpd="sng" algn="ctr">
            <a:gradFill flip="none" rotWithShape="1">
              <a:gsLst>
                <a:gs pos="0">
                  <a:srgbClr val="0078D4"/>
                </a:gs>
                <a:gs pos="100000">
                  <a:srgbClr val="C03BC4"/>
                </a:gs>
              </a:gsLst>
              <a:lin ang="2700000" scaled="1"/>
              <a:tileRect/>
            </a:gra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274320" tIns="548640" rIns="274320" bIns="0" numCol="1" spcCol="0" rtlCol="0" fromWordArt="0" anchor="ctr" anchorCtr="0" forceAA="0" compatLnSpc="1">
            <a:prstTxWarp prst="textNoShape">
              <a:avLst/>
            </a:prstTxWarp>
            <a:noAutofit/>
          </a:bodyPr>
          <a:lstStyle/>
          <a:p>
            <a:pPr lvl="0" algn="ctr"/>
            <a:endParaRPr lang="en-US" sz="3200">
              <a:solidFill>
                <a:schemeClr val="bg1"/>
              </a:solidFill>
              <a:latin typeface="+mj-lt"/>
              <a:cs typeface="Segoe Sans Display Semilight" pitchFamily="2" charset="0"/>
            </a:endParaRPr>
          </a:p>
        </p:txBody>
      </p:sp>
      <p:sp>
        <p:nvSpPr>
          <p:cNvPr id="6" name="Text Placeholder 5">
            <a:extLst>
              <a:ext uri="{FF2B5EF4-FFF2-40B4-BE49-F238E27FC236}">
                <a16:creationId xmlns:a16="http://schemas.microsoft.com/office/drawing/2014/main" id="{3C8A785B-60D8-9B64-80BB-476CDAAD308B}"/>
              </a:ext>
            </a:extLst>
          </p:cNvPr>
          <p:cNvSpPr>
            <a:spLocks noGrp="1"/>
          </p:cNvSpPr>
          <p:nvPr>
            <p:ph type="body" sz="quarter" idx="13"/>
          </p:nvPr>
        </p:nvSpPr>
        <p:spPr>
          <a:xfrm>
            <a:off x="779463" y="1577528"/>
            <a:ext cx="4964113" cy="4319616"/>
          </a:xfrm>
        </p:spPr>
        <p:txBody>
          <a:bodyPr>
            <a:noAutofit/>
          </a:bodyPr>
          <a:lstStyle>
            <a:lvl1pPr marL="0" indent="0">
              <a:buNone/>
              <a:defRPr lang="en-US" sz="1800" kern="1200" dirty="0" smtClean="0">
                <a:solidFill>
                  <a:schemeClr val="bg1"/>
                </a:solidFill>
                <a:latin typeface="+mn-lt"/>
                <a:ea typeface="+mn-ea"/>
                <a:cs typeface="+mn-cs"/>
              </a:defRPr>
            </a:lvl1pPr>
            <a:lvl2pPr>
              <a:buNone/>
              <a:defRPr lang="en-US" sz="1800" kern="1200" dirty="0" smtClean="0">
                <a:solidFill>
                  <a:schemeClr val="tx1"/>
                </a:solidFill>
                <a:latin typeface="+mn-lt"/>
                <a:ea typeface="+mn-ea"/>
                <a:cs typeface="+mn-cs"/>
              </a:defRPr>
            </a:lvl2pPr>
            <a:lvl3pPr>
              <a:buNone/>
              <a:defRPr lang="en-US" sz="1800" kern="1200" dirty="0" smtClean="0">
                <a:solidFill>
                  <a:schemeClr val="tx1"/>
                </a:solidFill>
                <a:latin typeface="+mn-lt"/>
                <a:ea typeface="+mn-ea"/>
                <a:cs typeface="+mn-cs"/>
              </a:defRPr>
            </a:lvl3pPr>
            <a:lvl4pPr>
              <a:buNone/>
              <a:defRPr lang="en-US" sz="1800" kern="1200" dirty="0" smtClean="0">
                <a:solidFill>
                  <a:schemeClr val="tx1"/>
                </a:solidFill>
                <a:latin typeface="+mn-lt"/>
                <a:ea typeface="+mn-ea"/>
                <a:cs typeface="+mn-cs"/>
              </a:defRPr>
            </a:lvl4pPr>
            <a:lvl5pPr>
              <a:buNone/>
              <a:defRPr lang="en-IN" sz="1800" kern="1200" dirty="0">
                <a:solidFill>
                  <a:schemeClr val="tx1"/>
                </a:solidFill>
                <a:latin typeface="+mn-lt"/>
                <a:ea typeface="+mn-ea"/>
                <a:cs typeface="+mn-cs"/>
              </a:defRPr>
            </a:lvl5pPr>
          </a:lstStyle>
          <a:p>
            <a:pPr lvl="0"/>
            <a:r>
              <a:rPr lang="en-US"/>
              <a:t>Click to edit Master text styles</a:t>
            </a:r>
          </a:p>
        </p:txBody>
      </p:sp>
      <p:sp>
        <p:nvSpPr>
          <p:cNvPr id="7" name="Text Placeholder 4">
            <a:extLst>
              <a:ext uri="{FF2B5EF4-FFF2-40B4-BE49-F238E27FC236}">
                <a16:creationId xmlns:a16="http://schemas.microsoft.com/office/drawing/2014/main" id="{0106954A-17D5-96FD-C057-94F0E78AA6E1}"/>
              </a:ext>
            </a:extLst>
          </p:cNvPr>
          <p:cNvSpPr>
            <a:spLocks noGrp="1"/>
          </p:cNvSpPr>
          <p:nvPr>
            <p:ph type="body" sz="quarter" idx="12" hasCustomPrompt="1"/>
          </p:nvPr>
        </p:nvSpPr>
        <p:spPr>
          <a:xfrm>
            <a:off x="1939924" y="6400799"/>
            <a:ext cx="9680575" cy="153888"/>
          </a:xfrm>
        </p:spPr>
        <p:txBody>
          <a:bodyPr/>
          <a:lstStyle>
            <a:lvl1pPr marL="0" indent="0">
              <a:buNone/>
              <a:defRPr sz="1000" cap="none" baseline="0">
                <a:solidFill>
                  <a:schemeClr val="bg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Footer</a:t>
            </a:r>
          </a:p>
        </p:txBody>
      </p:sp>
    </p:spTree>
    <p:extLst>
      <p:ext uri="{BB962C8B-B14F-4D97-AF65-F5344CB8AC3E}">
        <p14:creationId xmlns:p14="http://schemas.microsoft.com/office/powerpoint/2010/main" val="364450930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Whit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CCA87CE8-0B7A-14EC-1708-06F65742B742}"/>
              </a:ext>
            </a:extLst>
          </p:cNvPr>
          <p:cNvPicPr>
            <a:picLocks noChangeAspect="1"/>
          </p:cNvPicPr>
          <p:nvPr/>
        </p:nvPicPr>
        <p:blipFill>
          <a:blip>
            <a:extLst>
              <a:ext uri="{96DAC541-7B7A-43D3-8B79-37D633B846F1}">
                <asvg:svgBlip xmlns:asvg="http://schemas.microsoft.com/office/drawing/2016/SVG/main" r:embed="rId2"/>
              </a:ext>
            </a:extLst>
          </a:blip>
          <a:srcRect b="45793"/>
          <a:stretch>
            <a:fillRect/>
          </a:stretch>
        </p:blipFill>
        <p:spPr>
          <a:xfrm>
            <a:off x="571501" y="6400799"/>
            <a:ext cx="618133" cy="223103"/>
          </a:xfrm>
          <a:prstGeom prst="rect">
            <a:avLst/>
          </a:prstGeom>
        </p:spPr>
      </p:pic>
      <p:grpSp>
        <p:nvGrpSpPr>
          <p:cNvPr id="86" name="Group 85">
            <a:extLst>
              <a:ext uri="{FF2B5EF4-FFF2-40B4-BE49-F238E27FC236}">
                <a16:creationId xmlns:a16="http://schemas.microsoft.com/office/drawing/2014/main" id="{88D97DC7-3D35-CBC0-F8A9-9FD0C55813E8}"/>
              </a:ext>
            </a:extLst>
          </p:cNvPr>
          <p:cNvGrpSpPr/>
          <p:nvPr/>
        </p:nvGrpSpPr>
        <p:grpSpPr>
          <a:xfrm>
            <a:off x="1806546" y="1674270"/>
            <a:ext cx="2333638" cy="3471028"/>
            <a:chOff x="2963160" y="1639137"/>
            <a:chExt cx="1611866" cy="2397473"/>
          </a:xfrm>
          <a:gradFill>
            <a:gsLst>
              <a:gs pos="30000">
                <a:srgbClr val="079FE7"/>
              </a:gs>
              <a:gs pos="70100">
                <a:schemeClr val="accent4"/>
              </a:gs>
              <a:gs pos="0">
                <a:srgbClr val="4ACD87"/>
              </a:gs>
              <a:gs pos="50000">
                <a:schemeClr val="accent1"/>
              </a:gs>
              <a:gs pos="100000">
                <a:srgbClr val="E85CB8"/>
              </a:gs>
            </a:gsLst>
            <a:lin ang="18900000" scaled="1"/>
          </a:gradFill>
        </p:grpSpPr>
        <p:sp>
          <p:nvSpPr>
            <p:cNvPr id="87" name="Rectangle: Rounded Corners 86">
              <a:extLst>
                <a:ext uri="{FF2B5EF4-FFF2-40B4-BE49-F238E27FC236}">
                  <a16:creationId xmlns:a16="http://schemas.microsoft.com/office/drawing/2014/main" id="{0EC1A2DE-D8CA-8278-BF89-A985F5CB7D87}"/>
                </a:ext>
              </a:extLst>
            </p:cNvPr>
            <p:cNvSpPr/>
            <p:nvPr/>
          </p:nvSpPr>
          <p:spPr>
            <a:xfrm rot="18998661">
              <a:off x="2963160" y="1639137"/>
              <a:ext cx="914400" cy="914400"/>
            </a:xfrm>
            <a:prstGeom prst="roundRect">
              <a:avLst>
                <a:gd name="adj" fmla="val 13195"/>
              </a:avLst>
            </a:prstGeom>
            <a:grpFill/>
            <a:ln w="635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a:solidFill>
                  <a:schemeClr val="tx1"/>
                </a:solidFill>
              </a:endParaRPr>
            </a:p>
          </p:txBody>
        </p:sp>
        <p:sp>
          <p:nvSpPr>
            <p:cNvPr id="88" name="Rectangle: Rounded Corners 87">
              <a:extLst>
                <a:ext uri="{FF2B5EF4-FFF2-40B4-BE49-F238E27FC236}">
                  <a16:creationId xmlns:a16="http://schemas.microsoft.com/office/drawing/2014/main" id="{7E7E49DE-D50F-8A40-7991-2C4C3756DE54}"/>
                </a:ext>
              </a:extLst>
            </p:cNvPr>
            <p:cNvSpPr/>
            <p:nvPr/>
          </p:nvSpPr>
          <p:spPr>
            <a:xfrm rot="18998661">
              <a:off x="3660626" y="2380674"/>
              <a:ext cx="914400" cy="914400"/>
            </a:xfrm>
            <a:prstGeom prst="roundRect">
              <a:avLst>
                <a:gd name="adj" fmla="val 13195"/>
              </a:avLst>
            </a:prstGeom>
            <a:grpFill/>
            <a:ln w="635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a:solidFill>
                  <a:schemeClr val="tx1"/>
                </a:solidFill>
              </a:endParaRPr>
            </a:p>
          </p:txBody>
        </p:sp>
        <p:sp>
          <p:nvSpPr>
            <p:cNvPr id="89" name="Rectangle: Rounded Corners 88">
              <a:extLst>
                <a:ext uri="{FF2B5EF4-FFF2-40B4-BE49-F238E27FC236}">
                  <a16:creationId xmlns:a16="http://schemas.microsoft.com/office/drawing/2014/main" id="{50F9AE6A-687B-E59F-2A9C-85AA79FDD0D6}"/>
                </a:ext>
              </a:extLst>
            </p:cNvPr>
            <p:cNvSpPr/>
            <p:nvPr/>
          </p:nvSpPr>
          <p:spPr>
            <a:xfrm rot="18998661">
              <a:off x="2963160" y="3122210"/>
              <a:ext cx="914400" cy="914400"/>
            </a:xfrm>
            <a:prstGeom prst="roundRect">
              <a:avLst>
                <a:gd name="adj" fmla="val 13195"/>
              </a:avLst>
            </a:prstGeom>
            <a:grpFill/>
            <a:ln w="635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a:solidFill>
                  <a:schemeClr val="tx1"/>
                </a:solidFill>
              </a:endParaRPr>
            </a:p>
          </p:txBody>
        </p:sp>
      </p:grpSp>
      <p:sp>
        <p:nvSpPr>
          <p:cNvPr id="21" name="Rectangle: Top Corners Rounded 20">
            <a:extLst>
              <a:ext uri="{FF2B5EF4-FFF2-40B4-BE49-F238E27FC236}">
                <a16:creationId xmlns:a16="http://schemas.microsoft.com/office/drawing/2014/main" id="{F786D5F8-2FD0-5A74-3706-DC080CDC5339}"/>
              </a:ext>
            </a:extLst>
          </p:cNvPr>
          <p:cNvSpPr/>
          <p:nvPr/>
        </p:nvSpPr>
        <p:spPr>
          <a:xfrm rot="5400000">
            <a:off x="795325" y="1766903"/>
            <a:ext cx="1676424" cy="3267074"/>
          </a:xfrm>
          <a:prstGeom prst="round2SameRect">
            <a:avLst>
              <a:gd name="adj1" fmla="val 14502"/>
              <a:gd name="adj2" fmla="val 0"/>
            </a:avLst>
          </a:prstGeom>
          <a:gradFill flip="none" rotWithShape="1">
            <a:gsLst>
              <a:gs pos="53000">
                <a:schemeClr val="bg1"/>
              </a:gs>
              <a:gs pos="100000">
                <a:schemeClr val="bg1">
                  <a:alpha val="0"/>
                </a:schemeClr>
              </a:gs>
            </a:gsLst>
            <a:lin ang="5400000" scaled="1"/>
            <a:tileRect/>
          </a:gradFill>
          <a:ln>
            <a:noFill/>
            <a:headEnd type="none" w="med" len="med"/>
            <a:tailEnd type="none" w="med" len="med"/>
          </a:ln>
          <a:effectLst>
            <a:outerShdw blurRad="165100" algn="ctr" rotWithShape="0">
              <a:schemeClr val="bg1">
                <a:lumMod val="50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a:cs typeface="Segoe UI" pitchFamily="34" charset="0"/>
            </a:endParaRPr>
          </a:p>
        </p:txBody>
      </p:sp>
      <p:sp>
        <p:nvSpPr>
          <p:cNvPr id="4" name="Rectangle: Rounded Corners 3">
            <a:extLst>
              <a:ext uri="{FF2B5EF4-FFF2-40B4-BE49-F238E27FC236}">
                <a16:creationId xmlns:a16="http://schemas.microsoft.com/office/drawing/2014/main" id="{E908F9E1-79EC-5622-DA4E-4428358AAE7C}"/>
              </a:ext>
            </a:extLst>
          </p:cNvPr>
          <p:cNvSpPr/>
          <p:nvPr/>
        </p:nvSpPr>
        <p:spPr bwMode="auto">
          <a:xfrm>
            <a:off x="4632150" y="573968"/>
            <a:ext cx="6988350" cy="5561719"/>
          </a:xfrm>
          <a:prstGeom prst="roundRect">
            <a:avLst>
              <a:gd name="adj" fmla="val 3434"/>
            </a:avLst>
          </a:prstGeom>
          <a:solidFill>
            <a:srgbClr val="FFFFFF"/>
          </a:solidFill>
          <a:ln w="12700" cap="flat" cmpd="sng" algn="ctr">
            <a:gradFill flip="none" rotWithShape="1">
              <a:gsLst>
                <a:gs pos="0">
                  <a:srgbClr val="0078D4"/>
                </a:gs>
                <a:gs pos="100000">
                  <a:srgbClr val="C03BC4"/>
                </a:gs>
              </a:gsLst>
              <a:lin ang="2700000" scaled="1"/>
              <a:tileRect/>
            </a:gra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274320" tIns="548640" rIns="274320" bIns="0" numCol="1" spcCol="0" rtlCol="0" fromWordArt="0" anchor="ctr" anchorCtr="0" forceAA="0" compatLnSpc="1">
            <a:prstTxWarp prst="textNoShape">
              <a:avLst/>
            </a:prstTxWarp>
            <a:noAutofit/>
          </a:bodyPr>
          <a:lstStyle/>
          <a:p>
            <a:endParaRPr lang="en-US" sz="1400">
              <a:latin typeface="Segoe Sans Display Semilight" pitchFamily="2" charset="0"/>
              <a:cs typeface="Segoe Sans Display Semilight" pitchFamily="2" charset="0"/>
            </a:endParaRPr>
          </a:p>
        </p:txBody>
      </p:sp>
      <p:sp>
        <p:nvSpPr>
          <p:cNvPr id="62" name="Oval 61">
            <a:extLst>
              <a:ext uri="{FF2B5EF4-FFF2-40B4-BE49-F238E27FC236}">
                <a16:creationId xmlns:a16="http://schemas.microsoft.com/office/drawing/2014/main" id="{3197AD43-BC48-6736-0FD2-62B49525C163}"/>
              </a:ext>
            </a:extLst>
          </p:cNvPr>
          <p:cNvSpPr>
            <a:spLocks/>
          </p:cNvSpPr>
          <p:nvPr/>
        </p:nvSpPr>
        <p:spPr bwMode="auto">
          <a:xfrm>
            <a:off x="4852729" y="760381"/>
            <a:ext cx="620971" cy="620971"/>
          </a:xfrm>
          <a:prstGeom prst="ellipse">
            <a:avLst/>
          </a:prstGeom>
          <a:solidFill>
            <a:srgbClr val="FFFFFF"/>
          </a:solidFill>
          <a:ln w="15875" cap="flat" cmpd="sng" algn="ctr">
            <a:noFill/>
            <a:prstDash val="solid"/>
          </a:ln>
          <a:effectLst>
            <a:outerShdw blurRad="114300" dist="762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2400">
              <a:solidFill>
                <a:schemeClr val="accent1"/>
              </a:solidFill>
              <a:latin typeface="+mj-lt"/>
              <a:cs typeface="Segoe Sans Display Semilight" pitchFamily="2" charset="0"/>
            </a:endParaRPr>
          </a:p>
        </p:txBody>
      </p:sp>
      <p:sp>
        <p:nvSpPr>
          <p:cNvPr id="80" name="Oval 79">
            <a:extLst>
              <a:ext uri="{FF2B5EF4-FFF2-40B4-BE49-F238E27FC236}">
                <a16:creationId xmlns:a16="http://schemas.microsoft.com/office/drawing/2014/main" id="{C264DA19-BFC9-E3F7-ABA6-DE0BB2C4D445}"/>
              </a:ext>
            </a:extLst>
          </p:cNvPr>
          <p:cNvSpPr/>
          <p:nvPr/>
        </p:nvSpPr>
        <p:spPr bwMode="auto">
          <a:xfrm>
            <a:off x="4852729" y="1667544"/>
            <a:ext cx="620971" cy="620971"/>
          </a:xfrm>
          <a:prstGeom prst="ellipse">
            <a:avLst/>
          </a:prstGeom>
          <a:solidFill>
            <a:srgbClr val="FFFFFF"/>
          </a:solidFill>
          <a:ln w="15875" cap="flat" cmpd="sng" algn="ctr">
            <a:noFill/>
            <a:prstDash val="solid"/>
          </a:ln>
          <a:effectLst>
            <a:outerShdw blurRad="114300" dist="762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2400">
              <a:solidFill>
                <a:schemeClr val="accent1"/>
              </a:solidFill>
              <a:latin typeface="+mj-lt"/>
              <a:cs typeface="Segoe Sans Display Semilight" pitchFamily="2" charset="0"/>
            </a:endParaRPr>
          </a:p>
        </p:txBody>
      </p:sp>
      <p:sp>
        <p:nvSpPr>
          <p:cNvPr id="81" name="Oval 80">
            <a:extLst>
              <a:ext uri="{FF2B5EF4-FFF2-40B4-BE49-F238E27FC236}">
                <a16:creationId xmlns:a16="http://schemas.microsoft.com/office/drawing/2014/main" id="{94064679-11E1-1ED6-A6FF-EB32D2544B51}"/>
              </a:ext>
            </a:extLst>
          </p:cNvPr>
          <p:cNvSpPr/>
          <p:nvPr/>
        </p:nvSpPr>
        <p:spPr bwMode="auto">
          <a:xfrm>
            <a:off x="4852729" y="2574707"/>
            <a:ext cx="620971" cy="620971"/>
          </a:xfrm>
          <a:prstGeom prst="ellipse">
            <a:avLst/>
          </a:prstGeom>
          <a:solidFill>
            <a:srgbClr val="FFFFFF"/>
          </a:solidFill>
          <a:ln w="15875" cap="flat" cmpd="sng" algn="ctr">
            <a:noFill/>
            <a:prstDash val="solid"/>
          </a:ln>
          <a:effectLst>
            <a:outerShdw blurRad="114300" dist="762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2400">
              <a:solidFill>
                <a:schemeClr val="accent1"/>
              </a:solidFill>
              <a:latin typeface="+mj-lt"/>
              <a:cs typeface="Segoe Sans Display Semilight" pitchFamily="2" charset="0"/>
            </a:endParaRPr>
          </a:p>
        </p:txBody>
      </p:sp>
      <p:sp>
        <p:nvSpPr>
          <p:cNvPr id="82" name="Oval 81">
            <a:extLst>
              <a:ext uri="{FF2B5EF4-FFF2-40B4-BE49-F238E27FC236}">
                <a16:creationId xmlns:a16="http://schemas.microsoft.com/office/drawing/2014/main" id="{354669C5-374D-DE99-CEF1-6A9EB99D212E}"/>
              </a:ext>
            </a:extLst>
          </p:cNvPr>
          <p:cNvSpPr/>
          <p:nvPr/>
        </p:nvSpPr>
        <p:spPr bwMode="auto">
          <a:xfrm>
            <a:off x="4852729" y="3481870"/>
            <a:ext cx="620971" cy="620971"/>
          </a:xfrm>
          <a:prstGeom prst="ellipse">
            <a:avLst/>
          </a:prstGeom>
          <a:solidFill>
            <a:srgbClr val="FFFFFF"/>
          </a:solidFill>
          <a:ln w="15875" cap="flat" cmpd="sng" algn="ctr">
            <a:noFill/>
            <a:prstDash val="solid"/>
          </a:ln>
          <a:effectLst>
            <a:outerShdw blurRad="114300" dist="762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2400">
              <a:solidFill>
                <a:schemeClr val="accent1"/>
              </a:solidFill>
              <a:latin typeface="+mj-lt"/>
              <a:cs typeface="Segoe Sans Display Semilight" pitchFamily="2" charset="0"/>
            </a:endParaRPr>
          </a:p>
        </p:txBody>
      </p:sp>
      <p:sp>
        <p:nvSpPr>
          <p:cNvPr id="83" name="Oval 82">
            <a:extLst>
              <a:ext uri="{FF2B5EF4-FFF2-40B4-BE49-F238E27FC236}">
                <a16:creationId xmlns:a16="http://schemas.microsoft.com/office/drawing/2014/main" id="{EB31D565-FA94-3921-23B5-7C45FEE5801E}"/>
              </a:ext>
            </a:extLst>
          </p:cNvPr>
          <p:cNvSpPr/>
          <p:nvPr/>
        </p:nvSpPr>
        <p:spPr bwMode="auto">
          <a:xfrm>
            <a:off x="4852729" y="4389033"/>
            <a:ext cx="620971" cy="620971"/>
          </a:xfrm>
          <a:prstGeom prst="ellipse">
            <a:avLst/>
          </a:prstGeom>
          <a:solidFill>
            <a:srgbClr val="FFFFFF"/>
          </a:solidFill>
          <a:ln w="15875" cap="flat" cmpd="sng" algn="ctr">
            <a:noFill/>
            <a:prstDash val="solid"/>
          </a:ln>
          <a:effectLst>
            <a:outerShdw blurRad="114300" dist="762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2400">
              <a:solidFill>
                <a:schemeClr val="accent1"/>
              </a:solidFill>
              <a:latin typeface="+mj-lt"/>
              <a:cs typeface="Segoe Sans Display Semilight" pitchFamily="2" charset="0"/>
            </a:endParaRPr>
          </a:p>
        </p:txBody>
      </p:sp>
      <p:sp>
        <p:nvSpPr>
          <p:cNvPr id="85" name="Oval 84">
            <a:extLst>
              <a:ext uri="{FF2B5EF4-FFF2-40B4-BE49-F238E27FC236}">
                <a16:creationId xmlns:a16="http://schemas.microsoft.com/office/drawing/2014/main" id="{393B15F7-E499-AD77-D7AE-6704FBEBF2A0}"/>
              </a:ext>
            </a:extLst>
          </p:cNvPr>
          <p:cNvSpPr/>
          <p:nvPr/>
        </p:nvSpPr>
        <p:spPr bwMode="auto">
          <a:xfrm>
            <a:off x="4852729" y="5296201"/>
            <a:ext cx="620971" cy="620971"/>
          </a:xfrm>
          <a:prstGeom prst="ellipse">
            <a:avLst/>
          </a:prstGeom>
          <a:solidFill>
            <a:srgbClr val="FFFFFF"/>
          </a:solidFill>
          <a:ln w="15875" cap="flat" cmpd="sng" algn="ctr">
            <a:noFill/>
            <a:prstDash val="solid"/>
          </a:ln>
          <a:effectLst>
            <a:outerShdw blurRad="114300" dist="762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2400">
              <a:solidFill>
                <a:schemeClr val="accent1"/>
              </a:solidFill>
              <a:latin typeface="+mj-lt"/>
              <a:cs typeface="Segoe Sans Display Semilight" pitchFamily="2" charset="0"/>
            </a:endParaRPr>
          </a:p>
        </p:txBody>
      </p:sp>
      <p:sp>
        <p:nvSpPr>
          <p:cNvPr id="22" name="Text Placeholder 21">
            <a:extLst>
              <a:ext uri="{FF2B5EF4-FFF2-40B4-BE49-F238E27FC236}">
                <a16:creationId xmlns:a16="http://schemas.microsoft.com/office/drawing/2014/main" id="{E2E77392-3CB0-FC8D-B295-0D1E3E1BCBE4}"/>
              </a:ext>
            </a:extLst>
          </p:cNvPr>
          <p:cNvSpPr>
            <a:spLocks noGrp="1"/>
          </p:cNvSpPr>
          <p:nvPr>
            <p:ph type="body" sz="quarter" idx="13"/>
          </p:nvPr>
        </p:nvSpPr>
        <p:spPr>
          <a:xfrm>
            <a:off x="5691870" y="932366"/>
            <a:ext cx="5433329" cy="276999"/>
          </a:xfrm>
        </p:spPr>
        <p:txBody>
          <a:bodyPr anchor="ctr"/>
          <a:lstStyle>
            <a:lvl1pPr>
              <a:buNone/>
              <a:defRPr lang="en-US" sz="1800" b="0" kern="1200" dirty="0" smtClean="0">
                <a:solidFill>
                  <a:schemeClr val="tx1"/>
                </a:solidFill>
                <a:latin typeface="+mj-lt"/>
                <a:ea typeface="+mn-ea"/>
                <a:cs typeface="+mn-cs"/>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Click to edit Master text styles</a:t>
            </a:r>
          </a:p>
        </p:txBody>
      </p:sp>
      <p:sp>
        <p:nvSpPr>
          <p:cNvPr id="23" name="Text Placeholder 21">
            <a:extLst>
              <a:ext uri="{FF2B5EF4-FFF2-40B4-BE49-F238E27FC236}">
                <a16:creationId xmlns:a16="http://schemas.microsoft.com/office/drawing/2014/main" id="{1CAFE516-EB68-C864-550E-F7B38C640AD0}"/>
              </a:ext>
            </a:extLst>
          </p:cNvPr>
          <p:cNvSpPr>
            <a:spLocks noGrp="1"/>
          </p:cNvSpPr>
          <p:nvPr>
            <p:ph type="body" sz="quarter" idx="14"/>
          </p:nvPr>
        </p:nvSpPr>
        <p:spPr>
          <a:xfrm>
            <a:off x="5691870" y="1793363"/>
            <a:ext cx="5433329" cy="369332"/>
          </a:xfrm>
        </p:spPr>
        <p:txBody>
          <a:bodyPr anchor="ctr"/>
          <a:lstStyle>
            <a:lvl1pPr>
              <a:buNone/>
              <a:defRPr lang="en-US" sz="1800" b="0" kern="1200" dirty="0" smtClean="0">
                <a:solidFill>
                  <a:schemeClr val="tx1"/>
                </a:solidFill>
                <a:latin typeface="+mj-lt"/>
                <a:ea typeface="+mn-ea"/>
                <a:cs typeface="+mn-cs"/>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Click to edit Master text styles</a:t>
            </a:r>
          </a:p>
        </p:txBody>
      </p:sp>
      <p:sp>
        <p:nvSpPr>
          <p:cNvPr id="25" name="Text Placeholder 21">
            <a:extLst>
              <a:ext uri="{FF2B5EF4-FFF2-40B4-BE49-F238E27FC236}">
                <a16:creationId xmlns:a16="http://schemas.microsoft.com/office/drawing/2014/main" id="{FB42F091-ECCC-B796-D18F-6D2D0CB06B7E}"/>
              </a:ext>
            </a:extLst>
          </p:cNvPr>
          <p:cNvSpPr>
            <a:spLocks noGrp="1"/>
          </p:cNvSpPr>
          <p:nvPr>
            <p:ph type="body" sz="quarter" idx="15"/>
          </p:nvPr>
        </p:nvSpPr>
        <p:spPr>
          <a:xfrm>
            <a:off x="5691870" y="2700528"/>
            <a:ext cx="5433329" cy="369332"/>
          </a:xfrm>
        </p:spPr>
        <p:txBody>
          <a:bodyPr anchor="ctr"/>
          <a:lstStyle>
            <a:lvl1pPr>
              <a:buNone/>
              <a:defRPr lang="en-US" sz="1800" b="0" kern="1200" dirty="0" smtClean="0">
                <a:solidFill>
                  <a:schemeClr val="tx1"/>
                </a:solidFill>
                <a:latin typeface="+mj-lt"/>
                <a:ea typeface="+mn-ea"/>
                <a:cs typeface="+mn-cs"/>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Click to edit Master text styles</a:t>
            </a:r>
          </a:p>
        </p:txBody>
      </p:sp>
      <p:sp>
        <p:nvSpPr>
          <p:cNvPr id="26" name="Text Placeholder 21">
            <a:extLst>
              <a:ext uri="{FF2B5EF4-FFF2-40B4-BE49-F238E27FC236}">
                <a16:creationId xmlns:a16="http://schemas.microsoft.com/office/drawing/2014/main" id="{BC4E14AE-FD3E-1A05-FAC0-48E4D973457B}"/>
              </a:ext>
            </a:extLst>
          </p:cNvPr>
          <p:cNvSpPr>
            <a:spLocks noGrp="1"/>
          </p:cNvSpPr>
          <p:nvPr>
            <p:ph type="body" sz="quarter" idx="16"/>
          </p:nvPr>
        </p:nvSpPr>
        <p:spPr>
          <a:xfrm>
            <a:off x="5691870" y="3607693"/>
            <a:ext cx="5433329" cy="369332"/>
          </a:xfrm>
        </p:spPr>
        <p:txBody>
          <a:bodyPr anchor="ctr"/>
          <a:lstStyle>
            <a:lvl1pPr>
              <a:buNone/>
              <a:defRPr lang="en-US" sz="1800" b="0" kern="1200" dirty="0" smtClean="0">
                <a:solidFill>
                  <a:schemeClr val="tx1"/>
                </a:solidFill>
                <a:latin typeface="+mj-lt"/>
                <a:ea typeface="+mn-ea"/>
                <a:cs typeface="+mn-cs"/>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Click to edit Master text styles</a:t>
            </a:r>
          </a:p>
        </p:txBody>
      </p:sp>
      <p:sp>
        <p:nvSpPr>
          <p:cNvPr id="27" name="Text Placeholder 21">
            <a:extLst>
              <a:ext uri="{FF2B5EF4-FFF2-40B4-BE49-F238E27FC236}">
                <a16:creationId xmlns:a16="http://schemas.microsoft.com/office/drawing/2014/main" id="{097342D6-9B94-01F0-D687-16232B85201E}"/>
              </a:ext>
            </a:extLst>
          </p:cNvPr>
          <p:cNvSpPr>
            <a:spLocks noGrp="1"/>
          </p:cNvSpPr>
          <p:nvPr>
            <p:ph type="body" sz="quarter" idx="17"/>
          </p:nvPr>
        </p:nvSpPr>
        <p:spPr>
          <a:xfrm>
            <a:off x="5691870" y="4514857"/>
            <a:ext cx="5433329" cy="369332"/>
          </a:xfrm>
        </p:spPr>
        <p:txBody>
          <a:bodyPr anchor="ctr"/>
          <a:lstStyle>
            <a:lvl1pPr>
              <a:buNone/>
              <a:defRPr lang="en-US" sz="1800" b="0" kern="1200" dirty="0" smtClean="0">
                <a:solidFill>
                  <a:schemeClr val="tx1"/>
                </a:solidFill>
                <a:latin typeface="+mj-lt"/>
                <a:ea typeface="+mn-ea"/>
                <a:cs typeface="+mn-cs"/>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Click to edit Master text styles</a:t>
            </a:r>
          </a:p>
        </p:txBody>
      </p:sp>
      <p:sp>
        <p:nvSpPr>
          <p:cNvPr id="28" name="Text Placeholder 21">
            <a:extLst>
              <a:ext uri="{FF2B5EF4-FFF2-40B4-BE49-F238E27FC236}">
                <a16:creationId xmlns:a16="http://schemas.microsoft.com/office/drawing/2014/main" id="{5F11CAAD-67D2-BB4E-3287-EEB56D4F88DC}"/>
              </a:ext>
            </a:extLst>
          </p:cNvPr>
          <p:cNvSpPr>
            <a:spLocks noGrp="1"/>
          </p:cNvSpPr>
          <p:nvPr>
            <p:ph type="body" sz="quarter" idx="18"/>
          </p:nvPr>
        </p:nvSpPr>
        <p:spPr>
          <a:xfrm>
            <a:off x="5691870" y="5422021"/>
            <a:ext cx="5433329" cy="369332"/>
          </a:xfrm>
        </p:spPr>
        <p:txBody>
          <a:bodyPr anchor="ctr"/>
          <a:lstStyle>
            <a:lvl1pPr>
              <a:buNone/>
              <a:defRPr lang="en-US" sz="1800" b="0" kern="1200" dirty="0" smtClean="0">
                <a:solidFill>
                  <a:schemeClr val="tx1"/>
                </a:solidFill>
                <a:latin typeface="+mj-lt"/>
                <a:ea typeface="+mn-ea"/>
                <a:cs typeface="+mn-cs"/>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Click to edit Master text styles</a:t>
            </a:r>
          </a:p>
        </p:txBody>
      </p:sp>
      <p:sp>
        <p:nvSpPr>
          <p:cNvPr id="29" name="Text Placeholder 21">
            <a:extLst>
              <a:ext uri="{FF2B5EF4-FFF2-40B4-BE49-F238E27FC236}">
                <a16:creationId xmlns:a16="http://schemas.microsoft.com/office/drawing/2014/main" id="{AC5DF281-3120-3C8F-DDD2-335EDAD201B3}"/>
              </a:ext>
            </a:extLst>
          </p:cNvPr>
          <p:cNvSpPr>
            <a:spLocks noGrp="1"/>
          </p:cNvSpPr>
          <p:nvPr>
            <p:ph type="body" sz="quarter" idx="19" hasCustomPrompt="1"/>
          </p:nvPr>
        </p:nvSpPr>
        <p:spPr>
          <a:xfrm>
            <a:off x="4885748" y="793400"/>
            <a:ext cx="554932" cy="554932"/>
          </a:xfrm>
          <a:prstGeom prst="flowChartConnector">
            <a:avLst/>
          </a:prstGeom>
        </p:spPr>
        <p:txBody>
          <a:bodyPr wrap="none" anchor="ctr">
            <a:noAutofit/>
          </a:bodyPr>
          <a:lstStyle>
            <a:lvl1pPr algn="ctr">
              <a:buNone/>
              <a:defRPr lang="en-IN" sz="2400" kern="1200" dirty="0">
                <a:solidFill>
                  <a:schemeClr val="accent1"/>
                </a:solidFill>
                <a:latin typeface="+mj-lt"/>
                <a:ea typeface="+mn-ea"/>
                <a:cs typeface="Segoe Sans Display Semilight" pitchFamily="2" charset="0"/>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a:t>
            </a:r>
            <a:endParaRPr lang="en-IN"/>
          </a:p>
        </p:txBody>
      </p:sp>
      <p:sp>
        <p:nvSpPr>
          <p:cNvPr id="31" name="Text Placeholder 21">
            <a:extLst>
              <a:ext uri="{FF2B5EF4-FFF2-40B4-BE49-F238E27FC236}">
                <a16:creationId xmlns:a16="http://schemas.microsoft.com/office/drawing/2014/main" id="{1E1A57D9-520C-DE7C-8DD0-08B67F3CF01F}"/>
              </a:ext>
            </a:extLst>
          </p:cNvPr>
          <p:cNvSpPr>
            <a:spLocks noGrp="1"/>
          </p:cNvSpPr>
          <p:nvPr>
            <p:ph type="body" sz="quarter" idx="20" hasCustomPrompt="1"/>
          </p:nvPr>
        </p:nvSpPr>
        <p:spPr>
          <a:xfrm>
            <a:off x="4885748" y="1700563"/>
            <a:ext cx="554932" cy="554932"/>
          </a:xfrm>
          <a:prstGeom prst="flowChartConnector">
            <a:avLst/>
          </a:prstGeom>
        </p:spPr>
        <p:txBody>
          <a:bodyPr wrap="none" anchor="ctr">
            <a:noAutofit/>
          </a:bodyPr>
          <a:lstStyle>
            <a:lvl1pPr algn="ctr">
              <a:buNone/>
              <a:defRPr lang="en-IN" sz="2400" kern="1200" dirty="0">
                <a:solidFill>
                  <a:schemeClr val="accent1"/>
                </a:solidFill>
                <a:latin typeface="+mj-lt"/>
                <a:ea typeface="+mn-ea"/>
                <a:cs typeface="Segoe Sans Display Semilight" pitchFamily="2" charset="0"/>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a:t>
            </a:r>
            <a:endParaRPr lang="en-IN"/>
          </a:p>
        </p:txBody>
      </p:sp>
      <p:sp>
        <p:nvSpPr>
          <p:cNvPr id="32" name="Text Placeholder 21">
            <a:extLst>
              <a:ext uri="{FF2B5EF4-FFF2-40B4-BE49-F238E27FC236}">
                <a16:creationId xmlns:a16="http://schemas.microsoft.com/office/drawing/2014/main" id="{FBA31070-8ABE-E9AB-24B3-D0425C67888A}"/>
              </a:ext>
            </a:extLst>
          </p:cNvPr>
          <p:cNvSpPr>
            <a:spLocks noGrp="1"/>
          </p:cNvSpPr>
          <p:nvPr>
            <p:ph type="body" sz="quarter" idx="21" hasCustomPrompt="1"/>
          </p:nvPr>
        </p:nvSpPr>
        <p:spPr>
          <a:xfrm>
            <a:off x="4885748" y="2607726"/>
            <a:ext cx="554932" cy="554932"/>
          </a:xfrm>
          <a:prstGeom prst="flowChartConnector">
            <a:avLst/>
          </a:prstGeom>
        </p:spPr>
        <p:txBody>
          <a:bodyPr wrap="none" anchor="ctr">
            <a:noAutofit/>
          </a:bodyPr>
          <a:lstStyle>
            <a:lvl1pPr algn="ctr">
              <a:buNone/>
              <a:defRPr lang="en-IN" sz="2400" kern="1200" dirty="0">
                <a:solidFill>
                  <a:schemeClr val="accent1"/>
                </a:solidFill>
                <a:latin typeface="+mj-lt"/>
                <a:ea typeface="+mn-ea"/>
                <a:cs typeface="Segoe Sans Display Semilight" pitchFamily="2" charset="0"/>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a:t>
            </a:r>
            <a:endParaRPr lang="en-IN"/>
          </a:p>
        </p:txBody>
      </p:sp>
      <p:sp>
        <p:nvSpPr>
          <p:cNvPr id="33" name="Text Placeholder 21">
            <a:extLst>
              <a:ext uri="{FF2B5EF4-FFF2-40B4-BE49-F238E27FC236}">
                <a16:creationId xmlns:a16="http://schemas.microsoft.com/office/drawing/2014/main" id="{3700A259-3B0F-B13C-0FD3-D1AFA51C5F51}"/>
              </a:ext>
            </a:extLst>
          </p:cNvPr>
          <p:cNvSpPr>
            <a:spLocks noGrp="1"/>
          </p:cNvSpPr>
          <p:nvPr>
            <p:ph type="body" sz="quarter" idx="22" hasCustomPrompt="1"/>
          </p:nvPr>
        </p:nvSpPr>
        <p:spPr>
          <a:xfrm>
            <a:off x="4885748" y="3514889"/>
            <a:ext cx="554932" cy="554932"/>
          </a:xfrm>
          <a:prstGeom prst="flowChartConnector">
            <a:avLst/>
          </a:prstGeom>
        </p:spPr>
        <p:txBody>
          <a:bodyPr anchor="ctr">
            <a:noAutofit/>
          </a:bodyPr>
          <a:lstStyle>
            <a:lvl1pPr algn="ctr">
              <a:buNone/>
              <a:defRPr lang="en-IN" sz="2400" kern="1200" dirty="0">
                <a:solidFill>
                  <a:schemeClr val="accent1"/>
                </a:solidFill>
                <a:latin typeface="+mj-lt"/>
                <a:ea typeface="+mn-ea"/>
                <a:cs typeface="Segoe Sans Display Semilight" pitchFamily="2" charset="0"/>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a:t>
            </a:r>
            <a:endParaRPr lang="en-IN"/>
          </a:p>
        </p:txBody>
      </p:sp>
      <p:sp>
        <p:nvSpPr>
          <p:cNvPr id="34" name="Text Placeholder 21">
            <a:extLst>
              <a:ext uri="{FF2B5EF4-FFF2-40B4-BE49-F238E27FC236}">
                <a16:creationId xmlns:a16="http://schemas.microsoft.com/office/drawing/2014/main" id="{EA140B81-578C-8F01-8594-21B01233C0D5}"/>
              </a:ext>
            </a:extLst>
          </p:cNvPr>
          <p:cNvSpPr>
            <a:spLocks noGrp="1"/>
          </p:cNvSpPr>
          <p:nvPr>
            <p:ph type="body" sz="quarter" idx="23" hasCustomPrompt="1"/>
          </p:nvPr>
        </p:nvSpPr>
        <p:spPr>
          <a:xfrm>
            <a:off x="4885748" y="4422052"/>
            <a:ext cx="554932" cy="554932"/>
          </a:xfrm>
          <a:prstGeom prst="flowChartConnector">
            <a:avLst/>
          </a:prstGeom>
        </p:spPr>
        <p:txBody>
          <a:bodyPr anchor="ctr">
            <a:noAutofit/>
          </a:bodyPr>
          <a:lstStyle>
            <a:lvl1pPr algn="ctr">
              <a:buNone/>
              <a:defRPr lang="en-IN" sz="2400" kern="1200" dirty="0">
                <a:solidFill>
                  <a:schemeClr val="accent1"/>
                </a:solidFill>
                <a:latin typeface="+mj-lt"/>
                <a:ea typeface="+mn-ea"/>
                <a:cs typeface="Segoe Sans Display Semilight" pitchFamily="2" charset="0"/>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a:t>
            </a:r>
            <a:endParaRPr lang="en-IN"/>
          </a:p>
        </p:txBody>
      </p:sp>
      <p:sp>
        <p:nvSpPr>
          <p:cNvPr id="35" name="Text Placeholder 21">
            <a:extLst>
              <a:ext uri="{FF2B5EF4-FFF2-40B4-BE49-F238E27FC236}">
                <a16:creationId xmlns:a16="http://schemas.microsoft.com/office/drawing/2014/main" id="{91CDAB09-14B7-70AB-6E82-37658333037C}"/>
              </a:ext>
            </a:extLst>
          </p:cNvPr>
          <p:cNvSpPr>
            <a:spLocks noGrp="1"/>
          </p:cNvSpPr>
          <p:nvPr>
            <p:ph type="body" sz="quarter" idx="24" hasCustomPrompt="1"/>
          </p:nvPr>
        </p:nvSpPr>
        <p:spPr>
          <a:xfrm>
            <a:off x="4885748" y="5329220"/>
            <a:ext cx="554932" cy="554932"/>
          </a:xfrm>
          <a:prstGeom prst="flowChartConnector">
            <a:avLst/>
          </a:prstGeom>
        </p:spPr>
        <p:txBody>
          <a:bodyPr anchor="ctr">
            <a:noAutofit/>
          </a:bodyPr>
          <a:lstStyle>
            <a:lvl1pPr algn="ctr">
              <a:buNone/>
              <a:defRPr lang="en-IN" sz="2400" kern="1200" dirty="0">
                <a:solidFill>
                  <a:schemeClr val="accent1"/>
                </a:solidFill>
                <a:latin typeface="+mj-lt"/>
                <a:ea typeface="+mn-ea"/>
                <a:cs typeface="Segoe Sans Display Semilight" pitchFamily="2" charset="0"/>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a:t>
            </a:r>
            <a:endParaRPr lang="en-IN"/>
          </a:p>
        </p:txBody>
      </p:sp>
      <p:sp>
        <p:nvSpPr>
          <p:cNvPr id="36" name="Text Placeholder 4">
            <a:extLst>
              <a:ext uri="{FF2B5EF4-FFF2-40B4-BE49-F238E27FC236}">
                <a16:creationId xmlns:a16="http://schemas.microsoft.com/office/drawing/2014/main" id="{6BB9011C-825B-EEA3-929A-6D3EC2A30FE2}"/>
              </a:ext>
            </a:extLst>
          </p:cNvPr>
          <p:cNvSpPr>
            <a:spLocks noGrp="1"/>
          </p:cNvSpPr>
          <p:nvPr>
            <p:ph type="body" sz="quarter" idx="12" hasCustomPrompt="1"/>
          </p:nvPr>
        </p:nvSpPr>
        <p:spPr>
          <a:xfrm>
            <a:off x="1939924" y="6400799"/>
            <a:ext cx="9680575" cy="153888"/>
          </a:xfrm>
        </p:spPr>
        <p:txBody>
          <a:bodyPr/>
          <a:lstStyle>
            <a:lvl1pPr marL="0" indent="0">
              <a:buNone/>
              <a:defRPr sz="1000" cap="none" baseline="0"/>
            </a:lvl1pPr>
            <a:lvl2pPr marL="228600" indent="0">
              <a:buNone/>
              <a:defRPr/>
            </a:lvl2pPr>
            <a:lvl3pPr marL="457200" indent="0">
              <a:buNone/>
              <a:defRPr/>
            </a:lvl3pPr>
            <a:lvl4pPr marL="661988" indent="0">
              <a:buNone/>
              <a:defRPr/>
            </a:lvl4pPr>
            <a:lvl5pPr marL="855663" indent="0">
              <a:buNone/>
              <a:defRPr/>
            </a:lvl5pPr>
          </a:lstStyle>
          <a:p>
            <a:pPr lvl="0"/>
            <a:r>
              <a:rPr lang="en-US"/>
              <a:t>Footer</a:t>
            </a:r>
          </a:p>
        </p:txBody>
      </p:sp>
      <p:sp>
        <p:nvSpPr>
          <p:cNvPr id="6" name="Title 1">
            <a:extLst>
              <a:ext uri="{FF2B5EF4-FFF2-40B4-BE49-F238E27FC236}">
                <a16:creationId xmlns:a16="http://schemas.microsoft.com/office/drawing/2014/main" id="{A173E34D-9A13-8F89-24FF-9CFCFDF81833}"/>
              </a:ext>
            </a:extLst>
          </p:cNvPr>
          <p:cNvSpPr>
            <a:spLocks noGrp="1"/>
          </p:cNvSpPr>
          <p:nvPr>
            <p:ph type="title"/>
          </p:nvPr>
        </p:nvSpPr>
        <p:spPr>
          <a:xfrm>
            <a:off x="826119" y="3077274"/>
            <a:ext cx="2192851" cy="646331"/>
          </a:xfrm>
        </p:spPr>
        <p:txBody>
          <a:bodyPr anchor="ctr"/>
          <a:lstStyle>
            <a:lvl1pPr>
              <a:defRPr sz="3200"/>
            </a:lvl1pPr>
          </a:lstStyle>
          <a:p>
            <a:r>
              <a:rPr lang="en-US"/>
              <a:t>Click to edit Master title style</a:t>
            </a:r>
          </a:p>
        </p:txBody>
      </p:sp>
    </p:spTree>
    <p:extLst>
      <p:ext uri="{BB962C8B-B14F-4D97-AF65-F5344CB8AC3E}">
        <p14:creationId xmlns:p14="http://schemas.microsoft.com/office/powerpoint/2010/main" val="205420851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12">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Agenda Dark">
    <p:bg>
      <p:bgPr>
        <a:solidFill>
          <a:schemeClr val="tx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E5493FF-3809-B03E-2389-357AAAEEAAB0}"/>
              </a:ext>
            </a:extLst>
          </p:cNvPr>
          <p:cNvGrpSpPr/>
          <p:nvPr/>
        </p:nvGrpSpPr>
        <p:grpSpPr>
          <a:xfrm>
            <a:off x="-95560" y="93940"/>
            <a:ext cx="12383120" cy="6723916"/>
            <a:chOff x="452167" y="391518"/>
            <a:chExt cx="11287046" cy="6128759"/>
          </a:xfrm>
          <a:solidFill>
            <a:schemeClr val="tx2">
              <a:alpha val="4000"/>
            </a:schemeClr>
          </a:solidFill>
        </p:grpSpPr>
        <p:pic>
          <p:nvPicPr>
            <p:cNvPr id="5" name="Graphic 4">
              <a:extLst>
                <a:ext uri="{FF2B5EF4-FFF2-40B4-BE49-F238E27FC236}">
                  <a16:creationId xmlns:a16="http://schemas.microsoft.com/office/drawing/2014/main" id="{B47494AE-EDD0-B44C-4261-398DE64AACD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1390651"/>
              <a:ext cx="619046" cy="463616"/>
            </a:xfrm>
            <a:prstGeom prst="rect">
              <a:avLst/>
            </a:prstGeom>
          </p:spPr>
        </p:pic>
        <p:pic>
          <p:nvPicPr>
            <p:cNvPr id="6" name="Graphic 5">
              <a:extLst>
                <a:ext uri="{FF2B5EF4-FFF2-40B4-BE49-F238E27FC236}">
                  <a16:creationId xmlns:a16="http://schemas.microsoft.com/office/drawing/2014/main" id="{0228871F-6E9F-CC4C-21ED-9CB818656BC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1390651"/>
              <a:ext cx="619046" cy="463616"/>
            </a:xfrm>
            <a:prstGeom prst="rect">
              <a:avLst/>
            </a:prstGeom>
          </p:spPr>
        </p:pic>
        <p:pic>
          <p:nvPicPr>
            <p:cNvPr id="7" name="Graphic 6">
              <a:extLst>
                <a:ext uri="{FF2B5EF4-FFF2-40B4-BE49-F238E27FC236}">
                  <a16:creationId xmlns:a16="http://schemas.microsoft.com/office/drawing/2014/main" id="{39234ADF-E37A-2890-4137-26B410CB814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1390651"/>
              <a:ext cx="619046" cy="463616"/>
            </a:xfrm>
            <a:prstGeom prst="rect">
              <a:avLst/>
            </a:prstGeom>
          </p:spPr>
        </p:pic>
        <p:pic>
          <p:nvPicPr>
            <p:cNvPr id="8" name="Graphic 7">
              <a:extLst>
                <a:ext uri="{FF2B5EF4-FFF2-40B4-BE49-F238E27FC236}">
                  <a16:creationId xmlns:a16="http://schemas.microsoft.com/office/drawing/2014/main" id="{63F3A74C-0A4C-0629-CB61-9EC200133B6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1390651"/>
              <a:ext cx="619046" cy="463616"/>
            </a:xfrm>
            <a:prstGeom prst="rect">
              <a:avLst/>
            </a:prstGeom>
          </p:spPr>
        </p:pic>
        <p:pic>
          <p:nvPicPr>
            <p:cNvPr id="10" name="Graphic 9">
              <a:extLst>
                <a:ext uri="{FF2B5EF4-FFF2-40B4-BE49-F238E27FC236}">
                  <a16:creationId xmlns:a16="http://schemas.microsoft.com/office/drawing/2014/main" id="{EA4164B6-1533-ECEA-4CD0-C7DC431D2CE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1390651"/>
              <a:ext cx="619046" cy="463616"/>
            </a:xfrm>
            <a:prstGeom prst="rect">
              <a:avLst/>
            </a:prstGeom>
          </p:spPr>
        </p:pic>
        <p:pic>
          <p:nvPicPr>
            <p:cNvPr id="11" name="Graphic 10">
              <a:extLst>
                <a:ext uri="{FF2B5EF4-FFF2-40B4-BE49-F238E27FC236}">
                  <a16:creationId xmlns:a16="http://schemas.microsoft.com/office/drawing/2014/main" id="{9B7DF13D-B001-CE2D-A482-7D2C6DF3B69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1390651"/>
              <a:ext cx="619046" cy="463616"/>
            </a:xfrm>
            <a:prstGeom prst="rect">
              <a:avLst/>
            </a:prstGeom>
          </p:spPr>
        </p:pic>
        <p:pic>
          <p:nvPicPr>
            <p:cNvPr id="12" name="Graphic 11">
              <a:extLst>
                <a:ext uri="{FF2B5EF4-FFF2-40B4-BE49-F238E27FC236}">
                  <a16:creationId xmlns:a16="http://schemas.microsoft.com/office/drawing/2014/main" id="{6B9E4410-B776-A0A5-7244-631CA062F61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1390651"/>
              <a:ext cx="619046" cy="463616"/>
            </a:xfrm>
            <a:prstGeom prst="rect">
              <a:avLst/>
            </a:prstGeom>
          </p:spPr>
        </p:pic>
        <p:pic>
          <p:nvPicPr>
            <p:cNvPr id="13" name="Graphic 12">
              <a:extLst>
                <a:ext uri="{FF2B5EF4-FFF2-40B4-BE49-F238E27FC236}">
                  <a16:creationId xmlns:a16="http://schemas.microsoft.com/office/drawing/2014/main" id="{94494EB9-588F-BE3C-5179-DB0DE5AB70F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1390651"/>
              <a:ext cx="619046" cy="463616"/>
            </a:xfrm>
            <a:prstGeom prst="rect">
              <a:avLst/>
            </a:prstGeom>
          </p:spPr>
        </p:pic>
        <p:pic>
          <p:nvPicPr>
            <p:cNvPr id="14" name="Graphic 13">
              <a:extLst>
                <a:ext uri="{FF2B5EF4-FFF2-40B4-BE49-F238E27FC236}">
                  <a16:creationId xmlns:a16="http://schemas.microsoft.com/office/drawing/2014/main" id="{04645A40-DE76-7EE6-5E70-FCF7D118AD2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1390651"/>
              <a:ext cx="619046" cy="463616"/>
            </a:xfrm>
            <a:prstGeom prst="rect">
              <a:avLst/>
            </a:prstGeom>
          </p:spPr>
        </p:pic>
        <p:pic>
          <p:nvPicPr>
            <p:cNvPr id="15" name="Graphic 14">
              <a:extLst>
                <a:ext uri="{FF2B5EF4-FFF2-40B4-BE49-F238E27FC236}">
                  <a16:creationId xmlns:a16="http://schemas.microsoft.com/office/drawing/2014/main" id="{DE03B6B7-4F64-3CBC-F012-58D86899E25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1390651"/>
              <a:ext cx="619046" cy="463616"/>
            </a:xfrm>
            <a:prstGeom prst="rect">
              <a:avLst/>
            </a:prstGeom>
          </p:spPr>
        </p:pic>
        <p:pic>
          <p:nvPicPr>
            <p:cNvPr id="16" name="Graphic 15">
              <a:extLst>
                <a:ext uri="{FF2B5EF4-FFF2-40B4-BE49-F238E27FC236}">
                  <a16:creationId xmlns:a16="http://schemas.microsoft.com/office/drawing/2014/main" id="{F51AB579-C8BD-F4B5-CD6C-C6EFF92D39B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1390651"/>
              <a:ext cx="619046" cy="463616"/>
            </a:xfrm>
            <a:prstGeom prst="rect">
              <a:avLst/>
            </a:prstGeom>
          </p:spPr>
        </p:pic>
        <p:pic>
          <p:nvPicPr>
            <p:cNvPr id="17" name="Graphic 16">
              <a:extLst>
                <a:ext uri="{FF2B5EF4-FFF2-40B4-BE49-F238E27FC236}">
                  <a16:creationId xmlns:a16="http://schemas.microsoft.com/office/drawing/2014/main" id="{8D745759-FADB-D89F-DC6D-D46759056F1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2323853"/>
              <a:ext cx="619046" cy="463616"/>
            </a:xfrm>
            <a:prstGeom prst="rect">
              <a:avLst/>
            </a:prstGeom>
          </p:spPr>
        </p:pic>
        <p:pic>
          <p:nvPicPr>
            <p:cNvPr id="18" name="Graphic 17">
              <a:extLst>
                <a:ext uri="{FF2B5EF4-FFF2-40B4-BE49-F238E27FC236}">
                  <a16:creationId xmlns:a16="http://schemas.microsoft.com/office/drawing/2014/main" id="{D53E2261-4D27-1287-14ED-F99025FAC60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2323853"/>
              <a:ext cx="619046" cy="463616"/>
            </a:xfrm>
            <a:prstGeom prst="rect">
              <a:avLst/>
            </a:prstGeom>
          </p:spPr>
        </p:pic>
        <p:pic>
          <p:nvPicPr>
            <p:cNvPr id="19" name="Graphic 18">
              <a:extLst>
                <a:ext uri="{FF2B5EF4-FFF2-40B4-BE49-F238E27FC236}">
                  <a16:creationId xmlns:a16="http://schemas.microsoft.com/office/drawing/2014/main" id="{D66BE140-26D5-8EBD-42A2-5C485A0F8F3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2323853"/>
              <a:ext cx="619046" cy="463616"/>
            </a:xfrm>
            <a:prstGeom prst="rect">
              <a:avLst/>
            </a:prstGeom>
          </p:spPr>
        </p:pic>
        <p:pic>
          <p:nvPicPr>
            <p:cNvPr id="20" name="Graphic 19">
              <a:extLst>
                <a:ext uri="{FF2B5EF4-FFF2-40B4-BE49-F238E27FC236}">
                  <a16:creationId xmlns:a16="http://schemas.microsoft.com/office/drawing/2014/main" id="{699C0F67-F5C3-94CD-3B91-E5D83C0A00F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2323853"/>
              <a:ext cx="619046" cy="463616"/>
            </a:xfrm>
            <a:prstGeom prst="rect">
              <a:avLst/>
            </a:prstGeom>
          </p:spPr>
        </p:pic>
        <p:pic>
          <p:nvPicPr>
            <p:cNvPr id="21" name="Graphic 20">
              <a:extLst>
                <a:ext uri="{FF2B5EF4-FFF2-40B4-BE49-F238E27FC236}">
                  <a16:creationId xmlns:a16="http://schemas.microsoft.com/office/drawing/2014/main" id="{E1551712-8A1E-7EF0-3F38-6BF3D7D8411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2323853"/>
              <a:ext cx="619046" cy="463616"/>
            </a:xfrm>
            <a:prstGeom prst="rect">
              <a:avLst/>
            </a:prstGeom>
          </p:spPr>
        </p:pic>
        <p:pic>
          <p:nvPicPr>
            <p:cNvPr id="22" name="Graphic 21">
              <a:extLst>
                <a:ext uri="{FF2B5EF4-FFF2-40B4-BE49-F238E27FC236}">
                  <a16:creationId xmlns:a16="http://schemas.microsoft.com/office/drawing/2014/main" id="{08FC5FA2-65C7-957A-5F67-9C48826C77F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2323853"/>
              <a:ext cx="619046" cy="463616"/>
            </a:xfrm>
            <a:prstGeom prst="rect">
              <a:avLst/>
            </a:prstGeom>
          </p:spPr>
        </p:pic>
        <p:pic>
          <p:nvPicPr>
            <p:cNvPr id="23" name="Graphic 22">
              <a:extLst>
                <a:ext uri="{FF2B5EF4-FFF2-40B4-BE49-F238E27FC236}">
                  <a16:creationId xmlns:a16="http://schemas.microsoft.com/office/drawing/2014/main" id="{8FF9E2DE-23E8-A512-F2BF-AB9BAE02BE4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2323853"/>
              <a:ext cx="619046" cy="463616"/>
            </a:xfrm>
            <a:prstGeom prst="rect">
              <a:avLst/>
            </a:prstGeom>
          </p:spPr>
        </p:pic>
        <p:pic>
          <p:nvPicPr>
            <p:cNvPr id="24" name="Graphic 23">
              <a:extLst>
                <a:ext uri="{FF2B5EF4-FFF2-40B4-BE49-F238E27FC236}">
                  <a16:creationId xmlns:a16="http://schemas.microsoft.com/office/drawing/2014/main" id="{6AE1639A-6D3A-A7E4-7CB6-D62893091EE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2323853"/>
              <a:ext cx="619046" cy="463616"/>
            </a:xfrm>
            <a:prstGeom prst="rect">
              <a:avLst/>
            </a:prstGeom>
          </p:spPr>
        </p:pic>
        <p:pic>
          <p:nvPicPr>
            <p:cNvPr id="25" name="Graphic 24">
              <a:extLst>
                <a:ext uri="{FF2B5EF4-FFF2-40B4-BE49-F238E27FC236}">
                  <a16:creationId xmlns:a16="http://schemas.microsoft.com/office/drawing/2014/main" id="{247B8AF4-DC29-55D0-0C8E-E92DBCA8A13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2323853"/>
              <a:ext cx="619046" cy="463616"/>
            </a:xfrm>
            <a:prstGeom prst="rect">
              <a:avLst/>
            </a:prstGeom>
          </p:spPr>
        </p:pic>
        <p:pic>
          <p:nvPicPr>
            <p:cNvPr id="26" name="Graphic 25">
              <a:extLst>
                <a:ext uri="{FF2B5EF4-FFF2-40B4-BE49-F238E27FC236}">
                  <a16:creationId xmlns:a16="http://schemas.microsoft.com/office/drawing/2014/main" id="{7DDCC954-C305-C5AA-F3DE-5166970E9F2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2323853"/>
              <a:ext cx="619046" cy="463616"/>
            </a:xfrm>
            <a:prstGeom prst="rect">
              <a:avLst/>
            </a:prstGeom>
          </p:spPr>
        </p:pic>
        <p:pic>
          <p:nvPicPr>
            <p:cNvPr id="27" name="Graphic 26">
              <a:extLst>
                <a:ext uri="{FF2B5EF4-FFF2-40B4-BE49-F238E27FC236}">
                  <a16:creationId xmlns:a16="http://schemas.microsoft.com/office/drawing/2014/main" id="{985E0DD8-4F76-F1CE-6300-8D20E905FF8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2323853"/>
              <a:ext cx="619046" cy="463616"/>
            </a:xfrm>
            <a:prstGeom prst="rect">
              <a:avLst/>
            </a:prstGeom>
          </p:spPr>
        </p:pic>
        <p:pic>
          <p:nvPicPr>
            <p:cNvPr id="28" name="Graphic 27">
              <a:extLst>
                <a:ext uri="{FF2B5EF4-FFF2-40B4-BE49-F238E27FC236}">
                  <a16:creationId xmlns:a16="http://schemas.microsoft.com/office/drawing/2014/main" id="{6E94FCC8-27D5-B149-77F0-41BCFD5339A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3257055"/>
              <a:ext cx="619046" cy="463616"/>
            </a:xfrm>
            <a:prstGeom prst="rect">
              <a:avLst/>
            </a:prstGeom>
          </p:spPr>
        </p:pic>
        <p:pic>
          <p:nvPicPr>
            <p:cNvPr id="29" name="Graphic 28">
              <a:extLst>
                <a:ext uri="{FF2B5EF4-FFF2-40B4-BE49-F238E27FC236}">
                  <a16:creationId xmlns:a16="http://schemas.microsoft.com/office/drawing/2014/main" id="{9D550B79-8FDC-A2FD-F6B7-2E9611CB1FB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3257055"/>
              <a:ext cx="619046" cy="463616"/>
            </a:xfrm>
            <a:prstGeom prst="rect">
              <a:avLst/>
            </a:prstGeom>
          </p:spPr>
        </p:pic>
        <p:pic>
          <p:nvPicPr>
            <p:cNvPr id="30" name="Graphic 29">
              <a:extLst>
                <a:ext uri="{FF2B5EF4-FFF2-40B4-BE49-F238E27FC236}">
                  <a16:creationId xmlns:a16="http://schemas.microsoft.com/office/drawing/2014/main" id="{5F807943-6247-30CE-D541-D5A2D5EDCF4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3257055"/>
              <a:ext cx="619046" cy="463616"/>
            </a:xfrm>
            <a:prstGeom prst="rect">
              <a:avLst/>
            </a:prstGeom>
          </p:spPr>
        </p:pic>
        <p:pic>
          <p:nvPicPr>
            <p:cNvPr id="31" name="Graphic 30">
              <a:extLst>
                <a:ext uri="{FF2B5EF4-FFF2-40B4-BE49-F238E27FC236}">
                  <a16:creationId xmlns:a16="http://schemas.microsoft.com/office/drawing/2014/main" id="{61113BAB-3E4F-96C7-8348-965EFE01111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3257055"/>
              <a:ext cx="619046" cy="463616"/>
            </a:xfrm>
            <a:prstGeom prst="rect">
              <a:avLst/>
            </a:prstGeom>
          </p:spPr>
        </p:pic>
        <p:pic>
          <p:nvPicPr>
            <p:cNvPr id="32" name="Graphic 31">
              <a:extLst>
                <a:ext uri="{FF2B5EF4-FFF2-40B4-BE49-F238E27FC236}">
                  <a16:creationId xmlns:a16="http://schemas.microsoft.com/office/drawing/2014/main" id="{E7A53BBB-19F1-5673-6B66-AF6DAFFF13F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3257055"/>
              <a:ext cx="619046" cy="463616"/>
            </a:xfrm>
            <a:prstGeom prst="rect">
              <a:avLst/>
            </a:prstGeom>
          </p:spPr>
        </p:pic>
        <p:pic>
          <p:nvPicPr>
            <p:cNvPr id="33" name="Graphic 32">
              <a:extLst>
                <a:ext uri="{FF2B5EF4-FFF2-40B4-BE49-F238E27FC236}">
                  <a16:creationId xmlns:a16="http://schemas.microsoft.com/office/drawing/2014/main" id="{6E653243-5A70-6AE0-78D3-3E59137B7A1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3257055"/>
              <a:ext cx="619046" cy="463616"/>
            </a:xfrm>
            <a:prstGeom prst="rect">
              <a:avLst/>
            </a:prstGeom>
          </p:spPr>
        </p:pic>
        <p:pic>
          <p:nvPicPr>
            <p:cNvPr id="34" name="Graphic 33">
              <a:extLst>
                <a:ext uri="{FF2B5EF4-FFF2-40B4-BE49-F238E27FC236}">
                  <a16:creationId xmlns:a16="http://schemas.microsoft.com/office/drawing/2014/main" id="{7B90FA53-4D02-35A8-6637-EAAD491527B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3257055"/>
              <a:ext cx="619046" cy="463616"/>
            </a:xfrm>
            <a:prstGeom prst="rect">
              <a:avLst/>
            </a:prstGeom>
          </p:spPr>
        </p:pic>
        <p:pic>
          <p:nvPicPr>
            <p:cNvPr id="35" name="Graphic 34">
              <a:extLst>
                <a:ext uri="{FF2B5EF4-FFF2-40B4-BE49-F238E27FC236}">
                  <a16:creationId xmlns:a16="http://schemas.microsoft.com/office/drawing/2014/main" id="{5B987F35-CF5A-D83C-C7CF-B039EBDFC6C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3257055"/>
              <a:ext cx="619046" cy="463616"/>
            </a:xfrm>
            <a:prstGeom prst="rect">
              <a:avLst/>
            </a:prstGeom>
          </p:spPr>
        </p:pic>
        <p:pic>
          <p:nvPicPr>
            <p:cNvPr id="36" name="Graphic 35">
              <a:extLst>
                <a:ext uri="{FF2B5EF4-FFF2-40B4-BE49-F238E27FC236}">
                  <a16:creationId xmlns:a16="http://schemas.microsoft.com/office/drawing/2014/main" id="{67925649-66AE-8749-6778-50460BF6020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3257055"/>
              <a:ext cx="619046" cy="463616"/>
            </a:xfrm>
            <a:prstGeom prst="rect">
              <a:avLst/>
            </a:prstGeom>
          </p:spPr>
        </p:pic>
        <p:pic>
          <p:nvPicPr>
            <p:cNvPr id="37" name="Graphic 36">
              <a:extLst>
                <a:ext uri="{FF2B5EF4-FFF2-40B4-BE49-F238E27FC236}">
                  <a16:creationId xmlns:a16="http://schemas.microsoft.com/office/drawing/2014/main" id="{E3EC20F5-CC68-5CE6-5A4E-FB4BB189853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3257055"/>
              <a:ext cx="619046" cy="463616"/>
            </a:xfrm>
            <a:prstGeom prst="rect">
              <a:avLst/>
            </a:prstGeom>
          </p:spPr>
        </p:pic>
        <p:pic>
          <p:nvPicPr>
            <p:cNvPr id="38" name="Graphic 37">
              <a:extLst>
                <a:ext uri="{FF2B5EF4-FFF2-40B4-BE49-F238E27FC236}">
                  <a16:creationId xmlns:a16="http://schemas.microsoft.com/office/drawing/2014/main" id="{9EBCF702-B4D9-4895-77CE-CC3A5735C6A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3257055"/>
              <a:ext cx="619046" cy="463616"/>
            </a:xfrm>
            <a:prstGeom prst="rect">
              <a:avLst/>
            </a:prstGeom>
          </p:spPr>
        </p:pic>
        <p:pic>
          <p:nvPicPr>
            <p:cNvPr id="39" name="Graphic 38">
              <a:extLst>
                <a:ext uri="{FF2B5EF4-FFF2-40B4-BE49-F238E27FC236}">
                  <a16:creationId xmlns:a16="http://schemas.microsoft.com/office/drawing/2014/main" id="{C4F35BBB-EA86-FD09-2099-E52C357DA80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4190257"/>
              <a:ext cx="619046" cy="463616"/>
            </a:xfrm>
            <a:prstGeom prst="rect">
              <a:avLst/>
            </a:prstGeom>
          </p:spPr>
        </p:pic>
        <p:pic>
          <p:nvPicPr>
            <p:cNvPr id="40" name="Graphic 39">
              <a:extLst>
                <a:ext uri="{FF2B5EF4-FFF2-40B4-BE49-F238E27FC236}">
                  <a16:creationId xmlns:a16="http://schemas.microsoft.com/office/drawing/2014/main" id="{531B79A6-E590-B771-C812-84A1A3E9A20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4190257"/>
              <a:ext cx="619046" cy="463616"/>
            </a:xfrm>
            <a:prstGeom prst="rect">
              <a:avLst/>
            </a:prstGeom>
          </p:spPr>
        </p:pic>
        <p:pic>
          <p:nvPicPr>
            <p:cNvPr id="41" name="Graphic 40">
              <a:extLst>
                <a:ext uri="{FF2B5EF4-FFF2-40B4-BE49-F238E27FC236}">
                  <a16:creationId xmlns:a16="http://schemas.microsoft.com/office/drawing/2014/main" id="{B5A96F32-5B3D-38A7-2C92-EBD42D82E58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4190257"/>
              <a:ext cx="619046" cy="463616"/>
            </a:xfrm>
            <a:prstGeom prst="rect">
              <a:avLst/>
            </a:prstGeom>
          </p:spPr>
        </p:pic>
        <p:pic>
          <p:nvPicPr>
            <p:cNvPr id="42" name="Graphic 41">
              <a:extLst>
                <a:ext uri="{FF2B5EF4-FFF2-40B4-BE49-F238E27FC236}">
                  <a16:creationId xmlns:a16="http://schemas.microsoft.com/office/drawing/2014/main" id="{42C2C9EF-2E85-DBA6-9153-59D44BB02C2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4190257"/>
              <a:ext cx="619046" cy="463616"/>
            </a:xfrm>
            <a:prstGeom prst="rect">
              <a:avLst/>
            </a:prstGeom>
          </p:spPr>
        </p:pic>
        <p:pic>
          <p:nvPicPr>
            <p:cNvPr id="43" name="Graphic 42">
              <a:extLst>
                <a:ext uri="{FF2B5EF4-FFF2-40B4-BE49-F238E27FC236}">
                  <a16:creationId xmlns:a16="http://schemas.microsoft.com/office/drawing/2014/main" id="{D668FE64-AA7E-332C-BC03-AEE657C9549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4190257"/>
              <a:ext cx="619046" cy="463616"/>
            </a:xfrm>
            <a:prstGeom prst="rect">
              <a:avLst/>
            </a:prstGeom>
          </p:spPr>
        </p:pic>
        <p:pic>
          <p:nvPicPr>
            <p:cNvPr id="44" name="Graphic 43">
              <a:extLst>
                <a:ext uri="{FF2B5EF4-FFF2-40B4-BE49-F238E27FC236}">
                  <a16:creationId xmlns:a16="http://schemas.microsoft.com/office/drawing/2014/main" id="{F40D727A-F77D-2703-FD8D-7801066B3C4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4190257"/>
              <a:ext cx="619046" cy="463616"/>
            </a:xfrm>
            <a:prstGeom prst="rect">
              <a:avLst/>
            </a:prstGeom>
          </p:spPr>
        </p:pic>
        <p:pic>
          <p:nvPicPr>
            <p:cNvPr id="45" name="Graphic 44">
              <a:extLst>
                <a:ext uri="{FF2B5EF4-FFF2-40B4-BE49-F238E27FC236}">
                  <a16:creationId xmlns:a16="http://schemas.microsoft.com/office/drawing/2014/main" id="{AF2E89FC-B100-071C-C97B-13D51793DF4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4190257"/>
              <a:ext cx="619046" cy="463616"/>
            </a:xfrm>
            <a:prstGeom prst="rect">
              <a:avLst/>
            </a:prstGeom>
          </p:spPr>
        </p:pic>
        <p:pic>
          <p:nvPicPr>
            <p:cNvPr id="46" name="Graphic 45">
              <a:extLst>
                <a:ext uri="{FF2B5EF4-FFF2-40B4-BE49-F238E27FC236}">
                  <a16:creationId xmlns:a16="http://schemas.microsoft.com/office/drawing/2014/main" id="{528C7888-AC92-2005-EC24-DB2B1882795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4190257"/>
              <a:ext cx="619046" cy="463616"/>
            </a:xfrm>
            <a:prstGeom prst="rect">
              <a:avLst/>
            </a:prstGeom>
          </p:spPr>
        </p:pic>
        <p:pic>
          <p:nvPicPr>
            <p:cNvPr id="47" name="Graphic 46">
              <a:extLst>
                <a:ext uri="{FF2B5EF4-FFF2-40B4-BE49-F238E27FC236}">
                  <a16:creationId xmlns:a16="http://schemas.microsoft.com/office/drawing/2014/main" id="{89D07E8E-9B2F-0344-D04E-37386AE1227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4190257"/>
              <a:ext cx="619046" cy="463616"/>
            </a:xfrm>
            <a:prstGeom prst="rect">
              <a:avLst/>
            </a:prstGeom>
          </p:spPr>
        </p:pic>
        <p:pic>
          <p:nvPicPr>
            <p:cNvPr id="48" name="Graphic 47">
              <a:extLst>
                <a:ext uri="{FF2B5EF4-FFF2-40B4-BE49-F238E27FC236}">
                  <a16:creationId xmlns:a16="http://schemas.microsoft.com/office/drawing/2014/main" id="{BF0013B3-90CC-D62E-88C2-FE0D36C331A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4190257"/>
              <a:ext cx="619046" cy="463616"/>
            </a:xfrm>
            <a:prstGeom prst="rect">
              <a:avLst/>
            </a:prstGeom>
          </p:spPr>
        </p:pic>
        <p:pic>
          <p:nvPicPr>
            <p:cNvPr id="49" name="Graphic 48">
              <a:extLst>
                <a:ext uri="{FF2B5EF4-FFF2-40B4-BE49-F238E27FC236}">
                  <a16:creationId xmlns:a16="http://schemas.microsoft.com/office/drawing/2014/main" id="{26CD55D7-CDA9-9595-F00B-67B26C6CC34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4190257"/>
              <a:ext cx="619046" cy="463616"/>
            </a:xfrm>
            <a:prstGeom prst="rect">
              <a:avLst/>
            </a:prstGeom>
          </p:spPr>
        </p:pic>
        <p:pic>
          <p:nvPicPr>
            <p:cNvPr id="50" name="Graphic 49">
              <a:extLst>
                <a:ext uri="{FF2B5EF4-FFF2-40B4-BE49-F238E27FC236}">
                  <a16:creationId xmlns:a16="http://schemas.microsoft.com/office/drawing/2014/main" id="{98296C0A-BA6A-E723-979A-70CF7713E06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5123459"/>
              <a:ext cx="619046" cy="463616"/>
            </a:xfrm>
            <a:prstGeom prst="rect">
              <a:avLst/>
            </a:prstGeom>
          </p:spPr>
        </p:pic>
        <p:pic>
          <p:nvPicPr>
            <p:cNvPr id="51" name="Graphic 50">
              <a:extLst>
                <a:ext uri="{FF2B5EF4-FFF2-40B4-BE49-F238E27FC236}">
                  <a16:creationId xmlns:a16="http://schemas.microsoft.com/office/drawing/2014/main" id="{5233E87B-DF4A-0823-7C45-C064D3A3468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5123459"/>
              <a:ext cx="619046" cy="463616"/>
            </a:xfrm>
            <a:prstGeom prst="rect">
              <a:avLst/>
            </a:prstGeom>
          </p:spPr>
        </p:pic>
        <p:pic>
          <p:nvPicPr>
            <p:cNvPr id="52" name="Graphic 51">
              <a:extLst>
                <a:ext uri="{FF2B5EF4-FFF2-40B4-BE49-F238E27FC236}">
                  <a16:creationId xmlns:a16="http://schemas.microsoft.com/office/drawing/2014/main" id="{9CD73691-92D9-B8A3-9DB0-F065227EADD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5123459"/>
              <a:ext cx="619046" cy="463616"/>
            </a:xfrm>
            <a:prstGeom prst="rect">
              <a:avLst/>
            </a:prstGeom>
          </p:spPr>
        </p:pic>
        <p:pic>
          <p:nvPicPr>
            <p:cNvPr id="53" name="Graphic 52">
              <a:extLst>
                <a:ext uri="{FF2B5EF4-FFF2-40B4-BE49-F238E27FC236}">
                  <a16:creationId xmlns:a16="http://schemas.microsoft.com/office/drawing/2014/main" id="{44E5F319-7DD5-92BD-347A-CEB4A5584E9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5123459"/>
              <a:ext cx="619046" cy="463616"/>
            </a:xfrm>
            <a:prstGeom prst="rect">
              <a:avLst/>
            </a:prstGeom>
          </p:spPr>
        </p:pic>
        <p:pic>
          <p:nvPicPr>
            <p:cNvPr id="54" name="Graphic 53">
              <a:extLst>
                <a:ext uri="{FF2B5EF4-FFF2-40B4-BE49-F238E27FC236}">
                  <a16:creationId xmlns:a16="http://schemas.microsoft.com/office/drawing/2014/main" id="{2808D736-8A73-FF79-B6C2-62D5FF58C4B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5123459"/>
              <a:ext cx="619046" cy="463616"/>
            </a:xfrm>
            <a:prstGeom prst="rect">
              <a:avLst/>
            </a:prstGeom>
          </p:spPr>
        </p:pic>
        <p:pic>
          <p:nvPicPr>
            <p:cNvPr id="55" name="Graphic 54">
              <a:extLst>
                <a:ext uri="{FF2B5EF4-FFF2-40B4-BE49-F238E27FC236}">
                  <a16:creationId xmlns:a16="http://schemas.microsoft.com/office/drawing/2014/main" id="{8C6E22DC-D78A-D9BA-E4A8-326CEEEBC74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5123459"/>
              <a:ext cx="619046" cy="463616"/>
            </a:xfrm>
            <a:prstGeom prst="rect">
              <a:avLst/>
            </a:prstGeom>
          </p:spPr>
        </p:pic>
        <p:pic>
          <p:nvPicPr>
            <p:cNvPr id="56" name="Graphic 55">
              <a:extLst>
                <a:ext uri="{FF2B5EF4-FFF2-40B4-BE49-F238E27FC236}">
                  <a16:creationId xmlns:a16="http://schemas.microsoft.com/office/drawing/2014/main" id="{EFD36FE4-77E7-7ADC-2143-E1BCD014696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5123459"/>
              <a:ext cx="619046" cy="463616"/>
            </a:xfrm>
            <a:prstGeom prst="rect">
              <a:avLst/>
            </a:prstGeom>
          </p:spPr>
        </p:pic>
        <p:pic>
          <p:nvPicPr>
            <p:cNvPr id="57" name="Graphic 56">
              <a:extLst>
                <a:ext uri="{FF2B5EF4-FFF2-40B4-BE49-F238E27FC236}">
                  <a16:creationId xmlns:a16="http://schemas.microsoft.com/office/drawing/2014/main" id="{EF7142A9-C5AD-72CC-CF82-C5835915207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5123459"/>
              <a:ext cx="619046" cy="463616"/>
            </a:xfrm>
            <a:prstGeom prst="rect">
              <a:avLst/>
            </a:prstGeom>
          </p:spPr>
        </p:pic>
        <p:pic>
          <p:nvPicPr>
            <p:cNvPr id="58" name="Graphic 57">
              <a:extLst>
                <a:ext uri="{FF2B5EF4-FFF2-40B4-BE49-F238E27FC236}">
                  <a16:creationId xmlns:a16="http://schemas.microsoft.com/office/drawing/2014/main" id="{95CFBE6D-EF08-4639-8B2F-A3271F77072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5123459"/>
              <a:ext cx="619046" cy="463616"/>
            </a:xfrm>
            <a:prstGeom prst="rect">
              <a:avLst/>
            </a:prstGeom>
          </p:spPr>
        </p:pic>
        <p:pic>
          <p:nvPicPr>
            <p:cNvPr id="59" name="Graphic 58">
              <a:extLst>
                <a:ext uri="{FF2B5EF4-FFF2-40B4-BE49-F238E27FC236}">
                  <a16:creationId xmlns:a16="http://schemas.microsoft.com/office/drawing/2014/main" id="{279336E2-C111-999F-1420-CE2BBFBD243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5123459"/>
              <a:ext cx="619046" cy="463616"/>
            </a:xfrm>
            <a:prstGeom prst="rect">
              <a:avLst/>
            </a:prstGeom>
          </p:spPr>
        </p:pic>
        <p:pic>
          <p:nvPicPr>
            <p:cNvPr id="60" name="Graphic 59">
              <a:extLst>
                <a:ext uri="{FF2B5EF4-FFF2-40B4-BE49-F238E27FC236}">
                  <a16:creationId xmlns:a16="http://schemas.microsoft.com/office/drawing/2014/main" id="{DA3FB643-9B7C-85FB-A6D6-CAF690C2394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5123459"/>
              <a:ext cx="619046" cy="463616"/>
            </a:xfrm>
            <a:prstGeom prst="rect">
              <a:avLst/>
            </a:prstGeom>
          </p:spPr>
        </p:pic>
        <p:pic>
          <p:nvPicPr>
            <p:cNvPr id="61" name="Graphic 60">
              <a:extLst>
                <a:ext uri="{FF2B5EF4-FFF2-40B4-BE49-F238E27FC236}">
                  <a16:creationId xmlns:a16="http://schemas.microsoft.com/office/drawing/2014/main" id="{A6D7E06F-68E6-0377-0A03-EFDC67C3864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6056661"/>
              <a:ext cx="619046" cy="463616"/>
            </a:xfrm>
            <a:prstGeom prst="rect">
              <a:avLst/>
            </a:prstGeom>
          </p:spPr>
        </p:pic>
        <p:pic>
          <p:nvPicPr>
            <p:cNvPr id="62" name="Graphic 61">
              <a:extLst>
                <a:ext uri="{FF2B5EF4-FFF2-40B4-BE49-F238E27FC236}">
                  <a16:creationId xmlns:a16="http://schemas.microsoft.com/office/drawing/2014/main" id="{7BFE9C0A-9DA5-6C2C-4595-66C802F8B1B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6056661"/>
              <a:ext cx="619046" cy="463616"/>
            </a:xfrm>
            <a:prstGeom prst="rect">
              <a:avLst/>
            </a:prstGeom>
          </p:spPr>
        </p:pic>
        <p:pic>
          <p:nvPicPr>
            <p:cNvPr id="63" name="Graphic 62">
              <a:extLst>
                <a:ext uri="{FF2B5EF4-FFF2-40B4-BE49-F238E27FC236}">
                  <a16:creationId xmlns:a16="http://schemas.microsoft.com/office/drawing/2014/main" id="{EF979721-49AD-232C-0A9A-EA561E0E81F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6056661"/>
              <a:ext cx="619046" cy="463616"/>
            </a:xfrm>
            <a:prstGeom prst="rect">
              <a:avLst/>
            </a:prstGeom>
          </p:spPr>
        </p:pic>
        <p:pic>
          <p:nvPicPr>
            <p:cNvPr id="64" name="Graphic 63">
              <a:extLst>
                <a:ext uri="{FF2B5EF4-FFF2-40B4-BE49-F238E27FC236}">
                  <a16:creationId xmlns:a16="http://schemas.microsoft.com/office/drawing/2014/main" id="{0581DC35-E2A5-2CB2-7D18-978776F2B92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6056661"/>
              <a:ext cx="619046" cy="463616"/>
            </a:xfrm>
            <a:prstGeom prst="rect">
              <a:avLst/>
            </a:prstGeom>
          </p:spPr>
        </p:pic>
        <p:pic>
          <p:nvPicPr>
            <p:cNvPr id="65" name="Graphic 64">
              <a:extLst>
                <a:ext uri="{FF2B5EF4-FFF2-40B4-BE49-F238E27FC236}">
                  <a16:creationId xmlns:a16="http://schemas.microsoft.com/office/drawing/2014/main" id="{086AB143-2039-C68F-B0BD-8F0FF85ED77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6056661"/>
              <a:ext cx="619046" cy="463616"/>
            </a:xfrm>
            <a:prstGeom prst="rect">
              <a:avLst/>
            </a:prstGeom>
          </p:spPr>
        </p:pic>
        <p:pic>
          <p:nvPicPr>
            <p:cNvPr id="66" name="Graphic 65">
              <a:extLst>
                <a:ext uri="{FF2B5EF4-FFF2-40B4-BE49-F238E27FC236}">
                  <a16:creationId xmlns:a16="http://schemas.microsoft.com/office/drawing/2014/main" id="{9E26154D-1E9B-1D46-439D-395C75EC2AA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6056661"/>
              <a:ext cx="619046" cy="463616"/>
            </a:xfrm>
            <a:prstGeom prst="rect">
              <a:avLst/>
            </a:prstGeom>
          </p:spPr>
        </p:pic>
        <p:pic>
          <p:nvPicPr>
            <p:cNvPr id="67" name="Graphic 66">
              <a:extLst>
                <a:ext uri="{FF2B5EF4-FFF2-40B4-BE49-F238E27FC236}">
                  <a16:creationId xmlns:a16="http://schemas.microsoft.com/office/drawing/2014/main" id="{B0B0015C-651A-46C2-47AF-9BAF2BD6AFF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6056661"/>
              <a:ext cx="619046" cy="463616"/>
            </a:xfrm>
            <a:prstGeom prst="rect">
              <a:avLst/>
            </a:prstGeom>
          </p:spPr>
        </p:pic>
        <p:pic>
          <p:nvPicPr>
            <p:cNvPr id="68" name="Graphic 67">
              <a:extLst>
                <a:ext uri="{FF2B5EF4-FFF2-40B4-BE49-F238E27FC236}">
                  <a16:creationId xmlns:a16="http://schemas.microsoft.com/office/drawing/2014/main" id="{231D646A-8211-5790-3CD1-12248822F39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6056661"/>
              <a:ext cx="619046" cy="463616"/>
            </a:xfrm>
            <a:prstGeom prst="rect">
              <a:avLst/>
            </a:prstGeom>
          </p:spPr>
        </p:pic>
        <p:pic>
          <p:nvPicPr>
            <p:cNvPr id="69" name="Graphic 68">
              <a:extLst>
                <a:ext uri="{FF2B5EF4-FFF2-40B4-BE49-F238E27FC236}">
                  <a16:creationId xmlns:a16="http://schemas.microsoft.com/office/drawing/2014/main" id="{DCFBEF49-5937-449C-CEC3-0B9701EAFF5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6056661"/>
              <a:ext cx="619046" cy="463616"/>
            </a:xfrm>
            <a:prstGeom prst="rect">
              <a:avLst/>
            </a:prstGeom>
          </p:spPr>
        </p:pic>
        <p:pic>
          <p:nvPicPr>
            <p:cNvPr id="70" name="Graphic 69">
              <a:extLst>
                <a:ext uri="{FF2B5EF4-FFF2-40B4-BE49-F238E27FC236}">
                  <a16:creationId xmlns:a16="http://schemas.microsoft.com/office/drawing/2014/main" id="{57E7CC47-5FEB-288D-33E3-9111D57914A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6056661"/>
              <a:ext cx="619046" cy="463616"/>
            </a:xfrm>
            <a:prstGeom prst="rect">
              <a:avLst/>
            </a:prstGeom>
          </p:spPr>
        </p:pic>
        <p:pic>
          <p:nvPicPr>
            <p:cNvPr id="71" name="Graphic 70">
              <a:extLst>
                <a:ext uri="{FF2B5EF4-FFF2-40B4-BE49-F238E27FC236}">
                  <a16:creationId xmlns:a16="http://schemas.microsoft.com/office/drawing/2014/main" id="{6A42F606-9288-639D-8F6A-AE390B228C5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6056661"/>
              <a:ext cx="619046" cy="463616"/>
            </a:xfrm>
            <a:prstGeom prst="rect">
              <a:avLst/>
            </a:prstGeom>
          </p:spPr>
        </p:pic>
        <p:pic>
          <p:nvPicPr>
            <p:cNvPr id="72" name="Graphic 71">
              <a:extLst>
                <a:ext uri="{FF2B5EF4-FFF2-40B4-BE49-F238E27FC236}">
                  <a16:creationId xmlns:a16="http://schemas.microsoft.com/office/drawing/2014/main" id="{547B71B3-57C5-7BFC-FF11-047F18EA321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391518"/>
              <a:ext cx="619046" cy="463616"/>
            </a:xfrm>
            <a:prstGeom prst="rect">
              <a:avLst/>
            </a:prstGeom>
          </p:spPr>
        </p:pic>
        <p:pic>
          <p:nvPicPr>
            <p:cNvPr id="73" name="Graphic 72">
              <a:extLst>
                <a:ext uri="{FF2B5EF4-FFF2-40B4-BE49-F238E27FC236}">
                  <a16:creationId xmlns:a16="http://schemas.microsoft.com/office/drawing/2014/main" id="{4B1EF7A0-960B-9E93-B327-463A0793DF3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391518"/>
              <a:ext cx="619046" cy="463616"/>
            </a:xfrm>
            <a:prstGeom prst="rect">
              <a:avLst/>
            </a:prstGeom>
          </p:spPr>
        </p:pic>
        <p:pic>
          <p:nvPicPr>
            <p:cNvPr id="74" name="Graphic 73">
              <a:extLst>
                <a:ext uri="{FF2B5EF4-FFF2-40B4-BE49-F238E27FC236}">
                  <a16:creationId xmlns:a16="http://schemas.microsoft.com/office/drawing/2014/main" id="{27D4AE3B-380A-2DC6-42D8-625B4D30BD0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391518"/>
              <a:ext cx="619046" cy="463616"/>
            </a:xfrm>
            <a:prstGeom prst="rect">
              <a:avLst/>
            </a:prstGeom>
          </p:spPr>
        </p:pic>
        <p:pic>
          <p:nvPicPr>
            <p:cNvPr id="75" name="Graphic 74">
              <a:extLst>
                <a:ext uri="{FF2B5EF4-FFF2-40B4-BE49-F238E27FC236}">
                  <a16:creationId xmlns:a16="http://schemas.microsoft.com/office/drawing/2014/main" id="{92F9F7F8-CFEE-F55D-8030-401819225D4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391518"/>
              <a:ext cx="619046" cy="463616"/>
            </a:xfrm>
            <a:prstGeom prst="rect">
              <a:avLst/>
            </a:prstGeom>
          </p:spPr>
        </p:pic>
        <p:pic>
          <p:nvPicPr>
            <p:cNvPr id="76" name="Graphic 75">
              <a:extLst>
                <a:ext uri="{FF2B5EF4-FFF2-40B4-BE49-F238E27FC236}">
                  <a16:creationId xmlns:a16="http://schemas.microsoft.com/office/drawing/2014/main" id="{B63F2A84-441E-9455-8176-3B942F48961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391518"/>
              <a:ext cx="619046" cy="463616"/>
            </a:xfrm>
            <a:prstGeom prst="rect">
              <a:avLst/>
            </a:prstGeom>
          </p:spPr>
        </p:pic>
        <p:pic>
          <p:nvPicPr>
            <p:cNvPr id="77" name="Graphic 76">
              <a:extLst>
                <a:ext uri="{FF2B5EF4-FFF2-40B4-BE49-F238E27FC236}">
                  <a16:creationId xmlns:a16="http://schemas.microsoft.com/office/drawing/2014/main" id="{B3183250-1610-6559-FD26-93B13A66F81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391518"/>
              <a:ext cx="619046" cy="463616"/>
            </a:xfrm>
            <a:prstGeom prst="rect">
              <a:avLst/>
            </a:prstGeom>
          </p:spPr>
        </p:pic>
        <p:pic>
          <p:nvPicPr>
            <p:cNvPr id="78" name="Graphic 77">
              <a:extLst>
                <a:ext uri="{FF2B5EF4-FFF2-40B4-BE49-F238E27FC236}">
                  <a16:creationId xmlns:a16="http://schemas.microsoft.com/office/drawing/2014/main" id="{8D9180BE-152D-7730-9226-EBEFE6E9800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391518"/>
              <a:ext cx="619046" cy="463616"/>
            </a:xfrm>
            <a:prstGeom prst="rect">
              <a:avLst/>
            </a:prstGeom>
          </p:spPr>
        </p:pic>
        <p:pic>
          <p:nvPicPr>
            <p:cNvPr id="79" name="Graphic 78">
              <a:extLst>
                <a:ext uri="{FF2B5EF4-FFF2-40B4-BE49-F238E27FC236}">
                  <a16:creationId xmlns:a16="http://schemas.microsoft.com/office/drawing/2014/main" id="{52164614-F962-317F-EA3F-3A135F6B5BB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391518"/>
              <a:ext cx="619046" cy="463616"/>
            </a:xfrm>
            <a:prstGeom prst="rect">
              <a:avLst/>
            </a:prstGeom>
          </p:spPr>
        </p:pic>
        <p:pic>
          <p:nvPicPr>
            <p:cNvPr id="80" name="Graphic 79">
              <a:extLst>
                <a:ext uri="{FF2B5EF4-FFF2-40B4-BE49-F238E27FC236}">
                  <a16:creationId xmlns:a16="http://schemas.microsoft.com/office/drawing/2014/main" id="{84728B60-0734-DE72-5471-97573FF5992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391518"/>
              <a:ext cx="619046" cy="463616"/>
            </a:xfrm>
            <a:prstGeom prst="rect">
              <a:avLst/>
            </a:prstGeom>
          </p:spPr>
        </p:pic>
        <p:pic>
          <p:nvPicPr>
            <p:cNvPr id="81" name="Graphic 80">
              <a:extLst>
                <a:ext uri="{FF2B5EF4-FFF2-40B4-BE49-F238E27FC236}">
                  <a16:creationId xmlns:a16="http://schemas.microsoft.com/office/drawing/2014/main" id="{6A1B2626-91F5-5491-AA91-C2C36CFEE22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391518"/>
              <a:ext cx="619046" cy="463616"/>
            </a:xfrm>
            <a:prstGeom prst="rect">
              <a:avLst/>
            </a:prstGeom>
          </p:spPr>
        </p:pic>
        <p:pic>
          <p:nvPicPr>
            <p:cNvPr id="82" name="Graphic 81">
              <a:extLst>
                <a:ext uri="{FF2B5EF4-FFF2-40B4-BE49-F238E27FC236}">
                  <a16:creationId xmlns:a16="http://schemas.microsoft.com/office/drawing/2014/main" id="{7091C544-D7C3-1AE9-F5BC-5DF55206B1A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391518"/>
              <a:ext cx="619046" cy="463616"/>
            </a:xfrm>
            <a:prstGeom prst="rect">
              <a:avLst/>
            </a:prstGeom>
          </p:spPr>
        </p:pic>
      </p:grpSp>
      <p:pic>
        <p:nvPicPr>
          <p:cNvPr id="2" name="Graphic 1">
            <a:extLst>
              <a:ext uri="{FF2B5EF4-FFF2-40B4-BE49-F238E27FC236}">
                <a16:creationId xmlns:a16="http://schemas.microsoft.com/office/drawing/2014/main" id="{CCA87CE8-0B7A-14EC-1708-06F65742B742}"/>
              </a:ext>
            </a:extLst>
          </p:cNvPr>
          <p:cNvPicPr>
            <a:picLocks noChangeAspect="1"/>
          </p:cNvPicPr>
          <p:nvPr/>
        </p:nvPicPr>
        <p:blipFill>
          <a:blip>
            <a:lum bright="100000"/>
            <a:extLst>
              <a:ext uri="{96DAC541-7B7A-43D3-8B79-37D633B846F1}">
                <asvg:svgBlip xmlns:asvg="http://schemas.microsoft.com/office/drawing/2016/SVG/main" r:embed="rId3"/>
              </a:ext>
            </a:extLst>
          </a:blip>
          <a:stretch>
            <a:fillRect/>
          </a:stretch>
        </p:blipFill>
        <p:spPr>
          <a:xfrm>
            <a:off x="571501" y="6274974"/>
            <a:ext cx="618133" cy="411576"/>
          </a:xfrm>
          <a:prstGeom prst="rect">
            <a:avLst/>
          </a:prstGeom>
        </p:spPr>
      </p:pic>
      <p:grpSp>
        <p:nvGrpSpPr>
          <p:cNvPr id="83" name="Group 82">
            <a:extLst>
              <a:ext uri="{FF2B5EF4-FFF2-40B4-BE49-F238E27FC236}">
                <a16:creationId xmlns:a16="http://schemas.microsoft.com/office/drawing/2014/main" id="{12BDEE72-7B8E-F978-057F-E9CCD475854D}"/>
              </a:ext>
            </a:extLst>
          </p:cNvPr>
          <p:cNvGrpSpPr/>
          <p:nvPr/>
        </p:nvGrpSpPr>
        <p:grpSpPr>
          <a:xfrm>
            <a:off x="1806546" y="1674270"/>
            <a:ext cx="2333638" cy="3471028"/>
            <a:chOff x="2963160" y="1639137"/>
            <a:chExt cx="1611866" cy="2397473"/>
          </a:xfrm>
          <a:gradFill>
            <a:gsLst>
              <a:gs pos="30000">
                <a:srgbClr val="079FE7"/>
              </a:gs>
              <a:gs pos="70100">
                <a:schemeClr val="accent4"/>
              </a:gs>
              <a:gs pos="0">
                <a:srgbClr val="4ACD87"/>
              </a:gs>
              <a:gs pos="50000">
                <a:schemeClr val="accent1"/>
              </a:gs>
              <a:gs pos="100000">
                <a:srgbClr val="E85CB8"/>
              </a:gs>
            </a:gsLst>
            <a:lin ang="18900000" scaled="1"/>
          </a:gradFill>
        </p:grpSpPr>
        <p:sp>
          <p:nvSpPr>
            <p:cNvPr id="84" name="Rectangle: Rounded Corners 83">
              <a:extLst>
                <a:ext uri="{FF2B5EF4-FFF2-40B4-BE49-F238E27FC236}">
                  <a16:creationId xmlns:a16="http://schemas.microsoft.com/office/drawing/2014/main" id="{621E647F-34B2-99E0-6B3E-581C361F4C38}"/>
                </a:ext>
              </a:extLst>
            </p:cNvPr>
            <p:cNvSpPr/>
            <p:nvPr/>
          </p:nvSpPr>
          <p:spPr>
            <a:xfrm rot="18998661">
              <a:off x="2963160" y="1639137"/>
              <a:ext cx="914400" cy="914400"/>
            </a:xfrm>
            <a:prstGeom prst="roundRect">
              <a:avLst>
                <a:gd name="adj" fmla="val 13195"/>
              </a:avLst>
            </a:prstGeom>
            <a:grpFill/>
            <a:ln w="635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a:solidFill>
                  <a:schemeClr val="tx1"/>
                </a:solidFill>
              </a:endParaRPr>
            </a:p>
          </p:txBody>
        </p:sp>
        <p:sp>
          <p:nvSpPr>
            <p:cNvPr id="85" name="Rectangle: Rounded Corners 84">
              <a:extLst>
                <a:ext uri="{FF2B5EF4-FFF2-40B4-BE49-F238E27FC236}">
                  <a16:creationId xmlns:a16="http://schemas.microsoft.com/office/drawing/2014/main" id="{0A5799DA-6176-1BF7-1F7F-F7E8A0287A49}"/>
                </a:ext>
              </a:extLst>
            </p:cNvPr>
            <p:cNvSpPr/>
            <p:nvPr/>
          </p:nvSpPr>
          <p:spPr>
            <a:xfrm rot="18998661">
              <a:off x="3660626" y="2380674"/>
              <a:ext cx="914400" cy="914400"/>
            </a:xfrm>
            <a:prstGeom prst="roundRect">
              <a:avLst>
                <a:gd name="adj" fmla="val 13195"/>
              </a:avLst>
            </a:prstGeom>
            <a:grpFill/>
            <a:ln w="635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a:solidFill>
                  <a:schemeClr val="tx1"/>
                </a:solidFill>
              </a:endParaRPr>
            </a:p>
          </p:txBody>
        </p:sp>
        <p:sp>
          <p:nvSpPr>
            <p:cNvPr id="86" name="Rectangle: Rounded Corners 85">
              <a:extLst>
                <a:ext uri="{FF2B5EF4-FFF2-40B4-BE49-F238E27FC236}">
                  <a16:creationId xmlns:a16="http://schemas.microsoft.com/office/drawing/2014/main" id="{E2D93098-AD80-EDEC-C6C1-77445B7B27C0}"/>
                </a:ext>
              </a:extLst>
            </p:cNvPr>
            <p:cNvSpPr/>
            <p:nvPr/>
          </p:nvSpPr>
          <p:spPr>
            <a:xfrm rot="18998661">
              <a:off x="2963160" y="3122210"/>
              <a:ext cx="914400" cy="914400"/>
            </a:xfrm>
            <a:prstGeom prst="roundRect">
              <a:avLst>
                <a:gd name="adj" fmla="val 13195"/>
              </a:avLst>
            </a:prstGeom>
            <a:grpFill/>
            <a:ln w="635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a:solidFill>
                  <a:schemeClr val="tx1"/>
                </a:solidFill>
              </a:endParaRPr>
            </a:p>
          </p:txBody>
        </p:sp>
      </p:grpSp>
      <p:sp>
        <p:nvSpPr>
          <p:cNvPr id="87" name="Rectangle: Top Corners Rounded 86">
            <a:extLst>
              <a:ext uri="{FF2B5EF4-FFF2-40B4-BE49-F238E27FC236}">
                <a16:creationId xmlns:a16="http://schemas.microsoft.com/office/drawing/2014/main" id="{80957CAC-CC2B-5372-85F3-0C8F162B2C66}"/>
              </a:ext>
            </a:extLst>
          </p:cNvPr>
          <p:cNvSpPr/>
          <p:nvPr/>
        </p:nvSpPr>
        <p:spPr>
          <a:xfrm rot="5400000">
            <a:off x="795325" y="1766903"/>
            <a:ext cx="1676424" cy="3267074"/>
          </a:xfrm>
          <a:prstGeom prst="round2SameRect">
            <a:avLst>
              <a:gd name="adj1" fmla="val 14502"/>
              <a:gd name="adj2" fmla="val 0"/>
            </a:avLst>
          </a:prstGeom>
          <a:gradFill flip="none" rotWithShape="1">
            <a:gsLst>
              <a:gs pos="53000">
                <a:schemeClr val="tx1"/>
              </a:gs>
              <a:gs pos="100000">
                <a:schemeClr val="tx1">
                  <a:alpha val="0"/>
                </a:schemeClr>
              </a:gs>
            </a:gsLst>
            <a:lin ang="5400000" scaled="1"/>
            <a:tileRect/>
          </a:gradFill>
          <a:ln>
            <a:noFill/>
            <a:headEnd type="none" w="med" len="med"/>
            <a:tailEnd type="none" w="med" len="med"/>
          </a:ln>
          <a:effectLst>
            <a:outerShdw blurRad="165100" algn="ctr" rotWithShape="0">
              <a:schemeClr val="bg1">
                <a:lumMod val="50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a:cs typeface="Segoe UI" pitchFamily="34" charset="0"/>
            </a:endParaRPr>
          </a:p>
        </p:txBody>
      </p:sp>
      <p:sp>
        <p:nvSpPr>
          <p:cNvPr id="89" name="Rectangle: Rounded Corners 88">
            <a:extLst>
              <a:ext uri="{FF2B5EF4-FFF2-40B4-BE49-F238E27FC236}">
                <a16:creationId xmlns:a16="http://schemas.microsoft.com/office/drawing/2014/main" id="{B26587DD-F080-4C31-CA12-930219DCB4EC}"/>
              </a:ext>
            </a:extLst>
          </p:cNvPr>
          <p:cNvSpPr/>
          <p:nvPr/>
        </p:nvSpPr>
        <p:spPr bwMode="auto">
          <a:xfrm>
            <a:off x="4632150" y="573968"/>
            <a:ext cx="6988350" cy="5561719"/>
          </a:xfrm>
          <a:prstGeom prst="roundRect">
            <a:avLst>
              <a:gd name="adj" fmla="val 3434"/>
            </a:avLst>
          </a:prstGeom>
          <a:solidFill>
            <a:srgbClr val="112633"/>
          </a:solidFill>
          <a:ln w="12700" cap="flat" cmpd="sng" algn="ctr">
            <a:gradFill flip="none" rotWithShape="1">
              <a:gsLst>
                <a:gs pos="0">
                  <a:srgbClr val="0078D4"/>
                </a:gs>
                <a:gs pos="100000">
                  <a:srgbClr val="C03BC4"/>
                </a:gs>
              </a:gsLst>
              <a:lin ang="2700000" scaled="1"/>
              <a:tileRect/>
            </a:gra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274320" tIns="548640" rIns="274320" bIns="0" numCol="1" spcCol="0" rtlCol="0" fromWordArt="0" anchor="ctr" anchorCtr="0" forceAA="0" compatLnSpc="1">
            <a:prstTxWarp prst="textNoShape">
              <a:avLst/>
            </a:prstTxWarp>
            <a:noAutofit/>
          </a:bodyPr>
          <a:lstStyle/>
          <a:p>
            <a:pPr lvl="0"/>
            <a:endParaRPr lang="en-US" sz="1400">
              <a:latin typeface="Segoe Sans Display Semilight" pitchFamily="2" charset="0"/>
              <a:cs typeface="Segoe Sans Display Semilight" pitchFamily="2" charset="0"/>
            </a:endParaRPr>
          </a:p>
        </p:txBody>
      </p:sp>
      <p:sp>
        <p:nvSpPr>
          <p:cNvPr id="96" name="Text Placeholder 21">
            <a:extLst>
              <a:ext uri="{FF2B5EF4-FFF2-40B4-BE49-F238E27FC236}">
                <a16:creationId xmlns:a16="http://schemas.microsoft.com/office/drawing/2014/main" id="{1A03B0C0-A20F-5A3C-9BB8-2F77A1FBF971}"/>
              </a:ext>
            </a:extLst>
          </p:cNvPr>
          <p:cNvSpPr>
            <a:spLocks noGrp="1"/>
          </p:cNvSpPr>
          <p:nvPr>
            <p:ph type="body" sz="quarter" idx="13"/>
          </p:nvPr>
        </p:nvSpPr>
        <p:spPr>
          <a:xfrm>
            <a:off x="5691870" y="932366"/>
            <a:ext cx="5433329" cy="276999"/>
          </a:xfrm>
        </p:spPr>
        <p:txBody>
          <a:bodyPr anchor="ctr"/>
          <a:lstStyle>
            <a:lvl1pPr>
              <a:buNone/>
              <a:defRPr lang="en-US" sz="1800" b="0" kern="1200" dirty="0" smtClean="0">
                <a:solidFill>
                  <a:schemeClr val="bg1"/>
                </a:solidFill>
                <a:latin typeface="+mj-lt"/>
                <a:ea typeface="+mn-ea"/>
                <a:cs typeface="+mn-cs"/>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Click to edit Master text styles</a:t>
            </a:r>
          </a:p>
        </p:txBody>
      </p:sp>
      <p:sp>
        <p:nvSpPr>
          <p:cNvPr id="97" name="Text Placeholder 21">
            <a:extLst>
              <a:ext uri="{FF2B5EF4-FFF2-40B4-BE49-F238E27FC236}">
                <a16:creationId xmlns:a16="http://schemas.microsoft.com/office/drawing/2014/main" id="{64CA04F9-94EE-5F3C-98ED-F53EB8F3638D}"/>
              </a:ext>
            </a:extLst>
          </p:cNvPr>
          <p:cNvSpPr>
            <a:spLocks noGrp="1"/>
          </p:cNvSpPr>
          <p:nvPr>
            <p:ph type="body" sz="quarter" idx="14"/>
          </p:nvPr>
        </p:nvSpPr>
        <p:spPr>
          <a:xfrm>
            <a:off x="5691870" y="1839529"/>
            <a:ext cx="5433329" cy="276999"/>
          </a:xfrm>
        </p:spPr>
        <p:txBody>
          <a:bodyPr anchor="ctr"/>
          <a:lstStyle>
            <a:lvl1pPr>
              <a:buNone/>
              <a:defRPr lang="en-US" sz="1800" b="0" kern="1200" dirty="0" smtClean="0">
                <a:solidFill>
                  <a:schemeClr val="bg1"/>
                </a:solidFill>
                <a:latin typeface="+mj-lt"/>
                <a:ea typeface="+mn-ea"/>
                <a:cs typeface="+mn-cs"/>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Click to edit Master text styles</a:t>
            </a:r>
          </a:p>
        </p:txBody>
      </p:sp>
      <p:sp>
        <p:nvSpPr>
          <p:cNvPr id="98" name="Text Placeholder 21">
            <a:extLst>
              <a:ext uri="{FF2B5EF4-FFF2-40B4-BE49-F238E27FC236}">
                <a16:creationId xmlns:a16="http://schemas.microsoft.com/office/drawing/2014/main" id="{19B02427-5537-8BED-6A57-7C5ABBAFB701}"/>
              </a:ext>
            </a:extLst>
          </p:cNvPr>
          <p:cNvSpPr>
            <a:spLocks noGrp="1"/>
          </p:cNvSpPr>
          <p:nvPr>
            <p:ph type="body" sz="quarter" idx="15"/>
          </p:nvPr>
        </p:nvSpPr>
        <p:spPr>
          <a:xfrm>
            <a:off x="5691870" y="2746694"/>
            <a:ext cx="5433329" cy="276999"/>
          </a:xfrm>
        </p:spPr>
        <p:txBody>
          <a:bodyPr anchor="ctr"/>
          <a:lstStyle>
            <a:lvl1pPr>
              <a:buNone/>
              <a:defRPr lang="en-US" sz="1800" b="0" kern="1200" dirty="0" smtClean="0">
                <a:solidFill>
                  <a:schemeClr val="bg1"/>
                </a:solidFill>
                <a:latin typeface="+mj-lt"/>
                <a:ea typeface="+mn-ea"/>
                <a:cs typeface="+mn-cs"/>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Click to edit Master text styles</a:t>
            </a:r>
          </a:p>
        </p:txBody>
      </p:sp>
      <p:sp>
        <p:nvSpPr>
          <p:cNvPr id="99" name="Text Placeholder 21">
            <a:extLst>
              <a:ext uri="{FF2B5EF4-FFF2-40B4-BE49-F238E27FC236}">
                <a16:creationId xmlns:a16="http://schemas.microsoft.com/office/drawing/2014/main" id="{F2C9B1D7-BF9B-D05C-AAB5-44C53D60C344}"/>
              </a:ext>
            </a:extLst>
          </p:cNvPr>
          <p:cNvSpPr>
            <a:spLocks noGrp="1"/>
          </p:cNvSpPr>
          <p:nvPr>
            <p:ph type="body" sz="quarter" idx="16"/>
          </p:nvPr>
        </p:nvSpPr>
        <p:spPr>
          <a:xfrm>
            <a:off x="5691870" y="3653859"/>
            <a:ext cx="5433329" cy="276999"/>
          </a:xfrm>
        </p:spPr>
        <p:txBody>
          <a:bodyPr anchor="ctr"/>
          <a:lstStyle>
            <a:lvl1pPr>
              <a:buNone/>
              <a:defRPr lang="en-US" sz="1800" b="0" kern="1200" dirty="0" smtClean="0">
                <a:solidFill>
                  <a:schemeClr val="bg1"/>
                </a:solidFill>
                <a:latin typeface="+mj-lt"/>
                <a:ea typeface="+mn-ea"/>
                <a:cs typeface="+mn-cs"/>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Click to edit Master text styles</a:t>
            </a:r>
          </a:p>
        </p:txBody>
      </p:sp>
      <p:sp>
        <p:nvSpPr>
          <p:cNvPr id="100" name="Text Placeholder 21">
            <a:extLst>
              <a:ext uri="{FF2B5EF4-FFF2-40B4-BE49-F238E27FC236}">
                <a16:creationId xmlns:a16="http://schemas.microsoft.com/office/drawing/2014/main" id="{1BE95A51-99A8-AB43-8EAF-703C89905DF0}"/>
              </a:ext>
            </a:extLst>
          </p:cNvPr>
          <p:cNvSpPr>
            <a:spLocks noGrp="1"/>
          </p:cNvSpPr>
          <p:nvPr>
            <p:ph type="body" sz="quarter" idx="17"/>
          </p:nvPr>
        </p:nvSpPr>
        <p:spPr>
          <a:xfrm>
            <a:off x="5691870" y="4561023"/>
            <a:ext cx="5433329" cy="276999"/>
          </a:xfrm>
        </p:spPr>
        <p:txBody>
          <a:bodyPr anchor="ctr"/>
          <a:lstStyle>
            <a:lvl1pPr>
              <a:buNone/>
              <a:defRPr lang="en-US" sz="1800" b="0" kern="1200" dirty="0" smtClean="0">
                <a:solidFill>
                  <a:schemeClr val="bg1"/>
                </a:solidFill>
                <a:latin typeface="+mj-lt"/>
                <a:ea typeface="+mn-ea"/>
                <a:cs typeface="+mn-cs"/>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Click to edit Master text styles</a:t>
            </a:r>
          </a:p>
        </p:txBody>
      </p:sp>
      <p:sp>
        <p:nvSpPr>
          <p:cNvPr id="101" name="Text Placeholder 21">
            <a:extLst>
              <a:ext uri="{FF2B5EF4-FFF2-40B4-BE49-F238E27FC236}">
                <a16:creationId xmlns:a16="http://schemas.microsoft.com/office/drawing/2014/main" id="{9BE8F280-467B-2623-BFF6-4FCA9422F329}"/>
              </a:ext>
            </a:extLst>
          </p:cNvPr>
          <p:cNvSpPr>
            <a:spLocks noGrp="1"/>
          </p:cNvSpPr>
          <p:nvPr>
            <p:ph type="body" sz="quarter" idx="18"/>
          </p:nvPr>
        </p:nvSpPr>
        <p:spPr>
          <a:xfrm>
            <a:off x="5691870" y="5468187"/>
            <a:ext cx="5433329" cy="276999"/>
          </a:xfrm>
        </p:spPr>
        <p:txBody>
          <a:bodyPr anchor="ctr"/>
          <a:lstStyle>
            <a:lvl1pPr>
              <a:buNone/>
              <a:defRPr lang="en-US" sz="1800" b="0" kern="1200" dirty="0" smtClean="0">
                <a:solidFill>
                  <a:schemeClr val="bg1"/>
                </a:solidFill>
                <a:latin typeface="+mj-lt"/>
                <a:ea typeface="+mn-ea"/>
                <a:cs typeface="+mn-cs"/>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Click to edit Master text styles</a:t>
            </a:r>
          </a:p>
        </p:txBody>
      </p:sp>
      <p:cxnSp>
        <p:nvCxnSpPr>
          <p:cNvPr id="102" name="Straight Connector 101">
            <a:extLst>
              <a:ext uri="{FF2B5EF4-FFF2-40B4-BE49-F238E27FC236}">
                <a16:creationId xmlns:a16="http://schemas.microsoft.com/office/drawing/2014/main" id="{3FBC079B-0FA3-270E-96B6-9192469BE35B}"/>
              </a:ext>
            </a:extLst>
          </p:cNvPr>
          <p:cNvCxnSpPr>
            <a:cxnSpLocks/>
          </p:cNvCxnSpPr>
          <p:nvPr/>
        </p:nvCxnSpPr>
        <p:spPr>
          <a:xfrm>
            <a:off x="5691870" y="1524448"/>
            <a:ext cx="543332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E75BE705-6AA0-E5AC-7B9E-A1E11F941D08}"/>
              </a:ext>
            </a:extLst>
          </p:cNvPr>
          <p:cNvCxnSpPr>
            <a:cxnSpLocks/>
          </p:cNvCxnSpPr>
          <p:nvPr/>
        </p:nvCxnSpPr>
        <p:spPr>
          <a:xfrm>
            <a:off x="5691870" y="2431611"/>
            <a:ext cx="543332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6C710D49-7A73-D685-E541-640B7E0CC3A6}"/>
              </a:ext>
            </a:extLst>
          </p:cNvPr>
          <p:cNvCxnSpPr>
            <a:cxnSpLocks/>
          </p:cNvCxnSpPr>
          <p:nvPr/>
        </p:nvCxnSpPr>
        <p:spPr>
          <a:xfrm>
            <a:off x="5691870" y="3338774"/>
            <a:ext cx="543332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E1AC5B4E-71EC-44CE-E47B-50DD09428171}"/>
              </a:ext>
            </a:extLst>
          </p:cNvPr>
          <p:cNvCxnSpPr>
            <a:cxnSpLocks/>
          </p:cNvCxnSpPr>
          <p:nvPr/>
        </p:nvCxnSpPr>
        <p:spPr>
          <a:xfrm>
            <a:off x="5691870" y="4245937"/>
            <a:ext cx="543332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12583D9F-7E21-083C-86C8-CBB2367CAE19}"/>
              </a:ext>
            </a:extLst>
          </p:cNvPr>
          <p:cNvCxnSpPr>
            <a:cxnSpLocks/>
          </p:cNvCxnSpPr>
          <p:nvPr/>
        </p:nvCxnSpPr>
        <p:spPr>
          <a:xfrm>
            <a:off x="5691870" y="5153100"/>
            <a:ext cx="543332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3" name="Oval 112">
            <a:extLst>
              <a:ext uri="{FF2B5EF4-FFF2-40B4-BE49-F238E27FC236}">
                <a16:creationId xmlns:a16="http://schemas.microsoft.com/office/drawing/2014/main" id="{CF3B7D19-EDD8-DF30-F2BD-68AA9FF8AB66}"/>
              </a:ext>
            </a:extLst>
          </p:cNvPr>
          <p:cNvSpPr>
            <a:spLocks/>
          </p:cNvSpPr>
          <p:nvPr/>
        </p:nvSpPr>
        <p:spPr bwMode="auto">
          <a:xfrm>
            <a:off x="4852729" y="760381"/>
            <a:ext cx="620971" cy="620971"/>
          </a:xfrm>
          <a:prstGeom prst="ellipse">
            <a:avLst/>
          </a:prstGeom>
          <a:solidFill>
            <a:schemeClr val="tx1"/>
          </a:solidFill>
          <a:ln w="15875" cap="flat" cmpd="sng" algn="ctr">
            <a:noFill/>
            <a:prstDash val="solid"/>
          </a:ln>
          <a:effectLst>
            <a:outerShdw blurRad="114300" dist="762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a:endParaRPr lang="en-US" sz="2400">
              <a:solidFill>
                <a:schemeClr val="accent5"/>
              </a:solidFill>
              <a:latin typeface="+mj-lt"/>
              <a:cs typeface="Segoe Sans Display Semilight" pitchFamily="2" charset="0"/>
            </a:endParaRPr>
          </a:p>
        </p:txBody>
      </p:sp>
      <p:sp>
        <p:nvSpPr>
          <p:cNvPr id="114" name="Oval 113">
            <a:extLst>
              <a:ext uri="{FF2B5EF4-FFF2-40B4-BE49-F238E27FC236}">
                <a16:creationId xmlns:a16="http://schemas.microsoft.com/office/drawing/2014/main" id="{5AB9DEBB-9448-D3FB-B6BC-C0B8670E1EC4}"/>
              </a:ext>
            </a:extLst>
          </p:cNvPr>
          <p:cNvSpPr/>
          <p:nvPr/>
        </p:nvSpPr>
        <p:spPr bwMode="auto">
          <a:xfrm>
            <a:off x="4852729" y="1667544"/>
            <a:ext cx="620971" cy="620971"/>
          </a:xfrm>
          <a:prstGeom prst="ellipse">
            <a:avLst/>
          </a:prstGeom>
          <a:solidFill>
            <a:schemeClr val="tx1"/>
          </a:solidFill>
          <a:ln w="15875" cap="flat" cmpd="sng" algn="ctr">
            <a:noFill/>
            <a:prstDash val="solid"/>
          </a:ln>
          <a:effectLst>
            <a:outerShdw blurRad="114300" dist="762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a:endParaRPr lang="en-US" sz="2400">
              <a:solidFill>
                <a:schemeClr val="accent5"/>
              </a:solidFill>
              <a:latin typeface="+mj-lt"/>
              <a:cs typeface="Segoe Sans Display Semilight" pitchFamily="2" charset="0"/>
            </a:endParaRPr>
          </a:p>
        </p:txBody>
      </p:sp>
      <p:sp>
        <p:nvSpPr>
          <p:cNvPr id="115" name="Oval 114">
            <a:extLst>
              <a:ext uri="{FF2B5EF4-FFF2-40B4-BE49-F238E27FC236}">
                <a16:creationId xmlns:a16="http://schemas.microsoft.com/office/drawing/2014/main" id="{4301C90C-03EE-99EF-B44F-2C2DF94CC7DF}"/>
              </a:ext>
            </a:extLst>
          </p:cNvPr>
          <p:cNvSpPr/>
          <p:nvPr/>
        </p:nvSpPr>
        <p:spPr bwMode="auto">
          <a:xfrm>
            <a:off x="4852729" y="2574707"/>
            <a:ext cx="620971" cy="620971"/>
          </a:xfrm>
          <a:prstGeom prst="ellipse">
            <a:avLst/>
          </a:prstGeom>
          <a:solidFill>
            <a:schemeClr val="tx1"/>
          </a:solidFill>
          <a:ln w="15875" cap="flat" cmpd="sng" algn="ctr">
            <a:noFill/>
            <a:prstDash val="solid"/>
          </a:ln>
          <a:effectLst>
            <a:outerShdw blurRad="114300" dist="762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a:endParaRPr lang="en-US" sz="2400">
              <a:solidFill>
                <a:schemeClr val="accent5"/>
              </a:solidFill>
              <a:latin typeface="+mj-lt"/>
              <a:cs typeface="Segoe Sans Display Semilight" pitchFamily="2" charset="0"/>
            </a:endParaRPr>
          </a:p>
        </p:txBody>
      </p:sp>
      <p:sp>
        <p:nvSpPr>
          <p:cNvPr id="116" name="Oval 115">
            <a:extLst>
              <a:ext uri="{FF2B5EF4-FFF2-40B4-BE49-F238E27FC236}">
                <a16:creationId xmlns:a16="http://schemas.microsoft.com/office/drawing/2014/main" id="{19C6A456-C405-3918-6AA7-43887AF6F713}"/>
              </a:ext>
            </a:extLst>
          </p:cNvPr>
          <p:cNvSpPr/>
          <p:nvPr/>
        </p:nvSpPr>
        <p:spPr bwMode="auto">
          <a:xfrm>
            <a:off x="4852729" y="3481870"/>
            <a:ext cx="620971" cy="620971"/>
          </a:xfrm>
          <a:prstGeom prst="ellipse">
            <a:avLst/>
          </a:prstGeom>
          <a:solidFill>
            <a:schemeClr val="tx1"/>
          </a:solidFill>
          <a:ln w="15875" cap="flat" cmpd="sng" algn="ctr">
            <a:noFill/>
            <a:prstDash val="solid"/>
          </a:ln>
          <a:effectLst>
            <a:outerShdw blurRad="114300" dist="762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a:endParaRPr lang="en-US" sz="2400">
              <a:solidFill>
                <a:schemeClr val="accent5"/>
              </a:solidFill>
              <a:latin typeface="+mj-lt"/>
              <a:cs typeface="Segoe Sans Display Semilight" pitchFamily="2" charset="0"/>
            </a:endParaRPr>
          </a:p>
        </p:txBody>
      </p:sp>
      <p:sp>
        <p:nvSpPr>
          <p:cNvPr id="117" name="Oval 116">
            <a:extLst>
              <a:ext uri="{FF2B5EF4-FFF2-40B4-BE49-F238E27FC236}">
                <a16:creationId xmlns:a16="http://schemas.microsoft.com/office/drawing/2014/main" id="{3F7254EC-B577-0BD7-BC80-C256BA86A283}"/>
              </a:ext>
            </a:extLst>
          </p:cNvPr>
          <p:cNvSpPr/>
          <p:nvPr/>
        </p:nvSpPr>
        <p:spPr bwMode="auto">
          <a:xfrm>
            <a:off x="4852729" y="4389033"/>
            <a:ext cx="620971" cy="620971"/>
          </a:xfrm>
          <a:prstGeom prst="ellipse">
            <a:avLst/>
          </a:prstGeom>
          <a:solidFill>
            <a:schemeClr val="tx1"/>
          </a:solidFill>
          <a:ln w="15875" cap="flat" cmpd="sng" algn="ctr">
            <a:noFill/>
            <a:prstDash val="solid"/>
          </a:ln>
          <a:effectLst>
            <a:outerShdw blurRad="114300" dist="762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a:endParaRPr lang="en-US" sz="2400">
              <a:solidFill>
                <a:schemeClr val="accent5"/>
              </a:solidFill>
              <a:latin typeface="+mj-lt"/>
              <a:cs typeface="Segoe Sans Display Semilight" pitchFamily="2" charset="0"/>
            </a:endParaRPr>
          </a:p>
        </p:txBody>
      </p:sp>
      <p:sp>
        <p:nvSpPr>
          <p:cNvPr id="118" name="Oval 117">
            <a:extLst>
              <a:ext uri="{FF2B5EF4-FFF2-40B4-BE49-F238E27FC236}">
                <a16:creationId xmlns:a16="http://schemas.microsoft.com/office/drawing/2014/main" id="{E465499F-37DB-7735-D349-8C8F96F44C82}"/>
              </a:ext>
            </a:extLst>
          </p:cNvPr>
          <p:cNvSpPr/>
          <p:nvPr/>
        </p:nvSpPr>
        <p:spPr bwMode="auto">
          <a:xfrm>
            <a:off x="4852729" y="5296201"/>
            <a:ext cx="620971" cy="620971"/>
          </a:xfrm>
          <a:prstGeom prst="ellipse">
            <a:avLst/>
          </a:prstGeom>
          <a:solidFill>
            <a:schemeClr val="tx1"/>
          </a:solidFill>
          <a:ln w="15875" cap="flat" cmpd="sng" algn="ctr">
            <a:noFill/>
            <a:prstDash val="solid"/>
          </a:ln>
          <a:effectLst>
            <a:outerShdw blurRad="114300" dist="762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a:endParaRPr lang="en-US" sz="2400">
              <a:solidFill>
                <a:schemeClr val="accent5"/>
              </a:solidFill>
              <a:latin typeface="+mj-lt"/>
              <a:cs typeface="Segoe Sans Display Semilight" pitchFamily="2" charset="0"/>
            </a:endParaRPr>
          </a:p>
        </p:txBody>
      </p:sp>
      <p:sp>
        <p:nvSpPr>
          <p:cNvPr id="119" name="Text Placeholder 21">
            <a:extLst>
              <a:ext uri="{FF2B5EF4-FFF2-40B4-BE49-F238E27FC236}">
                <a16:creationId xmlns:a16="http://schemas.microsoft.com/office/drawing/2014/main" id="{DC9CAF34-62AC-B728-D257-318240F6EB36}"/>
              </a:ext>
            </a:extLst>
          </p:cNvPr>
          <p:cNvSpPr>
            <a:spLocks noGrp="1"/>
          </p:cNvSpPr>
          <p:nvPr>
            <p:ph type="body" sz="quarter" idx="19" hasCustomPrompt="1"/>
          </p:nvPr>
        </p:nvSpPr>
        <p:spPr>
          <a:xfrm>
            <a:off x="4885748" y="793400"/>
            <a:ext cx="554932" cy="554932"/>
          </a:xfrm>
          <a:prstGeom prst="flowChartConnector">
            <a:avLst/>
          </a:prstGeom>
        </p:spPr>
        <p:txBody>
          <a:bodyPr wrap="none" anchor="ctr">
            <a:noAutofit/>
          </a:bodyPr>
          <a:lstStyle>
            <a:lvl1pPr algn="ctr">
              <a:buNone/>
              <a:defRPr lang="en-IN" sz="2400" kern="1200" dirty="0">
                <a:solidFill>
                  <a:schemeClr val="accent5"/>
                </a:solidFill>
                <a:latin typeface="+mj-lt"/>
                <a:ea typeface="+mn-ea"/>
                <a:cs typeface="Segoe Sans Display Semilight" pitchFamily="2" charset="0"/>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a:t>
            </a:r>
            <a:endParaRPr lang="en-IN"/>
          </a:p>
        </p:txBody>
      </p:sp>
      <p:sp>
        <p:nvSpPr>
          <p:cNvPr id="120" name="Text Placeholder 21">
            <a:extLst>
              <a:ext uri="{FF2B5EF4-FFF2-40B4-BE49-F238E27FC236}">
                <a16:creationId xmlns:a16="http://schemas.microsoft.com/office/drawing/2014/main" id="{309507F6-BE93-430F-3F65-C751B17CCF53}"/>
              </a:ext>
            </a:extLst>
          </p:cNvPr>
          <p:cNvSpPr>
            <a:spLocks noGrp="1"/>
          </p:cNvSpPr>
          <p:nvPr>
            <p:ph type="body" sz="quarter" idx="20" hasCustomPrompt="1"/>
          </p:nvPr>
        </p:nvSpPr>
        <p:spPr>
          <a:xfrm>
            <a:off x="4885748" y="1700563"/>
            <a:ext cx="554932" cy="554932"/>
          </a:xfrm>
          <a:prstGeom prst="flowChartConnector">
            <a:avLst/>
          </a:prstGeom>
        </p:spPr>
        <p:txBody>
          <a:bodyPr wrap="none" anchor="ctr">
            <a:noAutofit/>
          </a:bodyPr>
          <a:lstStyle>
            <a:lvl1pPr algn="ctr">
              <a:buNone/>
              <a:defRPr lang="en-IN" sz="2400" kern="1200" dirty="0">
                <a:solidFill>
                  <a:schemeClr val="accent5"/>
                </a:solidFill>
                <a:latin typeface="+mj-lt"/>
                <a:ea typeface="+mn-ea"/>
                <a:cs typeface="Segoe Sans Display Semilight" pitchFamily="2" charset="0"/>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a:t>
            </a:r>
            <a:endParaRPr lang="en-IN"/>
          </a:p>
        </p:txBody>
      </p:sp>
      <p:sp>
        <p:nvSpPr>
          <p:cNvPr id="121" name="Text Placeholder 21">
            <a:extLst>
              <a:ext uri="{FF2B5EF4-FFF2-40B4-BE49-F238E27FC236}">
                <a16:creationId xmlns:a16="http://schemas.microsoft.com/office/drawing/2014/main" id="{DF367730-7B71-5B2C-FBC9-DD50813C858F}"/>
              </a:ext>
            </a:extLst>
          </p:cNvPr>
          <p:cNvSpPr>
            <a:spLocks noGrp="1"/>
          </p:cNvSpPr>
          <p:nvPr>
            <p:ph type="body" sz="quarter" idx="21" hasCustomPrompt="1"/>
          </p:nvPr>
        </p:nvSpPr>
        <p:spPr>
          <a:xfrm>
            <a:off x="4885748" y="2607726"/>
            <a:ext cx="554932" cy="554932"/>
          </a:xfrm>
          <a:prstGeom prst="flowChartConnector">
            <a:avLst/>
          </a:prstGeom>
        </p:spPr>
        <p:txBody>
          <a:bodyPr wrap="none" anchor="ctr">
            <a:noAutofit/>
          </a:bodyPr>
          <a:lstStyle>
            <a:lvl1pPr algn="ctr">
              <a:buNone/>
              <a:defRPr lang="en-IN" sz="2400" kern="1200" dirty="0">
                <a:solidFill>
                  <a:schemeClr val="accent5"/>
                </a:solidFill>
                <a:latin typeface="+mj-lt"/>
                <a:ea typeface="+mn-ea"/>
                <a:cs typeface="Segoe Sans Display Semilight" pitchFamily="2" charset="0"/>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a:t>
            </a:r>
            <a:endParaRPr lang="en-IN"/>
          </a:p>
        </p:txBody>
      </p:sp>
      <p:sp>
        <p:nvSpPr>
          <p:cNvPr id="122" name="Text Placeholder 21">
            <a:extLst>
              <a:ext uri="{FF2B5EF4-FFF2-40B4-BE49-F238E27FC236}">
                <a16:creationId xmlns:a16="http://schemas.microsoft.com/office/drawing/2014/main" id="{F8B3540D-D0A6-8E70-55D6-EFF4393F6D81}"/>
              </a:ext>
            </a:extLst>
          </p:cNvPr>
          <p:cNvSpPr>
            <a:spLocks noGrp="1"/>
          </p:cNvSpPr>
          <p:nvPr>
            <p:ph type="body" sz="quarter" idx="22" hasCustomPrompt="1"/>
          </p:nvPr>
        </p:nvSpPr>
        <p:spPr>
          <a:xfrm>
            <a:off x="4885748" y="3514889"/>
            <a:ext cx="554932" cy="554932"/>
          </a:xfrm>
          <a:prstGeom prst="flowChartConnector">
            <a:avLst/>
          </a:prstGeom>
        </p:spPr>
        <p:txBody>
          <a:bodyPr anchor="ctr">
            <a:noAutofit/>
          </a:bodyPr>
          <a:lstStyle>
            <a:lvl1pPr algn="ctr">
              <a:buNone/>
              <a:defRPr lang="en-IN" sz="2400" kern="1200" dirty="0">
                <a:solidFill>
                  <a:schemeClr val="accent5"/>
                </a:solidFill>
                <a:latin typeface="+mj-lt"/>
                <a:ea typeface="+mn-ea"/>
                <a:cs typeface="Segoe Sans Display Semilight" pitchFamily="2" charset="0"/>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a:t>
            </a:r>
            <a:endParaRPr lang="en-IN"/>
          </a:p>
        </p:txBody>
      </p:sp>
      <p:sp>
        <p:nvSpPr>
          <p:cNvPr id="123" name="Text Placeholder 21">
            <a:extLst>
              <a:ext uri="{FF2B5EF4-FFF2-40B4-BE49-F238E27FC236}">
                <a16:creationId xmlns:a16="http://schemas.microsoft.com/office/drawing/2014/main" id="{B242EE77-BF27-FF25-8B92-CCAF44798E18}"/>
              </a:ext>
            </a:extLst>
          </p:cNvPr>
          <p:cNvSpPr>
            <a:spLocks noGrp="1"/>
          </p:cNvSpPr>
          <p:nvPr>
            <p:ph type="body" sz="quarter" idx="23" hasCustomPrompt="1"/>
          </p:nvPr>
        </p:nvSpPr>
        <p:spPr>
          <a:xfrm>
            <a:off x="4885748" y="4422052"/>
            <a:ext cx="554932" cy="554932"/>
          </a:xfrm>
          <a:prstGeom prst="flowChartConnector">
            <a:avLst/>
          </a:prstGeom>
        </p:spPr>
        <p:txBody>
          <a:bodyPr anchor="ctr">
            <a:noAutofit/>
          </a:bodyPr>
          <a:lstStyle>
            <a:lvl1pPr algn="ctr">
              <a:buNone/>
              <a:defRPr lang="en-IN" sz="2400" kern="1200" dirty="0">
                <a:solidFill>
                  <a:schemeClr val="accent5"/>
                </a:solidFill>
                <a:latin typeface="+mj-lt"/>
                <a:ea typeface="+mn-ea"/>
                <a:cs typeface="Segoe Sans Display Semilight" pitchFamily="2" charset="0"/>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a:t>
            </a:r>
            <a:endParaRPr lang="en-IN"/>
          </a:p>
        </p:txBody>
      </p:sp>
      <p:sp>
        <p:nvSpPr>
          <p:cNvPr id="124" name="Text Placeholder 21">
            <a:extLst>
              <a:ext uri="{FF2B5EF4-FFF2-40B4-BE49-F238E27FC236}">
                <a16:creationId xmlns:a16="http://schemas.microsoft.com/office/drawing/2014/main" id="{C40D4047-E744-7A6E-2B71-536905841F56}"/>
              </a:ext>
            </a:extLst>
          </p:cNvPr>
          <p:cNvSpPr>
            <a:spLocks noGrp="1"/>
          </p:cNvSpPr>
          <p:nvPr>
            <p:ph type="body" sz="quarter" idx="24" hasCustomPrompt="1"/>
          </p:nvPr>
        </p:nvSpPr>
        <p:spPr>
          <a:xfrm>
            <a:off x="4885748" y="5329220"/>
            <a:ext cx="554932" cy="554932"/>
          </a:xfrm>
          <a:prstGeom prst="flowChartConnector">
            <a:avLst/>
          </a:prstGeom>
        </p:spPr>
        <p:txBody>
          <a:bodyPr anchor="ctr">
            <a:noAutofit/>
          </a:bodyPr>
          <a:lstStyle>
            <a:lvl1pPr algn="ctr">
              <a:buNone/>
              <a:defRPr lang="en-IN" sz="2400" kern="1200" dirty="0">
                <a:solidFill>
                  <a:schemeClr val="accent5"/>
                </a:solidFill>
                <a:latin typeface="+mj-lt"/>
                <a:ea typeface="+mn-ea"/>
                <a:cs typeface="Segoe Sans Display Semilight" pitchFamily="2" charset="0"/>
              </a:defRPr>
            </a:lvl1pPr>
            <a:lvl2pPr>
              <a:defRPr lang="en-US" sz="1800" b="0" kern="1200" dirty="0" smtClean="0">
                <a:solidFill>
                  <a:schemeClr val="tx1"/>
                </a:solidFill>
                <a:latin typeface="+mj-lt"/>
                <a:ea typeface="+mn-ea"/>
                <a:cs typeface="+mn-cs"/>
              </a:defRPr>
            </a:lvl2pPr>
            <a:lvl3pPr>
              <a:defRPr lang="en-US" sz="1800" b="0" kern="1200" dirty="0" smtClean="0">
                <a:solidFill>
                  <a:schemeClr val="tx1"/>
                </a:solidFill>
                <a:latin typeface="+mj-lt"/>
                <a:ea typeface="+mn-ea"/>
                <a:cs typeface="+mn-cs"/>
              </a:defRPr>
            </a:lvl3pPr>
            <a:lvl4pPr>
              <a:defRPr lang="en-US" sz="1800" b="0" kern="1200" dirty="0" smtClean="0">
                <a:solidFill>
                  <a:schemeClr val="tx1"/>
                </a:solidFill>
                <a:latin typeface="+mj-lt"/>
                <a:ea typeface="+mn-ea"/>
                <a:cs typeface="+mn-cs"/>
              </a:defRPr>
            </a:lvl4pPr>
            <a:lvl5pPr>
              <a:defRPr lang="en-IN" sz="1800" b="0" kern="1200" dirty="0">
                <a:solidFill>
                  <a:schemeClr val="tx1"/>
                </a:solidFill>
                <a:latin typeface="+mj-lt"/>
                <a:ea typeface="+mn-ea"/>
                <a:cs typeface="+mn-cs"/>
              </a:defRPr>
            </a:lvl5pPr>
          </a:lstStyle>
          <a:p>
            <a:pPr lvl="0"/>
            <a:r>
              <a:rPr lang="en-US"/>
              <a:t>#</a:t>
            </a:r>
            <a:endParaRPr lang="en-IN"/>
          </a:p>
        </p:txBody>
      </p:sp>
      <p:sp>
        <p:nvSpPr>
          <p:cNvPr id="9" name="Text Placeholder 4">
            <a:extLst>
              <a:ext uri="{FF2B5EF4-FFF2-40B4-BE49-F238E27FC236}">
                <a16:creationId xmlns:a16="http://schemas.microsoft.com/office/drawing/2014/main" id="{AEF0667B-3D46-8A22-E74D-E57B8D66CC73}"/>
              </a:ext>
            </a:extLst>
          </p:cNvPr>
          <p:cNvSpPr>
            <a:spLocks noGrp="1"/>
          </p:cNvSpPr>
          <p:nvPr>
            <p:ph type="body" sz="quarter" idx="12" hasCustomPrompt="1"/>
          </p:nvPr>
        </p:nvSpPr>
        <p:spPr>
          <a:xfrm>
            <a:off x="1939924" y="6400799"/>
            <a:ext cx="9680575" cy="153888"/>
          </a:xfrm>
        </p:spPr>
        <p:txBody>
          <a:bodyPr/>
          <a:lstStyle>
            <a:lvl1pPr marL="0" indent="0">
              <a:buNone/>
              <a:defRPr sz="1000" cap="none" baseline="0">
                <a:solidFill>
                  <a:schemeClr val="bg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Footer</a:t>
            </a:r>
          </a:p>
        </p:txBody>
      </p:sp>
      <p:sp>
        <p:nvSpPr>
          <p:cNvPr id="88" name="Title 1">
            <a:extLst>
              <a:ext uri="{FF2B5EF4-FFF2-40B4-BE49-F238E27FC236}">
                <a16:creationId xmlns:a16="http://schemas.microsoft.com/office/drawing/2014/main" id="{9D2B68F4-5603-6494-A8AD-F2BC196568D4}"/>
              </a:ext>
            </a:extLst>
          </p:cNvPr>
          <p:cNvSpPr>
            <a:spLocks noGrp="1"/>
          </p:cNvSpPr>
          <p:nvPr>
            <p:ph type="title"/>
          </p:nvPr>
        </p:nvSpPr>
        <p:spPr>
          <a:xfrm>
            <a:off x="826119" y="3077274"/>
            <a:ext cx="2192851" cy="646331"/>
          </a:xfrm>
        </p:spPr>
        <p:txBody>
          <a:bodyPr anchor="ctr"/>
          <a:lstStyle>
            <a:lvl1pPr>
              <a:defRPr sz="3200">
                <a:solidFill>
                  <a:schemeClr val="bg1"/>
                </a:solidFill>
              </a:defRPr>
            </a:lvl1pPr>
          </a:lstStyle>
          <a:p>
            <a:r>
              <a:rPr lang="en-US"/>
              <a:t>Click to edit Master title style</a:t>
            </a:r>
          </a:p>
        </p:txBody>
      </p:sp>
    </p:spTree>
    <p:extLst>
      <p:ext uri="{BB962C8B-B14F-4D97-AF65-F5344CB8AC3E}">
        <p14:creationId xmlns:p14="http://schemas.microsoft.com/office/powerpoint/2010/main" val="242693031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12">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and Contents White">
    <p:spTree>
      <p:nvGrpSpPr>
        <p:cNvPr id="1" name=""/>
        <p:cNvGrpSpPr/>
        <p:nvPr/>
      </p:nvGrpSpPr>
      <p:grpSpPr>
        <a:xfrm>
          <a:off x="0" y="0"/>
          <a:ext cx="0" cy="0"/>
          <a:chOff x="0" y="0"/>
          <a:chExt cx="0" cy="0"/>
        </a:xfrm>
      </p:grpSpPr>
      <p:grpSp>
        <p:nvGrpSpPr>
          <p:cNvPr id="91" name="Group 90">
            <a:extLst>
              <a:ext uri="{FF2B5EF4-FFF2-40B4-BE49-F238E27FC236}">
                <a16:creationId xmlns:a16="http://schemas.microsoft.com/office/drawing/2014/main" id="{E3312949-5276-F41B-01DB-F1BE8BEF8267}"/>
              </a:ext>
            </a:extLst>
          </p:cNvPr>
          <p:cNvGrpSpPr/>
          <p:nvPr/>
        </p:nvGrpSpPr>
        <p:grpSpPr>
          <a:xfrm>
            <a:off x="19238" y="93940"/>
            <a:ext cx="12225915" cy="6723916"/>
            <a:chOff x="19238" y="93940"/>
            <a:chExt cx="12225915" cy="6723916"/>
          </a:xfrm>
        </p:grpSpPr>
        <p:pic>
          <p:nvPicPr>
            <p:cNvPr id="92" name="Graphic 91">
              <a:extLst>
                <a:ext uri="{FF2B5EF4-FFF2-40B4-BE49-F238E27FC236}">
                  <a16:creationId xmlns:a16="http://schemas.microsoft.com/office/drawing/2014/main" id="{038203EB-13EA-7C2A-5505-C6A175464A0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1190098"/>
              <a:ext cx="679161" cy="508637"/>
            </a:xfrm>
            <a:prstGeom prst="rect">
              <a:avLst/>
            </a:prstGeom>
          </p:spPr>
        </p:pic>
        <p:pic>
          <p:nvPicPr>
            <p:cNvPr id="93" name="Graphic 92">
              <a:extLst>
                <a:ext uri="{FF2B5EF4-FFF2-40B4-BE49-F238E27FC236}">
                  <a16:creationId xmlns:a16="http://schemas.microsoft.com/office/drawing/2014/main" id="{8F4A342D-4AA5-0DE5-2B12-3B4B6F3EB90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1190098"/>
              <a:ext cx="679161" cy="508637"/>
            </a:xfrm>
            <a:prstGeom prst="rect">
              <a:avLst/>
            </a:prstGeom>
          </p:spPr>
        </p:pic>
        <p:pic>
          <p:nvPicPr>
            <p:cNvPr id="94" name="Graphic 93">
              <a:extLst>
                <a:ext uri="{FF2B5EF4-FFF2-40B4-BE49-F238E27FC236}">
                  <a16:creationId xmlns:a16="http://schemas.microsoft.com/office/drawing/2014/main" id="{83C6094D-651A-9ACF-FDCF-C641923D8B0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1190098"/>
              <a:ext cx="679161" cy="508637"/>
            </a:xfrm>
            <a:prstGeom prst="rect">
              <a:avLst/>
            </a:prstGeom>
          </p:spPr>
        </p:pic>
        <p:pic>
          <p:nvPicPr>
            <p:cNvPr id="95" name="Graphic 94">
              <a:extLst>
                <a:ext uri="{FF2B5EF4-FFF2-40B4-BE49-F238E27FC236}">
                  <a16:creationId xmlns:a16="http://schemas.microsoft.com/office/drawing/2014/main" id="{4F97FFC1-D187-0B26-B570-B90BF466F51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1190098"/>
              <a:ext cx="679161" cy="508637"/>
            </a:xfrm>
            <a:prstGeom prst="rect">
              <a:avLst/>
            </a:prstGeom>
          </p:spPr>
        </p:pic>
        <p:pic>
          <p:nvPicPr>
            <p:cNvPr id="96" name="Graphic 95">
              <a:extLst>
                <a:ext uri="{FF2B5EF4-FFF2-40B4-BE49-F238E27FC236}">
                  <a16:creationId xmlns:a16="http://schemas.microsoft.com/office/drawing/2014/main" id="{AE20A145-C7B4-0590-5BC5-E0DC02C2E52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1190098"/>
              <a:ext cx="679161" cy="508637"/>
            </a:xfrm>
            <a:prstGeom prst="rect">
              <a:avLst/>
            </a:prstGeom>
          </p:spPr>
        </p:pic>
        <p:pic>
          <p:nvPicPr>
            <p:cNvPr id="97" name="Graphic 96">
              <a:extLst>
                <a:ext uri="{FF2B5EF4-FFF2-40B4-BE49-F238E27FC236}">
                  <a16:creationId xmlns:a16="http://schemas.microsoft.com/office/drawing/2014/main" id="{B2FF0396-766F-9C64-ABCD-F195291C5C4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1190098"/>
              <a:ext cx="679161" cy="508637"/>
            </a:xfrm>
            <a:prstGeom prst="rect">
              <a:avLst/>
            </a:prstGeom>
          </p:spPr>
        </p:pic>
        <p:pic>
          <p:nvPicPr>
            <p:cNvPr id="98" name="Graphic 97">
              <a:extLst>
                <a:ext uri="{FF2B5EF4-FFF2-40B4-BE49-F238E27FC236}">
                  <a16:creationId xmlns:a16="http://schemas.microsoft.com/office/drawing/2014/main" id="{7A0BA5BF-CC81-78B5-4367-2753EC6D609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1190098"/>
              <a:ext cx="679161" cy="508637"/>
            </a:xfrm>
            <a:prstGeom prst="rect">
              <a:avLst/>
            </a:prstGeom>
          </p:spPr>
        </p:pic>
        <p:pic>
          <p:nvPicPr>
            <p:cNvPr id="99" name="Graphic 98">
              <a:extLst>
                <a:ext uri="{FF2B5EF4-FFF2-40B4-BE49-F238E27FC236}">
                  <a16:creationId xmlns:a16="http://schemas.microsoft.com/office/drawing/2014/main" id="{F561B333-439D-6934-C5DD-448651EABED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1190098"/>
              <a:ext cx="679161" cy="508637"/>
            </a:xfrm>
            <a:prstGeom prst="rect">
              <a:avLst/>
            </a:prstGeom>
          </p:spPr>
        </p:pic>
        <p:pic>
          <p:nvPicPr>
            <p:cNvPr id="100" name="Graphic 99">
              <a:extLst>
                <a:ext uri="{FF2B5EF4-FFF2-40B4-BE49-F238E27FC236}">
                  <a16:creationId xmlns:a16="http://schemas.microsoft.com/office/drawing/2014/main" id="{27966DDD-47E7-663F-3F0F-5152AD90271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1190098"/>
              <a:ext cx="679161" cy="508637"/>
            </a:xfrm>
            <a:prstGeom prst="rect">
              <a:avLst/>
            </a:prstGeom>
          </p:spPr>
        </p:pic>
        <p:pic>
          <p:nvPicPr>
            <p:cNvPr id="101" name="Graphic 100">
              <a:extLst>
                <a:ext uri="{FF2B5EF4-FFF2-40B4-BE49-F238E27FC236}">
                  <a16:creationId xmlns:a16="http://schemas.microsoft.com/office/drawing/2014/main" id="{7EF25049-BDFD-847F-1825-A819D4327D0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1190098"/>
              <a:ext cx="679161" cy="508637"/>
            </a:xfrm>
            <a:prstGeom prst="rect">
              <a:avLst/>
            </a:prstGeom>
          </p:spPr>
        </p:pic>
        <p:pic>
          <p:nvPicPr>
            <p:cNvPr id="102" name="Graphic 101">
              <a:extLst>
                <a:ext uri="{FF2B5EF4-FFF2-40B4-BE49-F238E27FC236}">
                  <a16:creationId xmlns:a16="http://schemas.microsoft.com/office/drawing/2014/main" id="{1936C301-90AC-303B-70AE-C8090A6E659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1190098"/>
              <a:ext cx="679161" cy="508637"/>
            </a:xfrm>
            <a:prstGeom prst="rect">
              <a:avLst/>
            </a:prstGeom>
          </p:spPr>
        </p:pic>
        <p:pic>
          <p:nvPicPr>
            <p:cNvPr id="103" name="Graphic 102">
              <a:extLst>
                <a:ext uri="{FF2B5EF4-FFF2-40B4-BE49-F238E27FC236}">
                  <a16:creationId xmlns:a16="http://schemas.microsoft.com/office/drawing/2014/main" id="{7C2E23F5-6AB0-A46F-C08A-88C3DFB92D6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2213922"/>
              <a:ext cx="679161" cy="508637"/>
            </a:xfrm>
            <a:prstGeom prst="rect">
              <a:avLst/>
            </a:prstGeom>
          </p:spPr>
        </p:pic>
        <p:pic>
          <p:nvPicPr>
            <p:cNvPr id="104" name="Graphic 103">
              <a:extLst>
                <a:ext uri="{FF2B5EF4-FFF2-40B4-BE49-F238E27FC236}">
                  <a16:creationId xmlns:a16="http://schemas.microsoft.com/office/drawing/2014/main" id="{24291E57-8A2D-E93F-651A-F7F0D623543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2213922"/>
              <a:ext cx="679161" cy="508637"/>
            </a:xfrm>
            <a:prstGeom prst="rect">
              <a:avLst/>
            </a:prstGeom>
          </p:spPr>
        </p:pic>
        <p:pic>
          <p:nvPicPr>
            <p:cNvPr id="105" name="Graphic 104">
              <a:extLst>
                <a:ext uri="{FF2B5EF4-FFF2-40B4-BE49-F238E27FC236}">
                  <a16:creationId xmlns:a16="http://schemas.microsoft.com/office/drawing/2014/main" id="{9FB80534-C3CD-E444-A381-666DED4E081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2213922"/>
              <a:ext cx="679161" cy="508637"/>
            </a:xfrm>
            <a:prstGeom prst="rect">
              <a:avLst/>
            </a:prstGeom>
          </p:spPr>
        </p:pic>
        <p:pic>
          <p:nvPicPr>
            <p:cNvPr id="106" name="Graphic 105">
              <a:extLst>
                <a:ext uri="{FF2B5EF4-FFF2-40B4-BE49-F238E27FC236}">
                  <a16:creationId xmlns:a16="http://schemas.microsoft.com/office/drawing/2014/main" id="{7DD72503-8854-13CE-C490-CBC0BEA122E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2213922"/>
              <a:ext cx="679161" cy="508637"/>
            </a:xfrm>
            <a:prstGeom prst="rect">
              <a:avLst/>
            </a:prstGeom>
          </p:spPr>
        </p:pic>
        <p:pic>
          <p:nvPicPr>
            <p:cNvPr id="107" name="Graphic 106">
              <a:extLst>
                <a:ext uri="{FF2B5EF4-FFF2-40B4-BE49-F238E27FC236}">
                  <a16:creationId xmlns:a16="http://schemas.microsoft.com/office/drawing/2014/main" id="{0B45209C-5346-7C36-E654-FBF3628B431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2213922"/>
              <a:ext cx="679161" cy="508637"/>
            </a:xfrm>
            <a:prstGeom prst="rect">
              <a:avLst/>
            </a:prstGeom>
          </p:spPr>
        </p:pic>
        <p:pic>
          <p:nvPicPr>
            <p:cNvPr id="108" name="Graphic 107">
              <a:extLst>
                <a:ext uri="{FF2B5EF4-FFF2-40B4-BE49-F238E27FC236}">
                  <a16:creationId xmlns:a16="http://schemas.microsoft.com/office/drawing/2014/main" id="{D6777886-CF83-640C-CBA9-686F64754DD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2213922"/>
              <a:ext cx="679161" cy="508637"/>
            </a:xfrm>
            <a:prstGeom prst="rect">
              <a:avLst/>
            </a:prstGeom>
          </p:spPr>
        </p:pic>
        <p:pic>
          <p:nvPicPr>
            <p:cNvPr id="109" name="Graphic 108">
              <a:extLst>
                <a:ext uri="{FF2B5EF4-FFF2-40B4-BE49-F238E27FC236}">
                  <a16:creationId xmlns:a16="http://schemas.microsoft.com/office/drawing/2014/main" id="{52899880-38D6-9A55-6632-23C21E4609A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2213922"/>
              <a:ext cx="679161" cy="508637"/>
            </a:xfrm>
            <a:prstGeom prst="rect">
              <a:avLst/>
            </a:prstGeom>
          </p:spPr>
        </p:pic>
        <p:pic>
          <p:nvPicPr>
            <p:cNvPr id="110" name="Graphic 109">
              <a:extLst>
                <a:ext uri="{FF2B5EF4-FFF2-40B4-BE49-F238E27FC236}">
                  <a16:creationId xmlns:a16="http://schemas.microsoft.com/office/drawing/2014/main" id="{0C752E18-1402-F0FC-7A6E-793FE8C356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2213922"/>
              <a:ext cx="679161" cy="508637"/>
            </a:xfrm>
            <a:prstGeom prst="rect">
              <a:avLst/>
            </a:prstGeom>
          </p:spPr>
        </p:pic>
        <p:pic>
          <p:nvPicPr>
            <p:cNvPr id="111" name="Graphic 110">
              <a:extLst>
                <a:ext uri="{FF2B5EF4-FFF2-40B4-BE49-F238E27FC236}">
                  <a16:creationId xmlns:a16="http://schemas.microsoft.com/office/drawing/2014/main" id="{93E0C7EF-7624-29F5-6C94-1E44BDA783D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2213922"/>
              <a:ext cx="679161" cy="508637"/>
            </a:xfrm>
            <a:prstGeom prst="rect">
              <a:avLst/>
            </a:prstGeom>
          </p:spPr>
        </p:pic>
        <p:pic>
          <p:nvPicPr>
            <p:cNvPr id="112" name="Graphic 111">
              <a:extLst>
                <a:ext uri="{FF2B5EF4-FFF2-40B4-BE49-F238E27FC236}">
                  <a16:creationId xmlns:a16="http://schemas.microsoft.com/office/drawing/2014/main" id="{853CFDA0-7EFB-C44F-80DA-7E585069215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2213922"/>
              <a:ext cx="679161" cy="508637"/>
            </a:xfrm>
            <a:prstGeom prst="rect">
              <a:avLst/>
            </a:prstGeom>
          </p:spPr>
        </p:pic>
        <p:pic>
          <p:nvPicPr>
            <p:cNvPr id="113" name="Graphic 112">
              <a:extLst>
                <a:ext uri="{FF2B5EF4-FFF2-40B4-BE49-F238E27FC236}">
                  <a16:creationId xmlns:a16="http://schemas.microsoft.com/office/drawing/2014/main" id="{8B177D22-6C60-69AB-8F93-F91D6EAD947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2213922"/>
              <a:ext cx="679161" cy="508637"/>
            </a:xfrm>
            <a:prstGeom prst="rect">
              <a:avLst/>
            </a:prstGeom>
          </p:spPr>
        </p:pic>
        <p:pic>
          <p:nvPicPr>
            <p:cNvPr id="114" name="Graphic 113">
              <a:extLst>
                <a:ext uri="{FF2B5EF4-FFF2-40B4-BE49-F238E27FC236}">
                  <a16:creationId xmlns:a16="http://schemas.microsoft.com/office/drawing/2014/main" id="{E4B691A7-D5F2-4FA4-AF4F-2EEA4429D86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3237746"/>
              <a:ext cx="679161" cy="508637"/>
            </a:xfrm>
            <a:prstGeom prst="rect">
              <a:avLst/>
            </a:prstGeom>
          </p:spPr>
        </p:pic>
        <p:pic>
          <p:nvPicPr>
            <p:cNvPr id="115" name="Graphic 114">
              <a:extLst>
                <a:ext uri="{FF2B5EF4-FFF2-40B4-BE49-F238E27FC236}">
                  <a16:creationId xmlns:a16="http://schemas.microsoft.com/office/drawing/2014/main" id="{FE3BA9AB-4175-FF3D-FED0-5C76D6206C5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3237746"/>
              <a:ext cx="679161" cy="508637"/>
            </a:xfrm>
            <a:prstGeom prst="rect">
              <a:avLst/>
            </a:prstGeom>
          </p:spPr>
        </p:pic>
        <p:pic>
          <p:nvPicPr>
            <p:cNvPr id="116" name="Graphic 115">
              <a:extLst>
                <a:ext uri="{FF2B5EF4-FFF2-40B4-BE49-F238E27FC236}">
                  <a16:creationId xmlns:a16="http://schemas.microsoft.com/office/drawing/2014/main" id="{DECAB6F9-43AD-3A95-5F8A-15609C1BEFE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3237746"/>
              <a:ext cx="679161" cy="508637"/>
            </a:xfrm>
            <a:prstGeom prst="rect">
              <a:avLst/>
            </a:prstGeom>
          </p:spPr>
        </p:pic>
        <p:pic>
          <p:nvPicPr>
            <p:cNvPr id="117" name="Graphic 116">
              <a:extLst>
                <a:ext uri="{FF2B5EF4-FFF2-40B4-BE49-F238E27FC236}">
                  <a16:creationId xmlns:a16="http://schemas.microsoft.com/office/drawing/2014/main" id="{BCA0F8C3-3139-0218-E3E3-B7D1AEAED32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3237746"/>
              <a:ext cx="679161" cy="508637"/>
            </a:xfrm>
            <a:prstGeom prst="rect">
              <a:avLst/>
            </a:prstGeom>
          </p:spPr>
        </p:pic>
        <p:pic>
          <p:nvPicPr>
            <p:cNvPr id="118" name="Graphic 117">
              <a:extLst>
                <a:ext uri="{FF2B5EF4-FFF2-40B4-BE49-F238E27FC236}">
                  <a16:creationId xmlns:a16="http://schemas.microsoft.com/office/drawing/2014/main" id="{B5B85F60-C446-695D-C44A-80FBB1F28B1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3237746"/>
              <a:ext cx="679161" cy="508637"/>
            </a:xfrm>
            <a:prstGeom prst="rect">
              <a:avLst/>
            </a:prstGeom>
          </p:spPr>
        </p:pic>
        <p:pic>
          <p:nvPicPr>
            <p:cNvPr id="119" name="Graphic 118">
              <a:extLst>
                <a:ext uri="{FF2B5EF4-FFF2-40B4-BE49-F238E27FC236}">
                  <a16:creationId xmlns:a16="http://schemas.microsoft.com/office/drawing/2014/main" id="{85F1AE44-DAF3-935C-D3F2-D0F79183853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3237746"/>
              <a:ext cx="679161" cy="508637"/>
            </a:xfrm>
            <a:prstGeom prst="rect">
              <a:avLst/>
            </a:prstGeom>
          </p:spPr>
        </p:pic>
        <p:pic>
          <p:nvPicPr>
            <p:cNvPr id="120" name="Graphic 119">
              <a:extLst>
                <a:ext uri="{FF2B5EF4-FFF2-40B4-BE49-F238E27FC236}">
                  <a16:creationId xmlns:a16="http://schemas.microsoft.com/office/drawing/2014/main" id="{17E00A9F-B7C6-FE7A-047A-7915F8A1D8A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3237746"/>
              <a:ext cx="679161" cy="508637"/>
            </a:xfrm>
            <a:prstGeom prst="rect">
              <a:avLst/>
            </a:prstGeom>
          </p:spPr>
        </p:pic>
        <p:pic>
          <p:nvPicPr>
            <p:cNvPr id="121" name="Graphic 120">
              <a:extLst>
                <a:ext uri="{FF2B5EF4-FFF2-40B4-BE49-F238E27FC236}">
                  <a16:creationId xmlns:a16="http://schemas.microsoft.com/office/drawing/2014/main" id="{B46F1902-5D2C-FF24-D65F-729D75A4ADE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3237746"/>
              <a:ext cx="679161" cy="508637"/>
            </a:xfrm>
            <a:prstGeom prst="rect">
              <a:avLst/>
            </a:prstGeom>
          </p:spPr>
        </p:pic>
        <p:pic>
          <p:nvPicPr>
            <p:cNvPr id="122" name="Graphic 121">
              <a:extLst>
                <a:ext uri="{FF2B5EF4-FFF2-40B4-BE49-F238E27FC236}">
                  <a16:creationId xmlns:a16="http://schemas.microsoft.com/office/drawing/2014/main" id="{ED7993EA-3338-2201-596A-65977B8B432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3237746"/>
              <a:ext cx="679161" cy="508637"/>
            </a:xfrm>
            <a:prstGeom prst="rect">
              <a:avLst/>
            </a:prstGeom>
          </p:spPr>
        </p:pic>
        <p:pic>
          <p:nvPicPr>
            <p:cNvPr id="123" name="Graphic 122">
              <a:extLst>
                <a:ext uri="{FF2B5EF4-FFF2-40B4-BE49-F238E27FC236}">
                  <a16:creationId xmlns:a16="http://schemas.microsoft.com/office/drawing/2014/main" id="{FE8ACAC4-F813-D649-AA3C-44C39AD3272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3237746"/>
              <a:ext cx="679161" cy="508637"/>
            </a:xfrm>
            <a:prstGeom prst="rect">
              <a:avLst/>
            </a:prstGeom>
          </p:spPr>
        </p:pic>
        <p:pic>
          <p:nvPicPr>
            <p:cNvPr id="124" name="Graphic 123">
              <a:extLst>
                <a:ext uri="{FF2B5EF4-FFF2-40B4-BE49-F238E27FC236}">
                  <a16:creationId xmlns:a16="http://schemas.microsoft.com/office/drawing/2014/main" id="{1F5A95C1-F41F-2F8E-F845-21EFEFF6CD7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3237746"/>
              <a:ext cx="679161" cy="508637"/>
            </a:xfrm>
            <a:prstGeom prst="rect">
              <a:avLst/>
            </a:prstGeom>
          </p:spPr>
        </p:pic>
        <p:pic>
          <p:nvPicPr>
            <p:cNvPr id="125" name="Graphic 124">
              <a:extLst>
                <a:ext uri="{FF2B5EF4-FFF2-40B4-BE49-F238E27FC236}">
                  <a16:creationId xmlns:a16="http://schemas.microsoft.com/office/drawing/2014/main" id="{487D5A2C-590A-82E0-7AF1-1D2C3D59459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4261570"/>
              <a:ext cx="679161" cy="508637"/>
            </a:xfrm>
            <a:prstGeom prst="rect">
              <a:avLst/>
            </a:prstGeom>
          </p:spPr>
        </p:pic>
        <p:pic>
          <p:nvPicPr>
            <p:cNvPr id="126" name="Graphic 125">
              <a:extLst>
                <a:ext uri="{FF2B5EF4-FFF2-40B4-BE49-F238E27FC236}">
                  <a16:creationId xmlns:a16="http://schemas.microsoft.com/office/drawing/2014/main" id="{99C4C0A3-2D8B-0273-1976-1180F93EF85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4261570"/>
              <a:ext cx="679161" cy="508637"/>
            </a:xfrm>
            <a:prstGeom prst="rect">
              <a:avLst/>
            </a:prstGeom>
          </p:spPr>
        </p:pic>
        <p:pic>
          <p:nvPicPr>
            <p:cNvPr id="127" name="Graphic 126">
              <a:extLst>
                <a:ext uri="{FF2B5EF4-FFF2-40B4-BE49-F238E27FC236}">
                  <a16:creationId xmlns:a16="http://schemas.microsoft.com/office/drawing/2014/main" id="{5CCA9EF9-6C8A-46AE-5715-2ADD8AD711D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4261570"/>
              <a:ext cx="679161" cy="508637"/>
            </a:xfrm>
            <a:prstGeom prst="rect">
              <a:avLst/>
            </a:prstGeom>
          </p:spPr>
        </p:pic>
        <p:pic>
          <p:nvPicPr>
            <p:cNvPr id="128" name="Graphic 127">
              <a:extLst>
                <a:ext uri="{FF2B5EF4-FFF2-40B4-BE49-F238E27FC236}">
                  <a16:creationId xmlns:a16="http://schemas.microsoft.com/office/drawing/2014/main" id="{966184A7-0B1D-3E57-D77C-94386532214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4261570"/>
              <a:ext cx="679161" cy="508637"/>
            </a:xfrm>
            <a:prstGeom prst="rect">
              <a:avLst/>
            </a:prstGeom>
          </p:spPr>
        </p:pic>
        <p:pic>
          <p:nvPicPr>
            <p:cNvPr id="129" name="Graphic 128">
              <a:extLst>
                <a:ext uri="{FF2B5EF4-FFF2-40B4-BE49-F238E27FC236}">
                  <a16:creationId xmlns:a16="http://schemas.microsoft.com/office/drawing/2014/main" id="{A0C24750-01C2-6095-8F02-F17B76254FC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4261570"/>
              <a:ext cx="679161" cy="508637"/>
            </a:xfrm>
            <a:prstGeom prst="rect">
              <a:avLst/>
            </a:prstGeom>
          </p:spPr>
        </p:pic>
        <p:pic>
          <p:nvPicPr>
            <p:cNvPr id="130" name="Graphic 129">
              <a:extLst>
                <a:ext uri="{FF2B5EF4-FFF2-40B4-BE49-F238E27FC236}">
                  <a16:creationId xmlns:a16="http://schemas.microsoft.com/office/drawing/2014/main" id="{3A46C4D4-D60B-8971-906E-492BD2D2414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4261570"/>
              <a:ext cx="679161" cy="508637"/>
            </a:xfrm>
            <a:prstGeom prst="rect">
              <a:avLst/>
            </a:prstGeom>
          </p:spPr>
        </p:pic>
        <p:pic>
          <p:nvPicPr>
            <p:cNvPr id="131" name="Graphic 130">
              <a:extLst>
                <a:ext uri="{FF2B5EF4-FFF2-40B4-BE49-F238E27FC236}">
                  <a16:creationId xmlns:a16="http://schemas.microsoft.com/office/drawing/2014/main" id="{5334A16F-71B3-BE80-15DC-AA77C3361C3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4261570"/>
              <a:ext cx="679161" cy="508637"/>
            </a:xfrm>
            <a:prstGeom prst="rect">
              <a:avLst/>
            </a:prstGeom>
          </p:spPr>
        </p:pic>
        <p:pic>
          <p:nvPicPr>
            <p:cNvPr id="132" name="Graphic 131">
              <a:extLst>
                <a:ext uri="{FF2B5EF4-FFF2-40B4-BE49-F238E27FC236}">
                  <a16:creationId xmlns:a16="http://schemas.microsoft.com/office/drawing/2014/main" id="{C3FB7C17-6AD7-C806-C1A2-790A937A302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4261570"/>
              <a:ext cx="679161" cy="508637"/>
            </a:xfrm>
            <a:prstGeom prst="rect">
              <a:avLst/>
            </a:prstGeom>
          </p:spPr>
        </p:pic>
        <p:pic>
          <p:nvPicPr>
            <p:cNvPr id="133" name="Graphic 132">
              <a:extLst>
                <a:ext uri="{FF2B5EF4-FFF2-40B4-BE49-F238E27FC236}">
                  <a16:creationId xmlns:a16="http://schemas.microsoft.com/office/drawing/2014/main" id="{9BB90807-3DCA-7D53-ECF4-E34A998AEDD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4261570"/>
              <a:ext cx="679161" cy="508637"/>
            </a:xfrm>
            <a:prstGeom prst="rect">
              <a:avLst/>
            </a:prstGeom>
          </p:spPr>
        </p:pic>
        <p:pic>
          <p:nvPicPr>
            <p:cNvPr id="134" name="Graphic 133">
              <a:extLst>
                <a:ext uri="{FF2B5EF4-FFF2-40B4-BE49-F238E27FC236}">
                  <a16:creationId xmlns:a16="http://schemas.microsoft.com/office/drawing/2014/main" id="{540FB4E4-8300-8815-AF76-3CCB922CBE7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4261570"/>
              <a:ext cx="679161" cy="508637"/>
            </a:xfrm>
            <a:prstGeom prst="rect">
              <a:avLst/>
            </a:prstGeom>
          </p:spPr>
        </p:pic>
        <p:pic>
          <p:nvPicPr>
            <p:cNvPr id="135" name="Graphic 134">
              <a:extLst>
                <a:ext uri="{FF2B5EF4-FFF2-40B4-BE49-F238E27FC236}">
                  <a16:creationId xmlns:a16="http://schemas.microsoft.com/office/drawing/2014/main" id="{32845721-EF7C-2B5F-F216-33E1AD14994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4261570"/>
              <a:ext cx="679161" cy="508637"/>
            </a:xfrm>
            <a:prstGeom prst="rect">
              <a:avLst/>
            </a:prstGeom>
          </p:spPr>
        </p:pic>
        <p:pic>
          <p:nvPicPr>
            <p:cNvPr id="136" name="Graphic 135">
              <a:extLst>
                <a:ext uri="{FF2B5EF4-FFF2-40B4-BE49-F238E27FC236}">
                  <a16:creationId xmlns:a16="http://schemas.microsoft.com/office/drawing/2014/main" id="{6BCB3A9D-D93D-C89E-1F01-670A72275CE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5285395"/>
              <a:ext cx="679161" cy="508637"/>
            </a:xfrm>
            <a:prstGeom prst="rect">
              <a:avLst/>
            </a:prstGeom>
          </p:spPr>
        </p:pic>
        <p:pic>
          <p:nvPicPr>
            <p:cNvPr id="137" name="Graphic 136">
              <a:extLst>
                <a:ext uri="{FF2B5EF4-FFF2-40B4-BE49-F238E27FC236}">
                  <a16:creationId xmlns:a16="http://schemas.microsoft.com/office/drawing/2014/main" id="{6F1CD254-3A62-768A-2372-EFF5164746C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5285395"/>
              <a:ext cx="679161" cy="508637"/>
            </a:xfrm>
            <a:prstGeom prst="rect">
              <a:avLst/>
            </a:prstGeom>
          </p:spPr>
        </p:pic>
        <p:pic>
          <p:nvPicPr>
            <p:cNvPr id="138" name="Graphic 137">
              <a:extLst>
                <a:ext uri="{FF2B5EF4-FFF2-40B4-BE49-F238E27FC236}">
                  <a16:creationId xmlns:a16="http://schemas.microsoft.com/office/drawing/2014/main" id="{6F877F5F-9101-B59C-F39C-79CD47C9A70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5285395"/>
              <a:ext cx="679161" cy="508637"/>
            </a:xfrm>
            <a:prstGeom prst="rect">
              <a:avLst/>
            </a:prstGeom>
          </p:spPr>
        </p:pic>
        <p:pic>
          <p:nvPicPr>
            <p:cNvPr id="139" name="Graphic 138">
              <a:extLst>
                <a:ext uri="{FF2B5EF4-FFF2-40B4-BE49-F238E27FC236}">
                  <a16:creationId xmlns:a16="http://schemas.microsoft.com/office/drawing/2014/main" id="{F0724BE3-7898-CD24-5C40-44896F36B4D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5285395"/>
              <a:ext cx="679161" cy="508637"/>
            </a:xfrm>
            <a:prstGeom prst="rect">
              <a:avLst/>
            </a:prstGeom>
          </p:spPr>
        </p:pic>
        <p:pic>
          <p:nvPicPr>
            <p:cNvPr id="140" name="Graphic 139">
              <a:extLst>
                <a:ext uri="{FF2B5EF4-FFF2-40B4-BE49-F238E27FC236}">
                  <a16:creationId xmlns:a16="http://schemas.microsoft.com/office/drawing/2014/main" id="{61B30275-DFBE-4BBC-5511-DFD5E11F2E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5285395"/>
              <a:ext cx="679161" cy="508637"/>
            </a:xfrm>
            <a:prstGeom prst="rect">
              <a:avLst/>
            </a:prstGeom>
          </p:spPr>
        </p:pic>
        <p:pic>
          <p:nvPicPr>
            <p:cNvPr id="141" name="Graphic 140">
              <a:extLst>
                <a:ext uri="{FF2B5EF4-FFF2-40B4-BE49-F238E27FC236}">
                  <a16:creationId xmlns:a16="http://schemas.microsoft.com/office/drawing/2014/main" id="{79E2CB96-1EA0-1E8B-203A-A6CF5EEC075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5285395"/>
              <a:ext cx="679161" cy="508637"/>
            </a:xfrm>
            <a:prstGeom prst="rect">
              <a:avLst/>
            </a:prstGeom>
          </p:spPr>
        </p:pic>
        <p:pic>
          <p:nvPicPr>
            <p:cNvPr id="142" name="Graphic 141">
              <a:extLst>
                <a:ext uri="{FF2B5EF4-FFF2-40B4-BE49-F238E27FC236}">
                  <a16:creationId xmlns:a16="http://schemas.microsoft.com/office/drawing/2014/main" id="{64D3EFB6-70DE-4F88-683D-7713B5A6DF9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5285395"/>
              <a:ext cx="679161" cy="508637"/>
            </a:xfrm>
            <a:prstGeom prst="rect">
              <a:avLst/>
            </a:prstGeom>
          </p:spPr>
        </p:pic>
        <p:pic>
          <p:nvPicPr>
            <p:cNvPr id="143" name="Graphic 142">
              <a:extLst>
                <a:ext uri="{FF2B5EF4-FFF2-40B4-BE49-F238E27FC236}">
                  <a16:creationId xmlns:a16="http://schemas.microsoft.com/office/drawing/2014/main" id="{245692F6-89C7-CB36-0B5A-926B199F46D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5285395"/>
              <a:ext cx="679161" cy="508637"/>
            </a:xfrm>
            <a:prstGeom prst="rect">
              <a:avLst/>
            </a:prstGeom>
          </p:spPr>
        </p:pic>
        <p:pic>
          <p:nvPicPr>
            <p:cNvPr id="144" name="Graphic 143">
              <a:extLst>
                <a:ext uri="{FF2B5EF4-FFF2-40B4-BE49-F238E27FC236}">
                  <a16:creationId xmlns:a16="http://schemas.microsoft.com/office/drawing/2014/main" id="{8D18CB66-EA61-F1B1-84B2-B265ECDB28D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5285395"/>
              <a:ext cx="679161" cy="508637"/>
            </a:xfrm>
            <a:prstGeom prst="rect">
              <a:avLst/>
            </a:prstGeom>
          </p:spPr>
        </p:pic>
        <p:pic>
          <p:nvPicPr>
            <p:cNvPr id="145" name="Graphic 144">
              <a:extLst>
                <a:ext uri="{FF2B5EF4-FFF2-40B4-BE49-F238E27FC236}">
                  <a16:creationId xmlns:a16="http://schemas.microsoft.com/office/drawing/2014/main" id="{321E59CD-CDAC-E927-A788-C5F451867DD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5285395"/>
              <a:ext cx="679161" cy="508637"/>
            </a:xfrm>
            <a:prstGeom prst="rect">
              <a:avLst/>
            </a:prstGeom>
          </p:spPr>
        </p:pic>
        <p:pic>
          <p:nvPicPr>
            <p:cNvPr id="146" name="Graphic 145">
              <a:extLst>
                <a:ext uri="{FF2B5EF4-FFF2-40B4-BE49-F238E27FC236}">
                  <a16:creationId xmlns:a16="http://schemas.microsoft.com/office/drawing/2014/main" id="{86DA5630-7EC9-F544-C14B-0125191302E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5285395"/>
              <a:ext cx="679161" cy="508637"/>
            </a:xfrm>
            <a:prstGeom prst="rect">
              <a:avLst/>
            </a:prstGeom>
          </p:spPr>
        </p:pic>
        <p:pic>
          <p:nvPicPr>
            <p:cNvPr id="147" name="Graphic 146">
              <a:extLst>
                <a:ext uri="{FF2B5EF4-FFF2-40B4-BE49-F238E27FC236}">
                  <a16:creationId xmlns:a16="http://schemas.microsoft.com/office/drawing/2014/main" id="{D1F25B9E-36A0-9D5D-1061-81526D5F9B2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6309219"/>
              <a:ext cx="679161" cy="508637"/>
            </a:xfrm>
            <a:prstGeom prst="rect">
              <a:avLst/>
            </a:prstGeom>
          </p:spPr>
        </p:pic>
        <p:pic>
          <p:nvPicPr>
            <p:cNvPr id="148" name="Graphic 147">
              <a:extLst>
                <a:ext uri="{FF2B5EF4-FFF2-40B4-BE49-F238E27FC236}">
                  <a16:creationId xmlns:a16="http://schemas.microsoft.com/office/drawing/2014/main" id="{7716C73C-CA50-6F71-8AF7-B527742148B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6309219"/>
              <a:ext cx="679161" cy="508637"/>
            </a:xfrm>
            <a:prstGeom prst="rect">
              <a:avLst/>
            </a:prstGeom>
          </p:spPr>
        </p:pic>
        <p:pic>
          <p:nvPicPr>
            <p:cNvPr id="149" name="Graphic 148">
              <a:extLst>
                <a:ext uri="{FF2B5EF4-FFF2-40B4-BE49-F238E27FC236}">
                  <a16:creationId xmlns:a16="http://schemas.microsoft.com/office/drawing/2014/main" id="{63F1475B-59EB-8BD9-A687-1659F432859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6309219"/>
              <a:ext cx="679161" cy="508637"/>
            </a:xfrm>
            <a:prstGeom prst="rect">
              <a:avLst/>
            </a:prstGeom>
          </p:spPr>
        </p:pic>
        <p:pic>
          <p:nvPicPr>
            <p:cNvPr id="150" name="Graphic 149">
              <a:extLst>
                <a:ext uri="{FF2B5EF4-FFF2-40B4-BE49-F238E27FC236}">
                  <a16:creationId xmlns:a16="http://schemas.microsoft.com/office/drawing/2014/main" id="{D165B6DF-1279-9726-8742-53D57C84197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6309219"/>
              <a:ext cx="679161" cy="508637"/>
            </a:xfrm>
            <a:prstGeom prst="rect">
              <a:avLst/>
            </a:prstGeom>
          </p:spPr>
        </p:pic>
        <p:pic>
          <p:nvPicPr>
            <p:cNvPr id="151" name="Graphic 150">
              <a:extLst>
                <a:ext uri="{FF2B5EF4-FFF2-40B4-BE49-F238E27FC236}">
                  <a16:creationId xmlns:a16="http://schemas.microsoft.com/office/drawing/2014/main" id="{125BA8B4-7CD1-F2BF-80FE-BCA454B4537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6309219"/>
              <a:ext cx="679161" cy="508637"/>
            </a:xfrm>
            <a:prstGeom prst="rect">
              <a:avLst/>
            </a:prstGeom>
          </p:spPr>
        </p:pic>
        <p:pic>
          <p:nvPicPr>
            <p:cNvPr id="152" name="Graphic 151">
              <a:extLst>
                <a:ext uri="{FF2B5EF4-FFF2-40B4-BE49-F238E27FC236}">
                  <a16:creationId xmlns:a16="http://schemas.microsoft.com/office/drawing/2014/main" id="{4CD4AB4B-C557-0F99-4635-7B77CBA0366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6309219"/>
              <a:ext cx="679161" cy="508637"/>
            </a:xfrm>
            <a:prstGeom prst="rect">
              <a:avLst/>
            </a:prstGeom>
          </p:spPr>
        </p:pic>
        <p:pic>
          <p:nvPicPr>
            <p:cNvPr id="153" name="Graphic 152">
              <a:extLst>
                <a:ext uri="{FF2B5EF4-FFF2-40B4-BE49-F238E27FC236}">
                  <a16:creationId xmlns:a16="http://schemas.microsoft.com/office/drawing/2014/main" id="{C1552958-40EB-5F0A-54B3-E8CC2C41DC1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6309219"/>
              <a:ext cx="679161" cy="508637"/>
            </a:xfrm>
            <a:prstGeom prst="rect">
              <a:avLst/>
            </a:prstGeom>
          </p:spPr>
        </p:pic>
        <p:pic>
          <p:nvPicPr>
            <p:cNvPr id="154" name="Graphic 153">
              <a:extLst>
                <a:ext uri="{FF2B5EF4-FFF2-40B4-BE49-F238E27FC236}">
                  <a16:creationId xmlns:a16="http://schemas.microsoft.com/office/drawing/2014/main" id="{19873E7A-10D6-2833-C6C6-02BB6846C09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6309219"/>
              <a:ext cx="679161" cy="508637"/>
            </a:xfrm>
            <a:prstGeom prst="rect">
              <a:avLst/>
            </a:prstGeom>
          </p:spPr>
        </p:pic>
        <p:pic>
          <p:nvPicPr>
            <p:cNvPr id="155" name="Graphic 154">
              <a:extLst>
                <a:ext uri="{FF2B5EF4-FFF2-40B4-BE49-F238E27FC236}">
                  <a16:creationId xmlns:a16="http://schemas.microsoft.com/office/drawing/2014/main" id="{11220FB4-DBE2-1382-8E35-0BCEEA036F9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6309219"/>
              <a:ext cx="679161" cy="508637"/>
            </a:xfrm>
            <a:prstGeom prst="rect">
              <a:avLst/>
            </a:prstGeom>
          </p:spPr>
        </p:pic>
        <p:pic>
          <p:nvPicPr>
            <p:cNvPr id="156" name="Graphic 155">
              <a:extLst>
                <a:ext uri="{FF2B5EF4-FFF2-40B4-BE49-F238E27FC236}">
                  <a16:creationId xmlns:a16="http://schemas.microsoft.com/office/drawing/2014/main" id="{6A0958F3-0559-A154-C67A-B7EAB72596B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6309219"/>
              <a:ext cx="679161" cy="508637"/>
            </a:xfrm>
            <a:prstGeom prst="rect">
              <a:avLst/>
            </a:prstGeom>
          </p:spPr>
        </p:pic>
        <p:pic>
          <p:nvPicPr>
            <p:cNvPr id="157" name="Graphic 156">
              <a:extLst>
                <a:ext uri="{FF2B5EF4-FFF2-40B4-BE49-F238E27FC236}">
                  <a16:creationId xmlns:a16="http://schemas.microsoft.com/office/drawing/2014/main" id="{1843954B-359C-D58C-1D19-999DCB6B07B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6309219"/>
              <a:ext cx="679161" cy="508637"/>
            </a:xfrm>
            <a:prstGeom prst="rect">
              <a:avLst/>
            </a:prstGeom>
          </p:spPr>
        </p:pic>
        <p:pic>
          <p:nvPicPr>
            <p:cNvPr id="158" name="Graphic 157">
              <a:extLst>
                <a:ext uri="{FF2B5EF4-FFF2-40B4-BE49-F238E27FC236}">
                  <a16:creationId xmlns:a16="http://schemas.microsoft.com/office/drawing/2014/main" id="{A1029286-21BB-3587-EF1D-5872AB7E55F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93940"/>
              <a:ext cx="679161" cy="508637"/>
            </a:xfrm>
            <a:prstGeom prst="rect">
              <a:avLst/>
            </a:prstGeom>
          </p:spPr>
        </p:pic>
        <p:pic>
          <p:nvPicPr>
            <p:cNvPr id="159" name="Graphic 158">
              <a:extLst>
                <a:ext uri="{FF2B5EF4-FFF2-40B4-BE49-F238E27FC236}">
                  <a16:creationId xmlns:a16="http://schemas.microsoft.com/office/drawing/2014/main" id="{7395FF1A-4F5D-2A13-EBC2-EE77813A922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93940"/>
              <a:ext cx="679161" cy="508637"/>
            </a:xfrm>
            <a:prstGeom prst="rect">
              <a:avLst/>
            </a:prstGeom>
          </p:spPr>
        </p:pic>
        <p:pic>
          <p:nvPicPr>
            <p:cNvPr id="160" name="Graphic 159">
              <a:extLst>
                <a:ext uri="{FF2B5EF4-FFF2-40B4-BE49-F238E27FC236}">
                  <a16:creationId xmlns:a16="http://schemas.microsoft.com/office/drawing/2014/main" id="{73480149-1E23-3352-6B45-CE473D4480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93940"/>
              <a:ext cx="679161" cy="508637"/>
            </a:xfrm>
            <a:prstGeom prst="rect">
              <a:avLst/>
            </a:prstGeom>
          </p:spPr>
        </p:pic>
        <p:pic>
          <p:nvPicPr>
            <p:cNvPr id="161" name="Graphic 160">
              <a:extLst>
                <a:ext uri="{FF2B5EF4-FFF2-40B4-BE49-F238E27FC236}">
                  <a16:creationId xmlns:a16="http://schemas.microsoft.com/office/drawing/2014/main" id="{411BF736-415D-A4FD-4AFD-C7D8BB3D0E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93940"/>
              <a:ext cx="679161" cy="508637"/>
            </a:xfrm>
            <a:prstGeom prst="rect">
              <a:avLst/>
            </a:prstGeom>
          </p:spPr>
        </p:pic>
        <p:pic>
          <p:nvPicPr>
            <p:cNvPr id="162" name="Graphic 161">
              <a:extLst>
                <a:ext uri="{FF2B5EF4-FFF2-40B4-BE49-F238E27FC236}">
                  <a16:creationId xmlns:a16="http://schemas.microsoft.com/office/drawing/2014/main" id="{ABE5A9A1-42D2-0D73-3239-55F4E5EB2A0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93940"/>
              <a:ext cx="679161" cy="508637"/>
            </a:xfrm>
            <a:prstGeom prst="rect">
              <a:avLst/>
            </a:prstGeom>
          </p:spPr>
        </p:pic>
        <p:pic>
          <p:nvPicPr>
            <p:cNvPr id="163" name="Graphic 162">
              <a:extLst>
                <a:ext uri="{FF2B5EF4-FFF2-40B4-BE49-F238E27FC236}">
                  <a16:creationId xmlns:a16="http://schemas.microsoft.com/office/drawing/2014/main" id="{88075493-0C12-810F-95D8-BD6F25DEE21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93940"/>
              <a:ext cx="679161" cy="508637"/>
            </a:xfrm>
            <a:prstGeom prst="rect">
              <a:avLst/>
            </a:prstGeom>
          </p:spPr>
        </p:pic>
        <p:pic>
          <p:nvPicPr>
            <p:cNvPr id="164" name="Graphic 163">
              <a:extLst>
                <a:ext uri="{FF2B5EF4-FFF2-40B4-BE49-F238E27FC236}">
                  <a16:creationId xmlns:a16="http://schemas.microsoft.com/office/drawing/2014/main" id="{EE145A4E-040F-F012-5FCB-DEE05DA2FC1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93940"/>
              <a:ext cx="679161" cy="508637"/>
            </a:xfrm>
            <a:prstGeom prst="rect">
              <a:avLst/>
            </a:prstGeom>
          </p:spPr>
        </p:pic>
        <p:pic>
          <p:nvPicPr>
            <p:cNvPr id="165" name="Graphic 164">
              <a:extLst>
                <a:ext uri="{FF2B5EF4-FFF2-40B4-BE49-F238E27FC236}">
                  <a16:creationId xmlns:a16="http://schemas.microsoft.com/office/drawing/2014/main" id="{E9B2F8EF-EF58-A5D7-83EB-81BEEA1B2E9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93940"/>
              <a:ext cx="679161" cy="508637"/>
            </a:xfrm>
            <a:prstGeom prst="rect">
              <a:avLst/>
            </a:prstGeom>
          </p:spPr>
        </p:pic>
        <p:pic>
          <p:nvPicPr>
            <p:cNvPr id="166" name="Graphic 165">
              <a:extLst>
                <a:ext uri="{FF2B5EF4-FFF2-40B4-BE49-F238E27FC236}">
                  <a16:creationId xmlns:a16="http://schemas.microsoft.com/office/drawing/2014/main" id="{A59035F3-62FD-C087-456B-B4F876EA7BE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93940"/>
              <a:ext cx="679161" cy="508637"/>
            </a:xfrm>
            <a:prstGeom prst="rect">
              <a:avLst/>
            </a:prstGeom>
          </p:spPr>
        </p:pic>
        <p:pic>
          <p:nvPicPr>
            <p:cNvPr id="167" name="Graphic 166">
              <a:extLst>
                <a:ext uri="{FF2B5EF4-FFF2-40B4-BE49-F238E27FC236}">
                  <a16:creationId xmlns:a16="http://schemas.microsoft.com/office/drawing/2014/main" id="{7DC77432-5B27-B690-0389-61C9B985F8E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93940"/>
              <a:ext cx="679161" cy="508637"/>
            </a:xfrm>
            <a:prstGeom prst="rect">
              <a:avLst/>
            </a:prstGeom>
          </p:spPr>
        </p:pic>
        <p:pic>
          <p:nvPicPr>
            <p:cNvPr id="168" name="Graphic 167">
              <a:extLst>
                <a:ext uri="{FF2B5EF4-FFF2-40B4-BE49-F238E27FC236}">
                  <a16:creationId xmlns:a16="http://schemas.microsoft.com/office/drawing/2014/main" id="{3FB11D58-2935-AD9F-5B93-5CAC5A61A01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93940"/>
              <a:ext cx="679161" cy="508637"/>
            </a:xfrm>
            <a:prstGeom prst="rect">
              <a:avLst/>
            </a:prstGeom>
          </p:spPr>
        </p:pic>
      </p:gr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1500" y="457200"/>
            <a:ext cx="11052046" cy="492443"/>
          </a:xfrm>
        </p:spPr>
        <p:txBody>
          <a:bodyPr/>
          <a:lstStyle>
            <a:lvl1pPr>
              <a:defRPr sz="3200"/>
            </a:lvl1p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71500" y="292100"/>
            <a:ext cx="11052046"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7" name="Rectangle: Rounded Corners 6">
            <a:extLst>
              <a:ext uri="{FF2B5EF4-FFF2-40B4-BE49-F238E27FC236}">
                <a16:creationId xmlns:a16="http://schemas.microsoft.com/office/drawing/2014/main" id="{4DC2A4E6-63C1-0FFC-8D8D-291CF0AFA1C3}"/>
              </a:ext>
              <a:ext uri="{C183D7F6-B498-43B3-948B-1728B52AA6E4}">
                <adec:decorative xmlns:adec="http://schemas.microsoft.com/office/drawing/2017/decorative" val="1"/>
              </a:ext>
            </a:extLst>
          </p:cNvPr>
          <p:cNvSpPr>
            <a:spLocks/>
          </p:cNvSpPr>
          <p:nvPr/>
        </p:nvSpPr>
        <p:spPr bwMode="auto">
          <a:xfrm>
            <a:off x="571501" y="1436687"/>
            <a:ext cx="11039490" cy="4621213"/>
          </a:xfrm>
          <a:prstGeom prst="roundRect">
            <a:avLst>
              <a:gd name="adj" fmla="val 3939"/>
            </a:avLst>
          </a:prstGeom>
          <a:solidFill>
            <a:srgbClr val="FFFFFF"/>
          </a:solidFill>
          <a:ln w="12700" cap="flat" cmpd="sng" algn="ctr">
            <a:gradFill flip="none" rotWithShape="1">
              <a:gsLst>
                <a:gs pos="0">
                  <a:srgbClr val="0078D4"/>
                </a:gs>
                <a:gs pos="100000">
                  <a:srgbClr val="C03BC4"/>
                </a:gs>
              </a:gsLst>
              <a:lin ang="2700000" scaled="1"/>
              <a:tileRect/>
            </a:gra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3200">
              <a:solidFill>
                <a:schemeClr val="tx1"/>
              </a:solidFill>
              <a:latin typeface="+mj-lt"/>
              <a:cs typeface="Segoe Sans Display Semilight" pitchFamily="2" charset="0"/>
            </a:endParaRPr>
          </a:p>
        </p:txBody>
      </p:sp>
      <p:sp>
        <p:nvSpPr>
          <p:cNvPr id="11" name="Picture Placeholder 10">
            <a:extLst>
              <a:ext uri="{FF2B5EF4-FFF2-40B4-BE49-F238E27FC236}">
                <a16:creationId xmlns:a16="http://schemas.microsoft.com/office/drawing/2014/main" id="{C28C3D06-E388-39A2-0D38-D20CBF6724D8}"/>
              </a:ext>
            </a:extLst>
          </p:cNvPr>
          <p:cNvSpPr>
            <a:spLocks noGrp="1"/>
          </p:cNvSpPr>
          <p:nvPr>
            <p:ph type="pic" sz="quarter" idx="13"/>
          </p:nvPr>
        </p:nvSpPr>
        <p:spPr>
          <a:xfrm>
            <a:off x="7341277" y="1568115"/>
            <a:ext cx="4124554" cy="4338188"/>
          </a:xfrm>
          <a:prstGeom prst="roundRect">
            <a:avLst>
              <a:gd name="adj" fmla="val 2539"/>
            </a:avLst>
          </a:prstGeom>
          <a:solidFill>
            <a:schemeClr val="accent1">
              <a:lumMod val="20000"/>
              <a:lumOff val="80000"/>
            </a:schemeClr>
          </a:solidFill>
        </p:spPr>
        <p:txBody>
          <a:bodyPr/>
          <a:lstStyle/>
          <a:p>
            <a:r>
              <a:rPr lang="en-US"/>
              <a:t>Click icon to add picture</a:t>
            </a:r>
            <a:endParaRPr lang="en-IN"/>
          </a:p>
        </p:txBody>
      </p:sp>
      <p:sp>
        <p:nvSpPr>
          <p:cNvPr id="13" name="Text Placeholder 12">
            <a:extLst>
              <a:ext uri="{FF2B5EF4-FFF2-40B4-BE49-F238E27FC236}">
                <a16:creationId xmlns:a16="http://schemas.microsoft.com/office/drawing/2014/main" id="{8999CBAE-C70F-B627-51D9-9DADBFDF57D9}"/>
              </a:ext>
            </a:extLst>
          </p:cNvPr>
          <p:cNvSpPr>
            <a:spLocks noGrp="1"/>
          </p:cNvSpPr>
          <p:nvPr>
            <p:ph type="body" sz="quarter" idx="14" hasCustomPrompt="1"/>
          </p:nvPr>
        </p:nvSpPr>
        <p:spPr>
          <a:xfrm>
            <a:off x="727755" y="1547946"/>
            <a:ext cx="6457269" cy="4358357"/>
          </a:xfrm>
          <a:prstGeom prst="roundRect">
            <a:avLst>
              <a:gd name="adj" fmla="val 3554"/>
            </a:avLst>
          </a:prstGeom>
          <a:solidFill>
            <a:schemeClr val="bg1">
              <a:lumMod val="95000"/>
            </a:schemeClr>
          </a:solidFill>
        </p:spPr>
        <p:txBody>
          <a:bodyPr lIns="182880" tIns="146304" rIns="182880" bIns="146304">
            <a:noAutofit/>
          </a:bodyPr>
          <a:lstStyle>
            <a:lvl1pPr marL="0" indent="0" algn="l">
              <a:buFont typeface="Arial" panose="020B0604020202020204" pitchFamily="34" charset="0"/>
              <a:buNone/>
              <a:defRPr lang="en-IN" sz="1800" b="0" kern="1200" cap="none" spc="-50" baseline="0" dirty="0">
                <a:ln w="3175">
                  <a:noFill/>
                </a:ln>
                <a:solidFill>
                  <a:schemeClr val="tx1"/>
                </a:solidFill>
                <a:effectLst/>
                <a:latin typeface="+mn-lt"/>
                <a:ea typeface="+mn-ea"/>
                <a:cs typeface="+mn-cs"/>
              </a:defRPr>
            </a:lvl1pPr>
          </a:lstStyle>
          <a:p>
            <a:pPr lvl="0"/>
            <a:r>
              <a:rPr lang="en-US"/>
              <a:t>Click to edit text</a:t>
            </a:r>
            <a:endParaRPr lang="en-IN"/>
          </a:p>
        </p:txBody>
      </p:sp>
      <p:sp>
        <p:nvSpPr>
          <p:cNvPr id="4" name="Text Placeholder 4">
            <a:extLst>
              <a:ext uri="{FF2B5EF4-FFF2-40B4-BE49-F238E27FC236}">
                <a16:creationId xmlns:a16="http://schemas.microsoft.com/office/drawing/2014/main" id="{56376871-804A-8F62-5FBF-42BF44EEC32C}"/>
              </a:ext>
            </a:extLst>
          </p:cNvPr>
          <p:cNvSpPr>
            <a:spLocks noGrp="1"/>
          </p:cNvSpPr>
          <p:nvPr>
            <p:ph type="body" sz="quarter" idx="12" hasCustomPrompt="1"/>
          </p:nvPr>
        </p:nvSpPr>
        <p:spPr>
          <a:xfrm>
            <a:off x="1939924" y="6400799"/>
            <a:ext cx="9680575" cy="153888"/>
          </a:xfrm>
        </p:spPr>
        <p:txBody>
          <a:bodyPr/>
          <a:lstStyle>
            <a:lvl1pPr marL="0" indent="0">
              <a:buNone/>
              <a:defRPr sz="1000" cap="none" baseline="0"/>
            </a:lvl1pPr>
            <a:lvl2pPr marL="228600" indent="0">
              <a:buNone/>
              <a:defRPr/>
            </a:lvl2pPr>
            <a:lvl3pPr marL="457200" indent="0">
              <a:buNone/>
              <a:defRPr/>
            </a:lvl3pPr>
            <a:lvl4pPr marL="661988" indent="0">
              <a:buNone/>
              <a:defRPr/>
            </a:lvl4pPr>
            <a:lvl5pPr marL="855663" indent="0">
              <a:buNone/>
              <a:defRPr/>
            </a:lvl5pPr>
          </a:lstStyle>
          <a:p>
            <a:pPr lvl="0"/>
            <a:r>
              <a:rPr lang="en-US"/>
              <a:t>Footer</a:t>
            </a:r>
          </a:p>
        </p:txBody>
      </p:sp>
      <p:pic>
        <p:nvPicPr>
          <p:cNvPr id="6" name="Graphic 5">
            <a:extLst>
              <a:ext uri="{FF2B5EF4-FFF2-40B4-BE49-F238E27FC236}">
                <a16:creationId xmlns:a16="http://schemas.microsoft.com/office/drawing/2014/main" id="{F77B23A9-19BF-6D90-414F-4F46C1383000}"/>
              </a:ext>
            </a:extLst>
          </p:cNvPr>
          <p:cNvPicPr>
            <a:picLocks noChangeAspect="1"/>
          </p:cNvPicPr>
          <p:nvPr userDrawn="1"/>
        </p:nvPicPr>
        <p:blipFill>
          <a:blip>
            <a:extLst>
              <a:ext uri="{96DAC541-7B7A-43D3-8B79-37D633B846F1}">
                <asvg:svgBlip xmlns:asvg="http://schemas.microsoft.com/office/drawing/2016/SVG/main" r:embed="rId3"/>
              </a:ext>
            </a:extLst>
          </a:blip>
          <a:srcRect b="43662"/>
          <a:stretch>
            <a:fillRect/>
          </a:stretch>
        </p:blipFill>
        <p:spPr>
          <a:xfrm>
            <a:off x="568454" y="6390910"/>
            <a:ext cx="618133" cy="231873"/>
          </a:xfrm>
          <a:prstGeom prst="rect">
            <a:avLst/>
          </a:prstGeom>
        </p:spPr>
      </p:pic>
    </p:spTree>
    <p:extLst>
      <p:ext uri="{BB962C8B-B14F-4D97-AF65-F5344CB8AC3E}">
        <p14:creationId xmlns:p14="http://schemas.microsoft.com/office/powerpoint/2010/main" val="390461607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Only White">
    <p:spTree>
      <p:nvGrpSpPr>
        <p:cNvPr id="1" name=""/>
        <p:cNvGrpSpPr/>
        <p:nvPr/>
      </p:nvGrpSpPr>
      <p:grpSpPr>
        <a:xfrm>
          <a:off x="0" y="0"/>
          <a:ext cx="0" cy="0"/>
          <a:chOff x="0" y="0"/>
          <a:chExt cx="0" cy="0"/>
        </a:xfrm>
      </p:grpSpPr>
      <p:grpSp>
        <p:nvGrpSpPr>
          <p:cNvPr id="91" name="Group 90">
            <a:extLst>
              <a:ext uri="{FF2B5EF4-FFF2-40B4-BE49-F238E27FC236}">
                <a16:creationId xmlns:a16="http://schemas.microsoft.com/office/drawing/2014/main" id="{E3312949-5276-F41B-01DB-F1BE8BEF8267}"/>
              </a:ext>
            </a:extLst>
          </p:cNvPr>
          <p:cNvGrpSpPr/>
          <p:nvPr/>
        </p:nvGrpSpPr>
        <p:grpSpPr>
          <a:xfrm>
            <a:off x="19238" y="93940"/>
            <a:ext cx="12225915" cy="6723916"/>
            <a:chOff x="19238" y="93940"/>
            <a:chExt cx="12225915" cy="6723916"/>
          </a:xfrm>
        </p:grpSpPr>
        <p:pic>
          <p:nvPicPr>
            <p:cNvPr id="92" name="Graphic 91">
              <a:extLst>
                <a:ext uri="{FF2B5EF4-FFF2-40B4-BE49-F238E27FC236}">
                  <a16:creationId xmlns:a16="http://schemas.microsoft.com/office/drawing/2014/main" id="{038203EB-13EA-7C2A-5505-C6A175464A0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1190098"/>
              <a:ext cx="679161" cy="508637"/>
            </a:xfrm>
            <a:prstGeom prst="rect">
              <a:avLst/>
            </a:prstGeom>
          </p:spPr>
        </p:pic>
        <p:pic>
          <p:nvPicPr>
            <p:cNvPr id="93" name="Graphic 92">
              <a:extLst>
                <a:ext uri="{FF2B5EF4-FFF2-40B4-BE49-F238E27FC236}">
                  <a16:creationId xmlns:a16="http://schemas.microsoft.com/office/drawing/2014/main" id="{8F4A342D-4AA5-0DE5-2B12-3B4B6F3EB90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1190098"/>
              <a:ext cx="679161" cy="508637"/>
            </a:xfrm>
            <a:prstGeom prst="rect">
              <a:avLst/>
            </a:prstGeom>
          </p:spPr>
        </p:pic>
        <p:pic>
          <p:nvPicPr>
            <p:cNvPr id="94" name="Graphic 93">
              <a:extLst>
                <a:ext uri="{FF2B5EF4-FFF2-40B4-BE49-F238E27FC236}">
                  <a16:creationId xmlns:a16="http://schemas.microsoft.com/office/drawing/2014/main" id="{83C6094D-651A-9ACF-FDCF-C641923D8B0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1190098"/>
              <a:ext cx="679161" cy="508637"/>
            </a:xfrm>
            <a:prstGeom prst="rect">
              <a:avLst/>
            </a:prstGeom>
          </p:spPr>
        </p:pic>
        <p:pic>
          <p:nvPicPr>
            <p:cNvPr id="95" name="Graphic 94">
              <a:extLst>
                <a:ext uri="{FF2B5EF4-FFF2-40B4-BE49-F238E27FC236}">
                  <a16:creationId xmlns:a16="http://schemas.microsoft.com/office/drawing/2014/main" id="{4F97FFC1-D187-0B26-B570-B90BF466F51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1190098"/>
              <a:ext cx="679161" cy="508637"/>
            </a:xfrm>
            <a:prstGeom prst="rect">
              <a:avLst/>
            </a:prstGeom>
          </p:spPr>
        </p:pic>
        <p:pic>
          <p:nvPicPr>
            <p:cNvPr id="96" name="Graphic 95">
              <a:extLst>
                <a:ext uri="{FF2B5EF4-FFF2-40B4-BE49-F238E27FC236}">
                  <a16:creationId xmlns:a16="http://schemas.microsoft.com/office/drawing/2014/main" id="{AE20A145-C7B4-0590-5BC5-E0DC02C2E52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1190098"/>
              <a:ext cx="679161" cy="508637"/>
            </a:xfrm>
            <a:prstGeom prst="rect">
              <a:avLst/>
            </a:prstGeom>
          </p:spPr>
        </p:pic>
        <p:pic>
          <p:nvPicPr>
            <p:cNvPr id="97" name="Graphic 96">
              <a:extLst>
                <a:ext uri="{FF2B5EF4-FFF2-40B4-BE49-F238E27FC236}">
                  <a16:creationId xmlns:a16="http://schemas.microsoft.com/office/drawing/2014/main" id="{B2FF0396-766F-9C64-ABCD-F195291C5C4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1190098"/>
              <a:ext cx="679161" cy="508637"/>
            </a:xfrm>
            <a:prstGeom prst="rect">
              <a:avLst/>
            </a:prstGeom>
          </p:spPr>
        </p:pic>
        <p:pic>
          <p:nvPicPr>
            <p:cNvPr id="98" name="Graphic 97">
              <a:extLst>
                <a:ext uri="{FF2B5EF4-FFF2-40B4-BE49-F238E27FC236}">
                  <a16:creationId xmlns:a16="http://schemas.microsoft.com/office/drawing/2014/main" id="{7A0BA5BF-CC81-78B5-4367-2753EC6D609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1190098"/>
              <a:ext cx="679161" cy="508637"/>
            </a:xfrm>
            <a:prstGeom prst="rect">
              <a:avLst/>
            </a:prstGeom>
          </p:spPr>
        </p:pic>
        <p:pic>
          <p:nvPicPr>
            <p:cNvPr id="99" name="Graphic 98">
              <a:extLst>
                <a:ext uri="{FF2B5EF4-FFF2-40B4-BE49-F238E27FC236}">
                  <a16:creationId xmlns:a16="http://schemas.microsoft.com/office/drawing/2014/main" id="{F561B333-439D-6934-C5DD-448651EABED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1190098"/>
              <a:ext cx="679161" cy="508637"/>
            </a:xfrm>
            <a:prstGeom prst="rect">
              <a:avLst/>
            </a:prstGeom>
          </p:spPr>
        </p:pic>
        <p:pic>
          <p:nvPicPr>
            <p:cNvPr id="100" name="Graphic 99">
              <a:extLst>
                <a:ext uri="{FF2B5EF4-FFF2-40B4-BE49-F238E27FC236}">
                  <a16:creationId xmlns:a16="http://schemas.microsoft.com/office/drawing/2014/main" id="{27966DDD-47E7-663F-3F0F-5152AD90271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1190098"/>
              <a:ext cx="679161" cy="508637"/>
            </a:xfrm>
            <a:prstGeom prst="rect">
              <a:avLst/>
            </a:prstGeom>
          </p:spPr>
        </p:pic>
        <p:pic>
          <p:nvPicPr>
            <p:cNvPr id="101" name="Graphic 100">
              <a:extLst>
                <a:ext uri="{FF2B5EF4-FFF2-40B4-BE49-F238E27FC236}">
                  <a16:creationId xmlns:a16="http://schemas.microsoft.com/office/drawing/2014/main" id="{7EF25049-BDFD-847F-1825-A819D4327D0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1190098"/>
              <a:ext cx="679161" cy="508637"/>
            </a:xfrm>
            <a:prstGeom prst="rect">
              <a:avLst/>
            </a:prstGeom>
          </p:spPr>
        </p:pic>
        <p:pic>
          <p:nvPicPr>
            <p:cNvPr id="102" name="Graphic 101">
              <a:extLst>
                <a:ext uri="{FF2B5EF4-FFF2-40B4-BE49-F238E27FC236}">
                  <a16:creationId xmlns:a16="http://schemas.microsoft.com/office/drawing/2014/main" id="{1936C301-90AC-303B-70AE-C8090A6E659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1190098"/>
              <a:ext cx="679161" cy="508637"/>
            </a:xfrm>
            <a:prstGeom prst="rect">
              <a:avLst/>
            </a:prstGeom>
          </p:spPr>
        </p:pic>
        <p:pic>
          <p:nvPicPr>
            <p:cNvPr id="103" name="Graphic 102">
              <a:extLst>
                <a:ext uri="{FF2B5EF4-FFF2-40B4-BE49-F238E27FC236}">
                  <a16:creationId xmlns:a16="http://schemas.microsoft.com/office/drawing/2014/main" id="{7C2E23F5-6AB0-A46F-C08A-88C3DFB92D6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2213922"/>
              <a:ext cx="679161" cy="508637"/>
            </a:xfrm>
            <a:prstGeom prst="rect">
              <a:avLst/>
            </a:prstGeom>
          </p:spPr>
        </p:pic>
        <p:pic>
          <p:nvPicPr>
            <p:cNvPr id="104" name="Graphic 103">
              <a:extLst>
                <a:ext uri="{FF2B5EF4-FFF2-40B4-BE49-F238E27FC236}">
                  <a16:creationId xmlns:a16="http://schemas.microsoft.com/office/drawing/2014/main" id="{24291E57-8A2D-E93F-651A-F7F0D623543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2213922"/>
              <a:ext cx="679161" cy="508637"/>
            </a:xfrm>
            <a:prstGeom prst="rect">
              <a:avLst/>
            </a:prstGeom>
          </p:spPr>
        </p:pic>
        <p:pic>
          <p:nvPicPr>
            <p:cNvPr id="105" name="Graphic 104">
              <a:extLst>
                <a:ext uri="{FF2B5EF4-FFF2-40B4-BE49-F238E27FC236}">
                  <a16:creationId xmlns:a16="http://schemas.microsoft.com/office/drawing/2014/main" id="{9FB80534-C3CD-E444-A381-666DED4E081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2213922"/>
              <a:ext cx="679161" cy="508637"/>
            </a:xfrm>
            <a:prstGeom prst="rect">
              <a:avLst/>
            </a:prstGeom>
          </p:spPr>
        </p:pic>
        <p:pic>
          <p:nvPicPr>
            <p:cNvPr id="106" name="Graphic 105">
              <a:extLst>
                <a:ext uri="{FF2B5EF4-FFF2-40B4-BE49-F238E27FC236}">
                  <a16:creationId xmlns:a16="http://schemas.microsoft.com/office/drawing/2014/main" id="{7DD72503-8854-13CE-C490-CBC0BEA122E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2213922"/>
              <a:ext cx="679161" cy="508637"/>
            </a:xfrm>
            <a:prstGeom prst="rect">
              <a:avLst/>
            </a:prstGeom>
          </p:spPr>
        </p:pic>
        <p:pic>
          <p:nvPicPr>
            <p:cNvPr id="107" name="Graphic 106">
              <a:extLst>
                <a:ext uri="{FF2B5EF4-FFF2-40B4-BE49-F238E27FC236}">
                  <a16:creationId xmlns:a16="http://schemas.microsoft.com/office/drawing/2014/main" id="{0B45209C-5346-7C36-E654-FBF3628B431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2213922"/>
              <a:ext cx="679161" cy="508637"/>
            </a:xfrm>
            <a:prstGeom prst="rect">
              <a:avLst/>
            </a:prstGeom>
          </p:spPr>
        </p:pic>
        <p:pic>
          <p:nvPicPr>
            <p:cNvPr id="108" name="Graphic 107">
              <a:extLst>
                <a:ext uri="{FF2B5EF4-FFF2-40B4-BE49-F238E27FC236}">
                  <a16:creationId xmlns:a16="http://schemas.microsoft.com/office/drawing/2014/main" id="{D6777886-CF83-640C-CBA9-686F64754DD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2213922"/>
              <a:ext cx="679161" cy="508637"/>
            </a:xfrm>
            <a:prstGeom prst="rect">
              <a:avLst/>
            </a:prstGeom>
          </p:spPr>
        </p:pic>
        <p:pic>
          <p:nvPicPr>
            <p:cNvPr id="109" name="Graphic 108">
              <a:extLst>
                <a:ext uri="{FF2B5EF4-FFF2-40B4-BE49-F238E27FC236}">
                  <a16:creationId xmlns:a16="http://schemas.microsoft.com/office/drawing/2014/main" id="{52899880-38D6-9A55-6632-23C21E4609A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2213922"/>
              <a:ext cx="679161" cy="508637"/>
            </a:xfrm>
            <a:prstGeom prst="rect">
              <a:avLst/>
            </a:prstGeom>
          </p:spPr>
        </p:pic>
        <p:pic>
          <p:nvPicPr>
            <p:cNvPr id="110" name="Graphic 109">
              <a:extLst>
                <a:ext uri="{FF2B5EF4-FFF2-40B4-BE49-F238E27FC236}">
                  <a16:creationId xmlns:a16="http://schemas.microsoft.com/office/drawing/2014/main" id="{0C752E18-1402-F0FC-7A6E-793FE8C356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2213922"/>
              <a:ext cx="679161" cy="508637"/>
            </a:xfrm>
            <a:prstGeom prst="rect">
              <a:avLst/>
            </a:prstGeom>
          </p:spPr>
        </p:pic>
        <p:pic>
          <p:nvPicPr>
            <p:cNvPr id="111" name="Graphic 110">
              <a:extLst>
                <a:ext uri="{FF2B5EF4-FFF2-40B4-BE49-F238E27FC236}">
                  <a16:creationId xmlns:a16="http://schemas.microsoft.com/office/drawing/2014/main" id="{93E0C7EF-7624-29F5-6C94-1E44BDA783D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2213922"/>
              <a:ext cx="679161" cy="508637"/>
            </a:xfrm>
            <a:prstGeom prst="rect">
              <a:avLst/>
            </a:prstGeom>
          </p:spPr>
        </p:pic>
        <p:pic>
          <p:nvPicPr>
            <p:cNvPr id="112" name="Graphic 111">
              <a:extLst>
                <a:ext uri="{FF2B5EF4-FFF2-40B4-BE49-F238E27FC236}">
                  <a16:creationId xmlns:a16="http://schemas.microsoft.com/office/drawing/2014/main" id="{853CFDA0-7EFB-C44F-80DA-7E585069215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2213922"/>
              <a:ext cx="679161" cy="508637"/>
            </a:xfrm>
            <a:prstGeom prst="rect">
              <a:avLst/>
            </a:prstGeom>
          </p:spPr>
        </p:pic>
        <p:pic>
          <p:nvPicPr>
            <p:cNvPr id="113" name="Graphic 112">
              <a:extLst>
                <a:ext uri="{FF2B5EF4-FFF2-40B4-BE49-F238E27FC236}">
                  <a16:creationId xmlns:a16="http://schemas.microsoft.com/office/drawing/2014/main" id="{8B177D22-6C60-69AB-8F93-F91D6EAD947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2213922"/>
              <a:ext cx="679161" cy="508637"/>
            </a:xfrm>
            <a:prstGeom prst="rect">
              <a:avLst/>
            </a:prstGeom>
          </p:spPr>
        </p:pic>
        <p:pic>
          <p:nvPicPr>
            <p:cNvPr id="114" name="Graphic 113">
              <a:extLst>
                <a:ext uri="{FF2B5EF4-FFF2-40B4-BE49-F238E27FC236}">
                  <a16:creationId xmlns:a16="http://schemas.microsoft.com/office/drawing/2014/main" id="{E4B691A7-D5F2-4FA4-AF4F-2EEA4429D86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3237746"/>
              <a:ext cx="679161" cy="508637"/>
            </a:xfrm>
            <a:prstGeom prst="rect">
              <a:avLst/>
            </a:prstGeom>
          </p:spPr>
        </p:pic>
        <p:pic>
          <p:nvPicPr>
            <p:cNvPr id="115" name="Graphic 114">
              <a:extLst>
                <a:ext uri="{FF2B5EF4-FFF2-40B4-BE49-F238E27FC236}">
                  <a16:creationId xmlns:a16="http://schemas.microsoft.com/office/drawing/2014/main" id="{FE3BA9AB-4175-FF3D-FED0-5C76D6206C5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3237746"/>
              <a:ext cx="679161" cy="508637"/>
            </a:xfrm>
            <a:prstGeom prst="rect">
              <a:avLst/>
            </a:prstGeom>
          </p:spPr>
        </p:pic>
        <p:pic>
          <p:nvPicPr>
            <p:cNvPr id="116" name="Graphic 115">
              <a:extLst>
                <a:ext uri="{FF2B5EF4-FFF2-40B4-BE49-F238E27FC236}">
                  <a16:creationId xmlns:a16="http://schemas.microsoft.com/office/drawing/2014/main" id="{DECAB6F9-43AD-3A95-5F8A-15609C1BEFE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3237746"/>
              <a:ext cx="679161" cy="508637"/>
            </a:xfrm>
            <a:prstGeom prst="rect">
              <a:avLst/>
            </a:prstGeom>
          </p:spPr>
        </p:pic>
        <p:pic>
          <p:nvPicPr>
            <p:cNvPr id="117" name="Graphic 116">
              <a:extLst>
                <a:ext uri="{FF2B5EF4-FFF2-40B4-BE49-F238E27FC236}">
                  <a16:creationId xmlns:a16="http://schemas.microsoft.com/office/drawing/2014/main" id="{BCA0F8C3-3139-0218-E3E3-B7D1AEAED32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3237746"/>
              <a:ext cx="679161" cy="508637"/>
            </a:xfrm>
            <a:prstGeom prst="rect">
              <a:avLst/>
            </a:prstGeom>
          </p:spPr>
        </p:pic>
        <p:pic>
          <p:nvPicPr>
            <p:cNvPr id="118" name="Graphic 117">
              <a:extLst>
                <a:ext uri="{FF2B5EF4-FFF2-40B4-BE49-F238E27FC236}">
                  <a16:creationId xmlns:a16="http://schemas.microsoft.com/office/drawing/2014/main" id="{B5B85F60-C446-695D-C44A-80FBB1F28B1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3237746"/>
              <a:ext cx="679161" cy="508637"/>
            </a:xfrm>
            <a:prstGeom prst="rect">
              <a:avLst/>
            </a:prstGeom>
          </p:spPr>
        </p:pic>
        <p:pic>
          <p:nvPicPr>
            <p:cNvPr id="119" name="Graphic 118">
              <a:extLst>
                <a:ext uri="{FF2B5EF4-FFF2-40B4-BE49-F238E27FC236}">
                  <a16:creationId xmlns:a16="http://schemas.microsoft.com/office/drawing/2014/main" id="{85F1AE44-DAF3-935C-D3F2-D0F79183853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3237746"/>
              <a:ext cx="679161" cy="508637"/>
            </a:xfrm>
            <a:prstGeom prst="rect">
              <a:avLst/>
            </a:prstGeom>
          </p:spPr>
        </p:pic>
        <p:pic>
          <p:nvPicPr>
            <p:cNvPr id="120" name="Graphic 119">
              <a:extLst>
                <a:ext uri="{FF2B5EF4-FFF2-40B4-BE49-F238E27FC236}">
                  <a16:creationId xmlns:a16="http://schemas.microsoft.com/office/drawing/2014/main" id="{17E00A9F-B7C6-FE7A-047A-7915F8A1D8A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3237746"/>
              <a:ext cx="679161" cy="508637"/>
            </a:xfrm>
            <a:prstGeom prst="rect">
              <a:avLst/>
            </a:prstGeom>
          </p:spPr>
        </p:pic>
        <p:pic>
          <p:nvPicPr>
            <p:cNvPr id="121" name="Graphic 120">
              <a:extLst>
                <a:ext uri="{FF2B5EF4-FFF2-40B4-BE49-F238E27FC236}">
                  <a16:creationId xmlns:a16="http://schemas.microsoft.com/office/drawing/2014/main" id="{B46F1902-5D2C-FF24-D65F-729D75A4ADE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3237746"/>
              <a:ext cx="679161" cy="508637"/>
            </a:xfrm>
            <a:prstGeom prst="rect">
              <a:avLst/>
            </a:prstGeom>
          </p:spPr>
        </p:pic>
        <p:pic>
          <p:nvPicPr>
            <p:cNvPr id="122" name="Graphic 121">
              <a:extLst>
                <a:ext uri="{FF2B5EF4-FFF2-40B4-BE49-F238E27FC236}">
                  <a16:creationId xmlns:a16="http://schemas.microsoft.com/office/drawing/2014/main" id="{ED7993EA-3338-2201-596A-65977B8B432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3237746"/>
              <a:ext cx="679161" cy="508637"/>
            </a:xfrm>
            <a:prstGeom prst="rect">
              <a:avLst/>
            </a:prstGeom>
          </p:spPr>
        </p:pic>
        <p:pic>
          <p:nvPicPr>
            <p:cNvPr id="123" name="Graphic 122">
              <a:extLst>
                <a:ext uri="{FF2B5EF4-FFF2-40B4-BE49-F238E27FC236}">
                  <a16:creationId xmlns:a16="http://schemas.microsoft.com/office/drawing/2014/main" id="{FE8ACAC4-F813-D649-AA3C-44C39AD3272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3237746"/>
              <a:ext cx="679161" cy="508637"/>
            </a:xfrm>
            <a:prstGeom prst="rect">
              <a:avLst/>
            </a:prstGeom>
          </p:spPr>
        </p:pic>
        <p:pic>
          <p:nvPicPr>
            <p:cNvPr id="124" name="Graphic 123">
              <a:extLst>
                <a:ext uri="{FF2B5EF4-FFF2-40B4-BE49-F238E27FC236}">
                  <a16:creationId xmlns:a16="http://schemas.microsoft.com/office/drawing/2014/main" id="{1F5A95C1-F41F-2F8E-F845-21EFEFF6CD7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3237746"/>
              <a:ext cx="679161" cy="508637"/>
            </a:xfrm>
            <a:prstGeom prst="rect">
              <a:avLst/>
            </a:prstGeom>
          </p:spPr>
        </p:pic>
        <p:pic>
          <p:nvPicPr>
            <p:cNvPr id="125" name="Graphic 124">
              <a:extLst>
                <a:ext uri="{FF2B5EF4-FFF2-40B4-BE49-F238E27FC236}">
                  <a16:creationId xmlns:a16="http://schemas.microsoft.com/office/drawing/2014/main" id="{487D5A2C-590A-82E0-7AF1-1D2C3D59459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4261570"/>
              <a:ext cx="679161" cy="508637"/>
            </a:xfrm>
            <a:prstGeom prst="rect">
              <a:avLst/>
            </a:prstGeom>
          </p:spPr>
        </p:pic>
        <p:pic>
          <p:nvPicPr>
            <p:cNvPr id="126" name="Graphic 125">
              <a:extLst>
                <a:ext uri="{FF2B5EF4-FFF2-40B4-BE49-F238E27FC236}">
                  <a16:creationId xmlns:a16="http://schemas.microsoft.com/office/drawing/2014/main" id="{99C4C0A3-2D8B-0273-1976-1180F93EF85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4261570"/>
              <a:ext cx="679161" cy="508637"/>
            </a:xfrm>
            <a:prstGeom prst="rect">
              <a:avLst/>
            </a:prstGeom>
          </p:spPr>
        </p:pic>
        <p:pic>
          <p:nvPicPr>
            <p:cNvPr id="127" name="Graphic 126">
              <a:extLst>
                <a:ext uri="{FF2B5EF4-FFF2-40B4-BE49-F238E27FC236}">
                  <a16:creationId xmlns:a16="http://schemas.microsoft.com/office/drawing/2014/main" id="{5CCA9EF9-6C8A-46AE-5715-2ADD8AD711D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4261570"/>
              <a:ext cx="679161" cy="508637"/>
            </a:xfrm>
            <a:prstGeom prst="rect">
              <a:avLst/>
            </a:prstGeom>
          </p:spPr>
        </p:pic>
        <p:pic>
          <p:nvPicPr>
            <p:cNvPr id="128" name="Graphic 127">
              <a:extLst>
                <a:ext uri="{FF2B5EF4-FFF2-40B4-BE49-F238E27FC236}">
                  <a16:creationId xmlns:a16="http://schemas.microsoft.com/office/drawing/2014/main" id="{966184A7-0B1D-3E57-D77C-94386532214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4261570"/>
              <a:ext cx="679161" cy="508637"/>
            </a:xfrm>
            <a:prstGeom prst="rect">
              <a:avLst/>
            </a:prstGeom>
          </p:spPr>
        </p:pic>
        <p:pic>
          <p:nvPicPr>
            <p:cNvPr id="129" name="Graphic 128">
              <a:extLst>
                <a:ext uri="{FF2B5EF4-FFF2-40B4-BE49-F238E27FC236}">
                  <a16:creationId xmlns:a16="http://schemas.microsoft.com/office/drawing/2014/main" id="{A0C24750-01C2-6095-8F02-F17B76254FC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4261570"/>
              <a:ext cx="679161" cy="508637"/>
            </a:xfrm>
            <a:prstGeom prst="rect">
              <a:avLst/>
            </a:prstGeom>
          </p:spPr>
        </p:pic>
        <p:pic>
          <p:nvPicPr>
            <p:cNvPr id="130" name="Graphic 129">
              <a:extLst>
                <a:ext uri="{FF2B5EF4-FFF2-40B4-BE49-F238E27FC236}">
                  <a16:creationId xmlns:a16="http://schemas.microsoft.com/office/drawing/2014/main" id="{3A46C4D4-D60B-8971-906E-492BD2D2414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4261570"/>
              <a:ext cx="679161" cy="508637"/>
            </a:xfrm>
            <a:prstGeom prst="rect">
              <a:avLst/>
            </a:prstGeom>
          </p:spPr>
        </p:pic>
        <p:pic>
          <p:nvPicPr>
            <p:cNvPr id="131" name="Graphic 130">
              <a:extLst>
                <a:ext uri="{FF2B5EF4-FFF2-40B4-BE49-F238E27FC236}">
                  <a16:creationId xmlns:a16="http://schemas.microsoft.com/office/drawing/2014/main" id="{5334A16F-71B3-BE80-15DC-AA77C3361C3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4261570"/>
              <a:ext cx="679161" cy="508637"/>
            </a:xfrm>
            <a:prstGeom prst="rect">
              <a:avLst/>
            </a:prstGeom>
          </p:spPr>
        </p:pic>
        <p:pic>
          <p:nvPicPr>
            <p:cNvPr id="132" name="Graphic 131">
              <a:extLst>
                <a:ext uri="{FF2B5EF4-FFF2-40B4-BE49-F238E27FC236}">
                  <a16:creationId xmlns:a16="http://schemas.microsoft.com/office/drawing/2014/main" id="{C3FB7C17-6AD7-C806-C1A2-790A937A302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4261570"/>
              <a:ext cx="679161" cy="508637"/>
            </a:xfrm>
            <a:prstGeom prst="rect">
              <a:avLst/>
            </a:prstGeom>
          </p:spPr>
        </p:pic>
        <p:pic>
          <p:nvPicPr>
            <p:cNvPr id="133" name="Graphic 132">
              <a:extLst>
                <a:ext uri="{FF2B5EF4-FFF2-40B4-BE49-F238E27FC236}">
                  <a16:creationId xmlns:a16="http://schemas.microsoft.com/office/drawing/2014/main" id="{9BB90807-3DCA-7D53-ECF4-E34A998AEDD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4261570"/>
              <a:ext cx="679161" cy="508637"/>
            </a:xfrm>
            <a:prstGeom prst="rect">
              <a:avLst/>
            </a:prstGeom>
          </p:spPr>
        </p:pic>
        <p:pic>
          <p:nvPicPr>
            <p:cNvPr id="134" name="Graphic 133">
              <a:extLst>
                <a:ext uri="{FF2B5EF4-FFF2-40B4-BE49-F238E27FC236}">
                  <a16:creationId xmlns:a16="http://schemas.microsoft.com/office/drawing/2014/main" id="{540FB4E4-8300-8815-AF76-3CCB922CBE7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4261570"/>
              <a:ext cx="679161" cy="508637"/>
            </a:xfrm>
            <a:prstGeom prst="rect">
              <a:avLst/>
            </a:prstGeom>
          </p:spPr>
        </p:pic>
        <p:pic>
          <p:nvPicPr>
            <p:cNvPr id="135" name="Graphic 134">
              <a:extLst>
                <a:ext uri="{FF2B5EF4-FFF2-40B4-BE49-F238E27FC236}">
                  <a16:creationId xmlns:a16="http://schemas.microsoft.com/office/drawing/2014/main" id="{32845721-EF7C-2B5F-F216-33E1AD14994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4261570"/>
              <a:ext cx="679161" cy="508637"/>
            </a:xfrm>
            <a:prstGeom prst="rect">
              <a:avLst/>
            </a:prstGeom>
          </p:spPr>
        </p:pic>
        <p:pic>
          <p:nvPicPr>
            <p:cNvPr id="136" name="Graphic 135">
              <a:extLst>
                <a:ext uri="{FF2B5EF4-FFF2-40B4-BE49-F238E27FC236}">
                  <a16:creationId xmlns:a16="http://schemas.microsoft.com/office/drawing/2014/main" id="{6BCB3A9D-D93D-C89E-1F01-670A72275CE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5285395"/>
              <a:ext cx="679161" cy="508637"/>
            </a:xfrm>
            <a:prstGeom prst="rect">
              <a:avLst/>
            </a:prstGeom>
          </p:spPr>
        </p:pic>
        <p:pic>
          <p:nvPicPr>
            <p:cNvPr id="137" name="Graphic 136">
              <a:extLst>
                <a:ext uri="{FF2B5EF4-FFF2-40B4-BE49-F238E27FC236}">
                  <a16:creationId xmlns:a16="http://schemas.microsoft.com/office/drawing/2014/main" id="{6F1CD254-3A62-768A-2372-EFF5164746C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5285395"/>
              <a:ext cx="679161" cy="508637"/>
            </a:xfrm>
            <a:prstGeom prst="rect">
              <a:avLst/>
            </a:prstGeom>
          </p:spPr>
        </p:pic>
        <p:pic>
          <p:nvPicPr>
            <p:cNvPr id="138" name="Graphic 137">
              <a:extLst>
                <a:ext uri="{FF2B5EF4-FFF2-40B4-BE49-F238E27FC236}">
                  <a16:creationId xmlns:a16="http://schemas.microsoft.com/office/drawing/2014/main" id="{6F877F5F-9101-B59C-F39C-79CD47C9A70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5285395"/>
              <a:ext cx="679161" cy="508637"/>
            </a:xfrm>
            <a:prstGeom prst="rect">
              <a:avLst/>
            </a:prstGeom>
          </p:spPr>
        </p:pic>
        <p:pic>
          <p:nvPicPr>
            <p:cNvPr id="139" name="Graphic 138">
              <a:extLst>
                <a:ext uri="{FF2B5EF4-FFF2-40B4-BE49-F238E27FC236}">
                  <a16:creationId xmlns:a16="http://schemas.microsoft.com/office/drawing/2014/main" id="{F0724BE3-7898-CD24-5C40-44896F36B4D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5285395"/>
              <a:ext cx="679161" cy="508637"/>
            </a:xfrm>
            <a:prstGeom prst="rect">
              <a:avLst/>
            </a:prstGeom>
          </p:spPr>
        </p:pic>
        <p:pic>
          <p:nvPicPr>
            <p:cNvPr id="140" name="Graphic 139">
              <a:extLst>
                <a:ext uri="{FF2B5EF4-FFF2-40B4-BE49-F238E27FC236}">
                  <a16:creationId xmlns:a16="http://schemas.microsoft.com/office/drawing/2014/main" id="{61B30275-DFBE-4BBC-5511-DFD5E11F2E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5285395"/>
              <a:ext cx="679161" cy="508637"/>
            </a:xfrm>
            <a:prstGeom prst="rect">
              <a:avLst/>
            </a:prstGeom>
          </p:spPr>
        </p:pic>
        <p:pic>
          <p:nvPicPr>
            <p:cNvPr id="141" name="Graphic 140">
              <a:extLst>
                <a:ext uri="{FF2B5EF4-FFF2-40B4-BE49-F238E27FC236}">
                  <a16:creationId xmlns:a16="http://schemas.microsoft.com/office/drawing/2014/main" id="{79E2CB96-1EA0-1E8B-203A-A6CF5EEC075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5285395"/>
              <a:ext cx="679161" cy="508637"/>
            </a:xfrm>
            <a:prstGeom prst="rect">
              <a:avLst/>
            </a:prstGeom>
          </p:spPr>
        </p:pic>
        <p:pic>
          <p:nvPicPr>
            <p:cNvPr id="142" name="Graphic 141">
              <a:extLst>
                <a:ext uri="{FF2B5EF4-FFF2-40B4-BE49-F238E27FC236}">
                  <a16:creationId xmlns:a16="http://schemas.microsoft.com/office/drawing/2014/main" id="{64D3EFB6-70DE-4F88-683D-7713B5A6DF9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5285395"/>
              <a:ext cx="679161" cy="508637"/>
            </a:xfrm>
            <a:prstGeom prst="rect">
              <a:avLst/>
            </a:prstGeom>
          </p:spPr>
        </p:pic>
        <p:pic>
          <p:nvPicPr>
            <p:cNvPr id="143" name="Graphic 142">
              <a:extLst>
                <a:ext uri="{FF2B5EF4-FFF2-40B4-BE49-F238E27FC236}">
                  <a16:creationId xmlns:a16="http://schemas.microsoft.com/office/drawing/2014/main" id="{245692F6-89C7-CB36-0B5A-926B199F46D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5285395"/>
              <a:ext cx="679161" cy="508637"/>
            </a:xfrm>
            <a:prstGeom prst="rect">
              <a:avLst/>
            </a:prstGeom>
          </p:spPr>
        </p:pic>
        <p:pic>
          <p:nvPicPr>
            <p:cNvPr id="144" name="Graphic 143">
              <a:extLst>
                <a:ext uri="{FF2B5EF4-FFF2-40B4-BE49-F238E27FC236}">
                  <a16:creationId xmlns:a16="http://schemas.microsoft.com/office/drawing/2014/main" id="{8D18CB66-EA61-F1B1-84B2-B265ECDB28D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5285395"/>
              <a:ext cx="679161" cy="508637"/>
            </a:xfrm>
            <a:prstGeom prst="rect">
              <a:avLst/>
            </a:prstGeom>
          </p:spPr>
        </p:pic>
        <p:pic>
          <p:nvPicPr>
            <p:cNvPr id="145" name="Graphic 144">
              <a:extLst>
                <a:ext uri="{FF2B5EF4-FFF2-40B4-BE49-F238E27FC236}">
                  <a16:creationId xmlns:a16="http://schemas.microsoft.com/office/drawing/2014/main" id="{321E59CD-CDAC-E927-A788-C5F451867DD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5285395"/>
              <a:ext cx="679161" cy="508637"/>
            </a:xfrm>
            <a:prstGeom prst="rect">
              <a:avLst/>
            </a:prstGeom>
          </p:spPr>
        </p:pic>
        <p:pic>
          <p:nvPicPr>
            <p:cNvPr id="146" name="Graphic 145">
              <a:extLst>
                <a:ext uri="{FF2B5EF4-FFF2-40B4-BE49-F238E27FC236}">
                  <a16:creationId xmlns:a16="http://schemas.microsoft.com/office/drawing/2014/main" id="{86DA5630-7EC9-F544-C14B-0125191302E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5285395"/>
              <a:ext cx="679161" cy="508637"/>
            </a:xfrm>
            <a:prstGeom prst="rect">
              <a:avLst/>
            </a:prstGeom>
          </p:spPr>
        </p:pic>
        <p:pic>
          <p:nvPicPr>
            <p:cNvPr id="147" name="Graphic 146">
              <a:extLst>
                <a:ext uri="{FF2B5EF4-FFF2-40B4-BE49-F238E27FC236}">
                  <a16:creationId xmlns:a16="http://schemas.microsoft.com/office/drawing/2014/main" id="{D1F25B9E-36A0-9D5D-1061-81526D5F9B2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6309219"/>
              <a:ext cx="679161" cy="508637"/>
            </a:xfrm>
            <a:prstGeom prst="rect">
              <a:avLst/>
            </a:prstGeom>
          </p:spPr>
        </p:pic>
        <p:pic>
          <p:nvPicPr>
            <p:cNvPr id="148" name="Graphic 147">
              <a:extLst>
                <a:ext uri="{FF2B5EF4-FFF2-40B4-BE49-F238E27FC236}">
                  <a16:creationId xmlns:a16="http://schemas.microsoft.com/office/drawing/2014/main" id="{7716C73C-CA50-6F71-8AF7-B527742148B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6309219"/>
              <a:ext cx="679161" cy="508637"/>
            </a:xfrm>
            <a:prstGeom prst="rect">
              <a:avLst/>
            </a:prstGeom>
          </p:spPr>
        </p:pic>
        <p:pic>
          <p:nvPicPr>
            <p:cNvPr id="149" name="Graphic 148">
              <a:extLst>
                <a:ext uri="{FF2B5EF4-FFF2-40B4-BE49-F238E27FC236}">
                  <a16:creationId xmlns:a16="http://schemas.microsoft.com/office/drawing/2014/main" id="{63F1475B-59EB-8BD9-A687-1659F432859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6309219"/>
              <a:ext cx="679161" cy="508637"/>
            </a:xfrm>
            <a:prstGeom prst="rect">
              <a:avLst/>
            </a:prstGeom>
          </p:spPr>
        </p:pic>
        <p:pic>
          <p:nvPicPr>
            <p:cNvPr id="150" name="Graphic 149">
              <a:extLst>
                <a:ext uri="{FF2B5EF4-FFF2-40B4-BE49-F238E27FC236}">
                  <a16:creationId xmlns:a16="http://schemas.microsoft.com/office/drawing/2014/main" id="{D165B6DF-1279-9726-8742-53D57C84197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6309219"/>
              <a:ext cx="679161" cy="508637"/>
            </a:xfrm>
            <a:prstGeom prst="rect">
              <a:avLst/>
            </a:prstGeom>
          </p:spPr>
        </p:pic>
        <p:pic>
          <p:nvPicPr>
            <p:cNvPr id="151" name="Graphic 150">
              <a:extLst>
                <a:ext uri="{FF2B5EF4-FFF2-40B4-BE49-F238E27FC236}">
                  <a16:creationId xmlns:a16="http://schemas.microsoft.com/office/drawing/2014/main" id="{125BA8B4-7CD1-F2BF-80FE-BCA454B4537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6309219"/>
              <a:ext cx="679161" cy="508637"/>
            </a:xfrm>
            <a:prstGeom prst="rect">
              <a:avLst/>
            </a:prstGeom>
          </p:spPr>
        </p:pic>
        <p:pic>
          <p:nvPicPr>
            <p:cNvPr id="152" name="Graphic 151">
              <a:extLst>
                <a:ext uri="{FF2B5EF4-FFF2-40B4-BE49-F238E27FC236}">
                  <a16:creationId xmlns:a16="http://schemas.microsoft.com/office/drawing/2014/main" id="{4CD4AB4B-C557-0F99-4635-7B77CBA0366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6309219"/>
              <a:ext cx="679161" cy="508637"/>
            </a:xfrm>
            <a:prstGeom prst="rect">
              <a:avLst/>
            </a:prstGeom>
          </p:spPr>
        </p:pic>
        <p:pic>
          <p:nvPicPr>
            <p:cNvPr id="153" name="Graphic 152">
              <a:extLst>
                <a:ext uri="{FF2B5EF4-FFF2-40B4-BE49-F238E27FC236}">
                  <a16:creationId xmlns:a16="http://schemas.microsoft.com/office/drawing/2014/main" id="{C1552958-40EB-5F0A-54B3-E8CC2C41DC1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6309219"/>
              <a:ext cx="679161" cy="508637"/>
            </a:xfrm>
            <a:prstGeom prst="rect">
              <a:avLst/>
            </a:prstGeom>
          </p:spPr>
        </p:pic>
        <p:pic>
          <p:nvPicPr>
            <p:cNvPr id="154" name="Graphic 153">
              <a:extLst>
                <a:ext uri="{FF2B5EF4-FFF2-40B4-BE49-F238E27FC236}">
                  <a16:creationId xmlns:a16="http://schemas.microsoft.com/office/drawing/2014/main" id="{19873E7A-10D6-2833-C6C6-02BB6846C09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6309219"/>
              <a:ext cx="679161" cy="508637"/>
            </a:xfrm>
            <a:prstGeom prst="rect">
              <a:avLst/>
            </a:prstGeom>
          </p:spPr>
        </p:pic>
        <p:pic>
          <p:nvPicPr>
            <p:cNvPr id="155" name="Graphic 154">
              <a:extLst>
                <a:ext uri="{FF2B5EF4-FFF2-40B4-BE49-F238E27FC236}">
                  <a16:creationId xmlns:a16="http://schemas.microsoft.com/office/drawing/2014/main" id="{11220FB4-DBE2-1382-8E35-0BCEEA036F9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6309219"/>
              <a:ext cx="679161" cy="508637"/>
            </a:xfrm>
            <a:prstGeom prst="rect">
              <a:avLst/>
            </a:prstGeom>
          </p:spPr>
        </p:pic>
        <p:pic>
          <p:nvPicPr>
            <p:cNvPr id="156" name="Graphic 155">
              <a:extLst>
                <a:ext uri="{FF2B5EF4-FFF2-40B4-BE49-F238E27FC236}">
                  <a16:creationId xmlns:a16="http://schemas.microsoft.com/office/drawing/2014/main" id="{6A0958F3-0559-A154-C67A-B7EAB72596B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6309219"/>
              <a:ext cx="679161" cy="508637"/>
            </a:xfrm>
            <a:prstGeom prst="rect">
              <a:avLst/>
            </a:prstGeom>
          </p:spPr>
        </p:pic>
        <p:pic>
          <p:nvPicPr>
            <p:cNvPr id="157" name="Graphic 156">
              <a:extLst>
                <a:ext uri="{FF2B5EF4-FFF2-40B4-BE49-F238E27FC236}">
                  <a16:creationId xmlns:a16="http://schemas.microsoft.com/office/drawing/2014/main" id="{1843954B-359C-D58C-1D19-999DCB6B07B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6309219"/>
              <a:ext cx="679161" cy="508637"/>
            </a:xfrm>
            <a:prstGeom prst="rect">
              <a:avLst/>
            </a:prstGeom>
          </p:spPr>
        </p:pic>
        <p:pic>
          <p:nvPicPr>
            <p:cNvPr id="158" name="Graphic 157">
              <a:extLst>
                <a:ext uri="{FF2B5EF4-FFF2-40B4-BE49-F238E27FC236}">
                  <a16:creationId xmlns:a16="http://schemas.microsoft.com/office/drawing/2014/main" id="{A1029286-21BB-3587-EF1D-5872AB7E55F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93940"/>
              <a:ext cx="679161" cy="508637"/>
            </a:xfrm>
            <a:prstGeom prst="rect">
              <a:avLst/>
            </a:prstGeom>
          </p:spPr>
        </p:pic>
        <p:pic>
          <p:nvPicPr>
            <p:cNvPr id="159" name="Graphic 158">
              <a:extLst>
                <a:ext uri="{FF2B5EF4-FFF2-40B4-BE49-F238E27FC236}">
                  <a16:creationId xmlns:a16="http://schemas.microsoft.com/office/drawing/2014/main" id="{7395FF1A-4F5D-2A13-EBC2-EE77813A922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93940"/>
              <a:ext cx="679161" cy="508637"/>
            </a:xfrm>
            <a:prstGeom prst="rect">
              <a:avLst/>
            </a:prstGeom>
          </p:spPr>
        </p:pic>
        <p:pic>
          <p:nvPicPr>
            <p:cNvPr id="160" name="Graphic 159">
              <a:extLst>
                <a:ext uri="{FF2B5EF4-FFF2-40B4-BE49-F238E27FC236}">
                  <a16:creationId xmlns:a16="http://schemas.microsoft.com/office/drawing/2014/main" id="{73480149-1E23-3352-6B45-CE473D4480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93940"/>
              <a:ext cx="679161" cy="508637"/>
            </a:xfrm>
            <a:prstGeom prst="rect">
              <a:avLst/>
            </a:prstGeom>
          </p:spPr>
        </p:pic>
        <p:pic>
          <p:nvPicPr>
            <p:cNvPr id="161" name="Graphic 160">
              <a:extLst>
                <a:ext uri="{FF2B5EF4-FFF2-40B4-BE49-F238E27FC236}">
                  <a16:creationId xmlns:a16="http://schemas.microsoft.com/office/drawing/2014/main" id="{411BF736-415D-A4FD-4AFD-C7D8BB3D0E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93940"/>
              <a:ext cx="679161" cy="508637"/>
            </a:xfrm>
            <a:prstGeom prst="rect">
              <a:avLst/>
            </a:prstGeom>
          </p:spPr>
        </p:pic>
        <p:pic>
          <p:nvPicPr>
            <p:cNvPr id="162" name="Graphic 161">
              <a:extLst>
                <a:ext uri="{FF2B5EF4-FFF2-40B4-BE49-F238E27FC236}">
                  <a16:creationId xmlns:a16="http://schemas.microsoft.com/office/drawing/2014/main" id="{ABE5A9A1-42D2-0D73-3239-55F4E5EB2A0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93940"/>
              <a:ext cx="679161" cy="508637"/>
            </a:xfrm>
            <a:prstGeom prst="rect">
              <a:avLst/>
            </a:prstGeom>
          </p:spPr>
        </p:pic>
        <p:pic>
          <p:nvPicPr>
            <p:cNvPr id="163" name="Graphic 162">
              <a:extLst>
                <a:ext uri="{FF2B5EF4-FFF2-40B4-BE49-F238E27FC236}">
                  <a16:creationId xmlns:a16="http://schemas.microsoft.com/office/drawing/2014/main" id="{88075493-0C12-810F-95D8-BD6F25DEE21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93940"/>
              <a:ext cx="679161" cy="508637"/>
            </a:xfrm>
            <a:prstGeom prst="rect">
              <a:avLst/>
            </a:prstGeom>
          </p:spPr>
        </p:pic>
        <p:pic>
          <p:nvPicPr>
            <p:cNvPr id="164" name="Graphic 163">
              <a:extLst>
                <a:ext uri="{FF2B5EF4-FFF2-40B4-BE49-F238E27FC236}">
                  <a16:creationId xmlns:a16="http://schemas.microsoft.com/office/drawing/2014/main" id="{EE145A4E-040F-F012-5FCB-DEE05DA2FC1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93940"/>
              <a:ext cx="679161" cy="508637"/>
            </a:xfrm>
            <a:prstGeom prst="rect">
              <a:avLst/>
            </a:prstGeom>
          </p:spPr>
        </p:pic>
        <p:pic>
          <p:nvPicPr>
            <p:cNvPr id="165" name="Graphic 164">
              <a:extLst>
                <a:ext uri="{FF2B5EF4-FFF2-40B4-BE49-F238E27FC236}">
                  <a16:creationId xmlns:a16="http://schemas.microsoft.com/office/drawing/2014/main" id="{E9B2F8EF-EF58-A5D7-83EB-81BEEA1B2E9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93940"/>
              <a:ext cx="679161" cy="508637"/>
            </a:xfrm>
            <a:prstGeom prst="rect">
              <a:avLst/>
            </a:prstGeom>
          </p:spPr>
        </p:pic>
        <p:pic>
          <p:nvPicPr>
            <p:cNvPr id="166" name="Graphic 165">
              <a:extLst>
                <a:ext uri="{FF2B5EF4-FFF2-40B4-BE49-F238E27FC236}">
                  <a16:creationId xmlns:a16="http://schemas.microsoft.com/office/drawing/2014/main" id="{A59035F3-62FD-C087-456B-B4F876EA7BE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93940"/>
              <a:ext cx="679161" cy="508637"/>
            </a:xfrm>
            <a:prstGeom prst="rect">
              <a:avLst/>
            </a:prstGeom>
          </p:spPr>
        </p:pic>
        <p:pic>
          <p:nvPicPr>
            <p:cNvPr id="167" name="Graphic 166">
              <a:extLst>
                <a:ext uri="{FF2B5EF4-FFF2-40B4-BE49-F238E27FC236}">
                  <a16:creationId xmlns:a16="http://schemas.microsoft.com/office/drawing/2014/main" id="{7DC77432-5B27-B690-0389-61C9B985F8E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93940"/>
              <a:ext cx="679161" cy="508637"/>
            </a:xfrm>
            <a:prstGeom prst="rect">
              <a:avLst/>
            </a:prstGeom>
          </p:spPr>
        </p:pic>
        <p:pic>
          <p:nvPicPr>
            <p:cNvPr id="168" name="Graphic 167">
              <a:extLst>
                <a:ext uri="{FF2B5EF4-FFF2-40B4-BE49-F238E27FC236}">
                  <a16:creationId xmlns:a16="http://schemas.microsoft.com/office/drawing/2014/main" id="{3FB11D58-2935-AD9F-5B93-5CAC5A61A01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93940"/>
              <a:ext cx="679161" cy="508637"/>
            </a:xfrm>
            <a:prstGeom prst="rect">
              <a:avLst/>
            </a:prstGeom>
          </p:spPr>
        </p:pic>
      </p:gr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1500" y="457200"/>
            <a:ext cx="11052046" cy="492443"/>
          </a:xfrm>
        </p:spPr>
        <p:txBody>
          <a:bodyPr/>
          <a:lstStyle>
            <a:lvl1pPr>
              <a:defRPr sz="3200"/>
            </a:lvl1p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71500" y="292100"/>
            <a:ext cx="11052046"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Text Placeholder 4">
            <a:extLst>
              <a:ext uri="{FF2B5EF4-FFF2-40B4-BE49-F238E27FC236}">
                <a16:creationId xmlns:a16="http://schemas.microsoft.com/office/drawing/2014/main" id="{34566496-F429-65A0-F1DA-5A9F9D6870FA}"/>
              </a:ext>
            </a:extLst>
          </p:cNvPr>
          <p:cNvSpPr>
            <a:spLocks noGrp="1"/>
          </p:cNvSpPr>
          <p:nvPr>
            <p:ph type="body" sz="quarter" idx="12" hasCustomPrompt="1"/>
          </p:nvPr>
        </p:nvSpPr>
        <p:spPr>
          <a:xfrm>
            <a:off x="1939924" y="6400799"/>
            <a:ext cx="9680575" cy="153888"/>
          </a:xfrm>
        </p:spPr>
        <p:txBody>
          <a:bodyPr/>
          <a:lstStyle>
            <a:lvl1pPr marL="0" indent="0">
              <a:buNone/>
              <a:defRPr sz="1000" cap="none" baseline="0"/>
            </a:lvl1pPr>
            <a:lvl2pPr marL="228600" indent="0">
              <a:buNone/>
              <a:defRPr/>
            </a:lvl2pPr>
            <a:lvl3pPr marL="457200" indent="0">
              <a:buNone/>
              <a:defRPr/>
            </a:lvl3pPr>
            <a:lvl4pPr marL="661988" indent="0">
              <a:buNone/>
              <a:defRPr/>
            </a:lvl4pPr>
            <a:lvl5pPr marL="855663" indent="0">
              <a:buNone/>
              <a:defRPr/>
            </a:lvl5pPr>
          </a:lstStyle>
          <a:p>
            <a:pPr lvl="0"/>
            <a:r>
              <a:rPr lang="en-US"/>
              <a:t>Footer</a:t>
            </a:r>
          </a:p>
        </p:txBody>
      </p:sp>
      <p:pic>
        <p:nvPicPr>
          <p:cNvPr id="6" name="Graphic 5">
            <a:extLst>
              <a:ext uri="{FF2B5EF4-FFF2-40B4-BE49-F238E27FC236}">
                <a16:creationId xmlns:a16="http://schemas.microsoft.com/office/drawing/2014/main" id="{B502359A-FEAD-154B-8FCA-7F4EDB73CDDE}"/>
              </a:ext>
            </a:extLst>
          </p:cNvPr>
          <p:cNvPicPr>
            <a:picLocks noChangeAspect="1"/>
          </p:cNvPicPr>
          <p:nvPr userDrawn="1"/>
        </p:nvPicPr>
        <p:blipFill>
          <a:blip>
            <a:extLst>
              <a:ext uri="{96DAC541-7B7A-43D3-8B79-37D633B846F1}">
                <asvg:svgBlip xmlns:asvg="http://schemas.microsoft.com/office/drawing/2016/SVG/main" r:embed="rId3"/>
              </a:ext>
            </a:extLst>
          </a:blip>
          <a:srcRect b="43662"/>
          <a:stretch>
            <a:fillRect/>
          </a:stretch>
        </p:blipFill>
        <p:spPr>
          <a:xfrm>
            <a:off x="568454" y="6390910"/>
            <a:ext cx="618133" cy="231873"/>
          </a:xfrm>
          <a:prstGeom prst="rect">
            <a:avLst/>
          </a:prstGeom>
        </p:spPr>
      </p:pic>
    </p:spTree>
    <p:extLst>
      <p:ext uri="{BB962C8B-B14F-4D97-AF65-F5344CB8AC3E}">
        <p14:creationId xmlns:p14="http://schemas.microsoft.com/office/powerpoint/2010/main" val="18100958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Only Dark">
    <p:bg>
      <p:bgPr>
        <a:solidFill>
          <a:schemeClr val="tx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8DB0D193-2580-BD11-0521-029D74C5E95D}"/>
              </a:ext>
            </a:extLst>
          </p:cNvPr>
          <p:cNvGrpSpPr/>
          <p:nvPr/>
        </p:nvGrpSpPr>
        <p:grpSpPr>
          <a:xfrm>
            <a:off x="-95560" y="93940"/>
            <a:ext cx="12383120" cy="6723916"/>
            <a:chOff x="452167" y="391518"/>
            <a:chExt cx="11287046" cy="6128759"/>
          </a:xfrm>
          <a:solidFill>
            <a:schemeClr val="tx2">
              <a:alpha val="6000"/>
            </a:schemeClr>
          </a:solidFill>
        </p:grpSpPr>
        <p:pic>
          <p:nvPicPr>
            <p:cNvPr id="84" name="Graphic 83">
              <a:extLst>
                <a:ext uri="{FF2B5EF4-FFF2-40B4-BE49-F238E27FC236}">
                  <a16:creationId xmlns:a16="http://schemas.microsoft.com/office/drawing/2014/main" id="{472D4E12-D2D5-803D-1D30-64DC5FB49B7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1390651"/>
              <a:ext cx="619046" cy="463616"/>
            </a:xfrm>
            <a:prstGeom prst="rect">
              <a:avLst/>
            </a:prstGeom>
          </p:spPr>
        </p:pic>
        <p:pic>
          <p:nvPicPr>
            <p:cNvPr id="85" name="Graphic 84">
              <a:extLst>
                <a:ext uri="{FF2B5EF4-FFF2-40B4-BE49-F238E27FC236}">
                  <a16:creationId xmlns:a16="http://schemas.microsoft.com/office/drawing/2014/main" id="{59F38254-BD8E-F2DC-0C15-4805DA75D3B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1390651"/>
              <a:ext cx="619046" cy="463616"/>
            </a:xfrm>
            <a:prstGeom prst="rect">
              <a:avLst/>
            </a:prstGeom>
          </p:spPr>
        </p:pic>
        <p:pic>
          <p:nvPicPr>
            <p:cNvPr id="86" name="Graphic 85">
              <a:extLst>
                <a:ext uri="{FF2B5EF4-FFF2-40B4-BE49-F238E27FC236}">
                  <a16:creationId xmlns:a16="http://schemas.microsoft.com/office/drawing/2014/main" id="{C85841AE-EEB8-0E85-9E87-AFB1EECFE2C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1390651"/>
              <a:ext cx="619046" cy="463616"/>
            </a:xfrm>
            <a:prstGeom prst="rect">
              <a:avLst/>
            </a:prstGeom>
          </p:spPr>
        </p:pic>
        <p:pic>
          <p:nvPicPr>
            <p:cNvPr id="87" name="Graphic 86">
              <a:extLst>
                <a:ext uri="{FF2B5EF4-FFF2-40B4-BE49-F238E27FC236}">
                  <a16:creationId xmlns:a16="http://schemas.microsoft.com/office/drawing/2014/main" id="{5F974E27-4B5B-E4CA-6C98-1D85BAE6E9A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1390651"/>
              <a:ext cx="619046" cy="463616"/>
            </a:xfrm>
            <a:prstGeom prst="rect">
              <a:avLst/>
            </a:prstGeom>
          </p:spPr>
        </p:pic>
        <p:pic>
          <p:nvPicPr>
            <p:cNvPr id="88" name="Graphic 87">
              <a:extLst>
                <a:ext uri="{FF2B5EF4-FFF2-40B4-BE49-F238E27FC236}">
                  <a16:creationId xmlns:a16="http://schemas.microsoft.com/office/drawing/2014/main" id="{05222EAD-EF4E-C831-03A9-7A241F5C7D3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1390651"/>
              <a:ext cx="619046" cy="463616"/>
            </a:xfrm>
            <a:prstGeom prst="rect">
              <a:avLst/>
            </a:prstGeom>
          </p:spPr>
        </p:pic>
        <p:pic>
          <p:nvPicPr>
            <p:cNvPr id="89" name="Graphic 88">
              <a:extLst>
                <a:ext uri="{FF2B5EF4-FFF2-40B4-BE49-F238E27FC236}">
                  <a16:creationId xmlns:a16="http://schemas.microsoft.com/office/drawing/2014/main" id="{44A3866E-75EF-014F-7B97-2407EDB9500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1390651"/>
              <a:ext cx="619046" cy="463616"/>
            </a:xfrm>
            <a:prstGeom prst="rect">
              <a:avLst/>
            </a:prstGeom>
          </p:spPr>
        </p:pic>
        <p:pic>
          <p:nvPicPr>
            <p:cNvPr id="90" name="Graphic 89">
              <a:extLst>
                <a:ext uri="{FF2B5EF4-FFF2-40B4-BE49-F238E27FC236}">
                  <a16:creationId xmlns:a16="http://schemas.microsoft.com/office/drawing/2014/main" id="{B6D4C301-E0BB-901E-8ABC-5B708571380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1390651"/>
              <a:ext cx="619046" cy="463616"/>
            </a:xfrm>
            <a:prstGeom prst="rect">
              <a:avLst/>
            </a:prstGeom>
          </p:spPr>
        </p:pic>
        <p:pic>
          <p:nvPicPr>
            <p:cNvPr id="91" name="Graphic 90">
              <a:extLst>
                <a:ext uri="{FF2B5EF4-FFF2-40B4-BE49-F238E27FC236}">
                  <a16:creationId xmlns:a16="http://schemas.microsoft.com/office/drawing/2014/main" id="{9CF111EA-6371-AA23-DAE1-A42D04FE100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1390651"/>
              <a:ext cx="619046" cy="463616"/>
            </a:xfrm>
            <a:prstGeom prst="rect">
              <a:avLst/>
            </a:prstGeom>
          </p:spPr>
        </p:pic>
        <p:pic>
          <p:nvPicPr>
            <p:cNvPr id="92" name="Graphic 91">
              <a:extLst>
                <a:ext uri="{FF2B5EF4-FFF2-40B4-BE49-F238E27FC236}">
                  <a16:creationId xmlns:a16="http://schemas.microsoft.com/office/drawing/2014/main" id="{8E269B53-9F53-D023-1489-76D1269A45B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1390651"/>
              <a:ext cx="619046" cy="463616"/>
            </a:xfrm>
            <a:prstGeom prst="rect">
              <a:avLst/>
            </a:prstGeom>
          </p:spPr>
        </p:pic>
        <p:pic>
          <p:nvPicPr>
            <p:cNvPr id="93" name="Graphic 92">
              <a:extLst>
                <a:ext uri="{FF2B5EF4-FFF2-40B4-BE49-F238E27FC236}">
                  <a16:creationId xmlns:a16="http://schemas.microsoft.com/office/drawing/2014/main" id="{1557DEFB-E2D4-61CA-DA26-E791D3DD945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1390651"/>
              <a:ext cx="619046" cy="463616"/>
            </a:xfrm>
            <a:prstGeom prst="rect">
              <a:avLst/>
            </a:prstGeom>
          </p:spPr>
        </p:pic>
        <p:pic>
          <p:nvPicPr>
            <p:cNvPr id="94" name="Graphic 93">
              <a:extLst>
                <a:ext uri="{FF2B5EF4-FFF2-40B4-BE49-F238E27FC236}">
                  <a16:creationId xmlns:a16="http://schemas.microsoft.com/office/drawing/2014/main" id="{469BB6D7-C8BD-E229-B8A6-05E7B358276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1390651"/>
              <a:ext cx="619046" cy="463616"/>
            </a:xfrm>
            <a:prstGeom prst="rect">
              <a:avLst/>
            </a:prstGeom>
          </p:spPr>
        </p:pic>
        <p:pic>
          <p:nvPicPr>
            <p:cNvPr id="95" name="Graphic 94">
              <a:extLst>
                <a:ext uri="{FF2B5EF4-FFF2-40B4-BE49-F238E27FC236}">
                  <a16:creationId xmlns:a16="http://schemas.microsoft.com/office/drawing/2014/main" id="{A29BAA92-C04F-CC1D-6682-16E496A3E27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2323853"/>
              <a:ext cx="619046" cy="463616"/>
            </a:xfrm>
            <a:prstGeom prst="rect">
              <a:avLst/>
            </a:prstGeom>
          </p:spPr>
        </p:pic>
        <p:pic>
          <p:nvPicPr>
            <p:cNvPr id="96" name="Graphic 95">
              <a:extLst>
                <a:ext uri="{FF2B5EF4-FFF2-40B4-BE49-F238E27FC236}">
                  <a16:creationId xmlns:a16="http://schemas.microsoft.com/office/drawing/2014/main" id="{9BC9F756-7519-A990-7F24-DBAE37AA7D9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2323853"/>
              <a:ext cx="619046" cy="463616"/>
            </a:xfrm>
            <a:prstGeom prst="rect">
              <a:avLst/>
            </a:prstGeom>
          </p:spPr>
        </p:pic>
        <p:pic>
          <p:nvPicPr>
            <p:cNvPr id="97" name="Graphic 96">
              <a:extLst>
                <a:ext uri="{FF2B5EF4-FFF2-40B4-BE49-F238E27FC236}">
                  <a16:creationId xmlns:a16="http://schemas.microsoft.com/office/drawing/2014/main" id="{0ECE9A22-C236-9510-7E61-82BBCF40225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2323853"/>
              <a:ext cx="619046" cy="463616"/>
            </a:xfrm>
            <a:prstGeom prst="rect">
              <a:avLst/>
            </a:prstGeom>
          </p:spPr>
        </p:pic>
        <p:pic>
          <p:nvPicPr>
            <p:cNvPr id="98" name="Graphic 97">
              <a:extLst>
                <a:ext uri="{FF2B5EF4-FFF2-40B4-BE49-F238E27FC236}">
                  <a16:creationId xmlns:a16="http://schemas.microsoft.com/office/drawing/2014/main" id="{0E3153DB-AECE-3D71-8712-7F84893DE7C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2323853"/>
              <a:ext cx="619046" cy="463616"/>
            </a:xfrm>
            <a:prstGeom prst="rect">
              <a:avLst/>
            </a:prstGeom>
          </p:spPr>
        </p:pic>
        <p:pic>
          <p:nvPicPr>
            <p:cNvPr id="99" name="Graphic 98">
              <a:extLst>
                <a:ext uri="{FF2B5EF4-FFF2-40B4-BE49-F238E27FC236}">
                  <a16:creationId xmlns:a16="http://schemas.microsoft.com/office/drawing/2014/main" id="{6955455B-E0DC-0892-82E2-C5D1794AE9B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2323853"/>
              <a:ext cx="619046" cy="463616"/>
            </a:xfrm>
            <a:prstGeom prst="rect">
              <a:avLst/>
            </a:prstGeom>
          </p:spPr>
        </p:pic>
        <p:pic>
          <p:nvPicPr>
            <p:cNvPr id="100" name="Graphic 99">
              <a:extLst>
                <a:ext uri="{FF2B5EF4-FFF2-40B4-BE49-F238E27FC236}">
                  <a16:creationId xmlns:a16="http://schemas.microsoft.com/office/drawing/2014/main" id="{E9772B38-5D94-B75E-C759-BC035865022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2323853"/>
              <a:ext cx="619046" cy="463616"/>
            </a:xfrm>
            <a:prstGeom prst="rect">
              <a:avLst/>
            </a:prstGeom>
          </p:spPr>
        </p:pic>
        <p:pic>
          <p:nvPicPr>
            <p:cNvPr id="101" name="Graphic 100">
              <a:extLst>
                <a:ext uri="{FF2B5EF4-FFF2-40B4-BE49-F238E27FC236}">
                  <a16:creationId xmlns:a16="http://schemas.microsoft.com/office/drawing/2014/main" id="{F641592A-EA6A-6133-5207-787F0984C29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2323853"/>
              <a:ext cx="619046" cy="463616"/>
            </a:xfrm>
            <a:prstGeom prst="rect">
              <a:avLst/>
            </a:prstGeom>
          </p:spPr>
        </p:pic>
        <p:pic>
          <p:nvPicPr>
            <p:cNvPr id="102" name="Graphic 101">
              <a:extLst>
                <a:ext uri="{FF2B5EF4-FFF2-40B4-BE49-F238E27FC236}">
                  <a16:creationId xmlns:a16="http://schemas.microsoft.com/office/drawing/2014/main" id="{F0155121-D22B-CF4A-4354-18038119CB8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2323853"/>
              <a:ext cx="619046" cy="463616"/>
            </a:xfrm>
            <a:prstGeom prst="rect">
              <a:avLst/>
            </a:prstGeom>
          </p:spPr>
        </p:pic>
        <p:pic>
          <p:nvPicPr>
            <p:cNvPr id="103" name="Graphic 102">
              <a:extLst>
                <a:ext uri="{FF2B5EF4-FFF2-40B4-BE49-F238E27FC236}">
                  <a16:creationId xmlns:a16="http://schemas.microsoft.com/office/drawing/2014/main" id="{66751CF8-B55A-893E-6066-0334D396DA8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2323853"/>
              <a:ext cx="619046" cy="463616"/>
            </a:xfrm>
            <a:prstGeom prst="rect">
              <a:avLst/>
            </a:prstGeom>
          </p:spPr>
        </p:pic>
        <p:pic>
          <p:nvPicPr>
            <p:cNvPr id="104" name="Graphic 103">
              <a:extLst>
                <a:ext uri="{FF2B5EF4-FFF2-40B4-BE49-F238E27FC236}">
                  <a16:creationId xmlns:a16="http://schemas.microsoft.com/office/drawing/2014/main" id="{9A423A81-70B6-43CF-E8CC-FFD2E8C4309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2323853"/>
              <a:ext cx="619046" cy="463616"/>
            </a:xfrm>
            <a:prstGeom prst="rect">
              <a:avLst/>
            </a:prstGeom>
          </p:spPr>
        </p:pic>
        <p:pic>
          <p:nvPicPr>
            <p:cNvPr id="105" name="Graphic 104">
              <a:extLst>
                <a:ext uri="{FF2B5EF4-FFF2-40B4-BE49-F238E27FC236}">
                  <a16:creationId xmlns:a16="http://schemas.microsoft.com/office/drawing/2014/main" id="{3F0FFBE2-0D31-368B-EFE1-944B8C6E7B1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2323853"/>
              <a:ext cx="619046" cy="463616"/>
            </a:xfrm>
            <a:prstGeom prst="rect">
              <a:avLst/>
            </a:prstGeom>
          </p:spPr>
        </p:pic>
        <p:pic>
          <p:nvPicPr>
            <p:cNvPr id="106" name="Graphic 105">
              <a:extLst>
                <a:ext uri="{FF2B5EF4-FFF2-40B4-BE49-F238E27FC236}">
                  <a16:creationId xmlns:a16="http://schemas.microsoft.com/office/drawing/2014/main" id="{41863D4E-4CF6-B610-9E4D-AB5BB9BAA56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3257055"/>
              <a:ext cx="619046" cy="463616"/>
            </a:xfrm>
            <a:prstGeom prst="rect">
              <a:avLst/>
            </a:prstGeom>
          </p:spPr>
        </p:pic>
        <p:pic>
          <p:nvPicPr>
            <p:cNvPr id="107" name="Graphic 106">
              <a:extLst>
                <a:ext uri="{FF2B5EF4-FFF2-40B4-BE49-F238E27FC236}">
                  <a16:creationId xmlns:a16="http://schemas.microsoft.com/office/drawing/2014/main" id="{341B5F90-3EE8-C269-4745-A5A36905558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3257055"/>
              <a:ext cx="619046" cy="463616"/>
            </a:xfrm>
            <a:prstGeom prst="rect">
              <a:avLst/>
            </a:prstGeom>
          </p:spPr>
        </p:pic>
        <p:pic>
          <p:nvPicPr>
            <p:cNvPr id="108" name="Graphic 107">
              <a:extLst>
                <a:ext uri="{FF2B5EF4-FFF2-40B4-BE49-F238E27FC236}">
                  <a16:creationId xmlns:a16="http://schemas.microsoft.com/office/drawing/2014/main" id="{17287430-09AF-313F-337C-FCCE2418660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3257055"/>
              <a:ext cx="619046" cy="463616"/>
            </a:xfrm>
            <a:prstGeom prst="rect">
              <a:avLst/>
            </a:prstGeom>
          </p:spPr>
        </p:pic>
        <p:pic>
          <p:nvPicPr>
            <p:cNvPr id="109" name="Graphic 108">
              <a:extLst>
                <a:ext uri="{FF2B5EF4-FFF2-40B4-BE49-F238E27FC236}">
                  <a16:creationId xmlns:a16="http://schemas.microsoft.com/office/drawing/2014/main" id="{A2D9A575-8C02-D715-9657-202F4774610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3257055"/>
              <a:ext cx="619046" cy="463616"/>
            </a:xfrm>
            <a:prstGeom prst="rect">
              <a:avLst/>
            </a:prstGeom>
          </p:spPr>
        </p:pic>
        <p:pic>
          <p:nvPicPr>
            <p:cNvPr id="110" name="Graphic 109">
              <a:extLst>
                <a:ext uri="{FF2B5EF4-FFF2-40B4-BE49-F238E27FC236}">
                  <a16:creationId xmlns:a16="http://schemas.microsoft.com/office/drawing/2014/main" id="{5CB6E456-81C8-7200-C89B-5A260F5513A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3257055"/>
              <a:ext cx="619046" cy="463616"/>
            </a:xfrm>
            <a:prstGeom prst="rect">
              <a:avLst/>
            </a:prstGeom>
          </p:spPr>
        </p:pic>
        <p:pic>
          <p:nvPicPr>
            <p:cNvPr id="111" name="Graphic 110">
              <a:extLst>
                <a:ext uri="{FF2B5EF4-FFF2-40B4-BE49-F238E27FC236}">
                  <a16:creationId xmlns:a16="http://schemas.microsoft.com/office/drawing/2014/main" id="{F9A6BF51-26FD-A790-4E58-34922DA78C3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3257055"/>
              <a:ext cx="619046" cy="463616"/>
            </a:xfrm>
            <a:prstGeom prst="rect">
              <a:avLst/>
            </a:prstGeom>
          </p:spPr>
        </p:pic>
        <p:pic>
          <p:nvPicPr>
            <p:cNvPr id="112" name="Graphic 111">
              <a:extLst>
                <a:ext uri="{FF2B5EF4-FFF2-40B4-BE49-F238E27FC236}">
                  <a16:creationId xmlns:a16="http://schemas.microsoft.com/office/drawing/2014/main" id="{27541F17-FB77-577C-2042-B787D9B29A3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3257055"/>
              <a:ext cx="619046" cy="463616"/>
            </a:xfrm>
            <a:prstGeom prst="rect">
              <a:avLst/>
            </a:prstGeom>
          </p:spPr>
        </p:pic>
        <p:pic>
          <p:nvPicPr>
            <p:cNvPr id="113" name="Graphic 112">
              <a:extLst>
                <a:ext uri="{FF2B5EF4-FFF2-40B4-BE49-F238E27FC236}">
                  <a16:creationId xmlns:a16="http://schemas.microsoft.com/office/drawing/2014/main" id="{B5C85A8C-6848-E547-489F-2C2A9E21419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3257055"/>
              <a:ext cx="619046" cy="463616"/>
            </a:xfrm>
            <a:prstGeom prst="rect">
              <a:avLst/>
            </a:prstGeom>
          </p:spPr>
        </p:pic>
        <p:pic>
          <p:nvPicPr>
            <p:cNvPr id="114" name="Graphic 113">
              <a:extLst>
                <a:ext uri="{FF2B5EF4-FFF2-40B4-BE49-F238E27FC236}">
                  <a16:creationId xmlns:a16="http://schemas.microsoft.com/office/drawing/2014/main" id="{B2F4AC1C-143C-7798-BB9C-15867BE4169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3257055"/>
              <a:ext cx="619046" cy="463616"/>
            </a:xfrm>
            <a:prstGeom prst="rect">
              <a:avLst/>
            </a:prstGeom>
          </p:spPr>
        </p:pic>
        <p:pic>
          <p:nvPicPr>
            <p:cNvPr id="115" name="Graphic 114">
              <a:extLst>
                <a:ext uri="{FF2B5EF4-FFF2-40B4-BE49-F238E27FC236}">
                  <a16:creationId xmlns:a16="http://schemas.microsoft.com/office/drawing/2014/main" id="{3E10FD6E-F3B3-D616-C654-626A4B6A257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3257055"/>
              <a:ext cx="619046" cy="463616"/>
            </a:xfrm>
            <a:prstGeom prst="rect">
              <a:avLst/>
            </a:prstGeom>
          </p:spPr>
        </p:pic>
        <p:pic>
          <p:nvPicPr>
            <p:cNvPr id="116" name="Graphic 115">
              <a:extLst>
                <a:ext uri="{FF2B5EF4-FFF2-40B4-BE49-F238E27FC236}">
                  <a16:creationId xmlns:a16="http://schemas.microsoft.com/office/drawing/2014/main" id="{CE705564-1B3C-65CD-9771-E6959FD6D9D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3257055"/>
              <a:ext cx="619046" cy="463616"/>
            </a:xfrm>
            <a:prstGeom prst="rect">
              <a:avLst/>
            </a:prstGeom>
          </p:spPr>
        </p:pic>
        <p:pic>
          <p:nvPicPr>
            <p:cNvPr id="117" name="Graphic 116">
              <a:extLst>
                <a:ext uri="{FF2B5EF4-FFF2-40B4-BE49-F238E27FC236}">
                  <a16:creationId xmlns:a16="http://schemas.microsoft.com/office/drawing/2014/main" id="{049ABADD-A927-E425-C356-9D0A91BA460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4190257"/>
              <a:ext cx="619046" cy="463616"/>
            </a:xfrm>
            <a:prstGeom prst="rect">
              <a:avLst/>
            </a:prstGeom>
          </p:spPr>
        </p:pic>
        <p:pic>
          <p:nvPicPr>
            <p:cNvPr id="118" name="Graphic 117">
              <a:extLst>
                <a:ext uri="{FF2B5EF4-FFF2-40B4-BE49-F238E27FC236}">
                  <a16:creationId xmlns:a16="http://schemas.microsoft.com/office/drawing/2014/main" id="{6EC60429-5FA6-C6C9-D9FF-F0F81E1415D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4190257"/>
              <a:ext cx="619046" cy="463616"/>
            </a:xfrm>
            <a:prstGeom prst="rect">
              <a:avLst/>
            </a:prstGeom>
          </p:spPr>
        </p:pic>
        <p:pic>
          <p:nvPicPr>
            <p:cNvPr id="119" name="Graphic 118">
              <a:extLst>
                <a:ext uri="{FF2B5EF4-FFF2-40B4-BE49-F238E27FC236}">
                  <a16:creationId xmlns:a16="http://schemas.microsoft.com/office/drawing/2014/main" id="{72461288-F41C-2B46-82F2-694A487F9D6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4190257"/>
              <a:ext cx="619046" cy="463616"/>
            </a:xfrm>
            <a:prstGeom prst="rect">
              <a:avLst/>
            </a:prstGeom>
          </p:spPr>
        </p:pic>
        <p:pic>
          <p:nvPicPr>
            <p:cNvPr id="120" name="Graphic 119">
              <a:extLst>
                <a:ext uri="{FF2B5EF4-FFF2-40B4-BE49-F238E27FC236}">
                  <a16:creationId xmlns:a16="http://schemas.microsoft.com/office/drawing/2014/main" id="{DF60F389-094A-F8DE-C578-E911731A77F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4190257"/>
              <a:ext cx="619046" cy="463616"/>
            </a:xfrm>
            <a:prstGeom prst="rect">
              <a:avLst/>
            </a:prstGeom>
          </p:spPr>
        </p:pic>
        <p:pic>
          <p:nvPicPr>
            <p:cNvPr id="121" name="Graphic 120">
              <a:extLst>
                <a:ext uri="{FF2B5EF4-FFF2-40B4-BE49-F238E27FC236}">
                  <a16:creationId xmlns:a16="http://schemas.microsoft.com/office/drawing/2014/main" id="{910494AD-8A3E-B733-412B-F0B39774FAD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4190257"/>
              <a:ext cx="619046" cy="463616"/>
            </a:xfrm>
            <a:prstGeom prst="rect">
              <a:avLst/>
            </a:prstGeom>
          </p:spPr>
        </p:pic>
        <p:pic>
          <p:nvPicPr>
            <p:cNvPr id="122" name="Graphic 121">
              <a:extLst>
                <a:ext uri="{FF2B5EF4-FFF2-40B4-BE49-F238E27FC236}">
                  <a16:creationId xmlns:a16="http://schemas.microsoft.com/office/drawing/2014/main" id="{E8F0BFC8-E9B0-0A91-0C67-69DDDDDFF43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4190257"/>
              <a:ext cx="619046" cy="463616"/>
            </a:xfrm>
            <a:prstGeom prst="rect">
              <a:avLst/>
            </a:prstGeom>
          </p:spPr>
        </p:pic>
        <p:pic>
          <p:nvPicPr>
            <p:cNvPr id="123" name="Graphic 122">
              <a:extLst>
                <a:ext uri="{FF2B5EF4-FFF2-40B4-BE49-F238E27FC236}">
                  <a16:creationId xmlns:a16="http://schemas.microsoft.com/office/drawing/2014/main" id="{37C5F60F-3F85-78FB-9E07-293935021BE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4190257"/>
              <a:ext cx="619046" cy="463616"/>
            </a:xfrm>
            <a:prstGeom prst="rect">
              <a:avLst/>
            </a:prstGeom>
          </p:spPr>
        </p:pic>
        <p:pic>
          <p:nvPicPr>
            <p:cNvPr id="124" name="Graphic 123">
              <a:extLst>
                <a:ext uri="{FF2B5EF4-FFF2-40B4-BE49-F238E27FC236}">
                  <a16:creationId xmlns:a16="http://schemas.microsoft.com/office/drawing/2014/main" id="{17A8343C-B6E5-B466-908E-913E7959A8C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4190257"/>
              <a:ext cx="619046" cy="463616"/>
            </a:xfrm>
            <a:prstGeom prst="rect">
              <a:avLst/>
            </a:prstGeom>
          </p:spPr>
        </p:pic>
        <p:pic>
          <p:nvPicPr>
            <p:cNvPr id="125" name="Graphic 124">
              <a:extLst>
                <a:ext uri="{FF2B5EF4-FFF2-40B4-BE49-F238E27FC236}">
                  <a16:creationId xmlns:a16="http://schemas.microsoft.com/office/drawing/2014/main" id="{89A97D9A-333D-9A92-76FE-B77501AE74C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4190257"/>
              <a:ext cx="619046" cy="463616"/>
            </a:xfrm>
            <a:prstGeom prst="rect">
              <a:avLst/>
            </a:prstGeom>
          </p:spPr>
        </p:pic>
        <p:pic>
          <p:nvPicPr>
            <p:cNvPr id="126" name="Graphic 125">
              <a:extLst>
                <a:ext uri="{FF2B5EF4-FFF2-40B4-BE49-F238E27FC236}">
                  <a16:creationId xmlns:a16="http://schemas.microsoft.com/office/drawing/2014/main" id="{D9A75551-0A27-ED1A-7DCA-A6E794B5661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4190257"/>
              <a:ext cx="619046" cy="463616"/>
            </a:xfrm>
            <a:prstGeom prst="rect">
              <a:avLst/>
            </a:prstGeom>
          </p:spPr>
        </p:pic>
        <p:pic>
          <p:nvPicPr>
            <p:cNvPr id="127" name="Graphic 126">
              <a:extLst>
                <a:ext uri="{FF2B5EF4-FFF2-40B4-BE49-F238E27FC236}">
                  <a16:creationId xmlns:a16="http://schemas.microsoft.com/office/drawing/2014/main" id="{14A0FF94-41E6-9CA6-1455-E28D33F7D41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4190257"/>
              <a:ext cx="619046" cy="463616"/>
            </a:xfrm>
            <a:prstGeom prst="rect">
              <a:avLst/>
            </a:prstGeom>
          </p:spPr>
        </p:pic>
        <p:pic>
          <p:nvPicPr>
            <p:cNvPr id="128" name="Graphic 127">
              <a:extLst>
                <a:ext uri="{FF2B5EF4-FFF2-40B4-BE49-F238E27FC236}">
                  <a16:creationId xmlns:a16="http://schemas.microsoft.com/office/drawing/2014/main" id="{743AC535-5203-8235-85B8-8306A4B4CAF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5123459"/>
              <a:ext cx="619046" cy="463616"/>
            </a:xfrm>
            <a:prstGeom prst="rect">
              <a:avLst/>
            </a:prstGeom>
          </p:spPr>
        </p:pic>
        <p:pic>
          <p:nvPicPr>
            <p:cNvPr id="129" name="Graphic 128">
              <a:extLst>
                <a:ext uri="{FF2B5EF4-FFF2-40B4-BE49-F238E27FC236}">
                  <a16:creationId xmlns:a16="http://schemas.microsoft.com/office/drawing/2014/main" id="{4B05DD42-AB14-BE51-1260-F49C5AE94AE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5123459"/>
              <a:ext cx="619046" cy="463616"/>
            </a:xfrm>
            <a:prstGeom prst="rect">
              <a:avLst/>
            </a:prstGeom>
          </p:spPr>
        </p:pic>
        <p:pic>
          <p:nvPicPr>
            <p:cNvPr id="130" name="Graphic 129">
              <a:extLst>
                <a:ext uri="{FF2B5EF4-FFF2-40B4-BE49-F238E27FC236}">
                  <a16:creationId xmlns:a16="http://schemas.microsoft.com/office/drawing/2014/main" id="{0035862F-AFFA-CF29-ECCF-1645BD2E4BA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5123459"/>
              <a:ext cx="619046" cy="463616"/>
            </a:xfrm>
            <a:prstGeom prst="rect">
              <a:avLst/>
            </a:prstGeom>
          </p:spPr>
        </p:pic>
        <p:pic>
          <p:nvPicPr>
            <p:cNvPr id="131" name="Graphic 130">
              <a:extLst>
                <a:ext uri="{FF2B5EF4-FFF2-40B4-BE49-F238E27FC236}">
                  <a16:creationId xmlns:a16="http://schemas.microsoft.com/office/drawing/2014/main" id="{31EA1230-BC1D-059B-EACB-99C612A8EB9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5123459"/>
              <a:ext cx="619046" cy="463616"/>
            </a:xfrm>
            <a:prstGeom prst="rect">
              <a:avLst/>
            </a:prstGeom>
          </p:spPr>
        </p:pic>
        <p:pic>
          <p:nvPicPr>
            <p:cNvPr id="132" name="Graphic 131">
              <a:extLst>
                <a:ext uri="{FF2B5EF4-FFF2-40B4-BE49-F238E27FC236}">
                  <a16:creationId xmlns:a16="http://schemas.microsoft.com/office/drawing/2014/main" id="{3705882A-C604-3ACD-0131-96E475995F4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5123459"/>
              <a:ext cx="619046" cy="463616"/>
            </a:xfrm>
            <a:prstGeom prst="rect">
              <a:avLst/>
            </a:prstGeom>
          </p:spPr>
        </p:pic>
        <p:pic>
          <p:nvPicPr>
            <p:cNvPr id="133" name="Graphic 132">
              <a:extLst>
                <a:ext uri="{FF2B5EF4-FFF2-40B4-BE49-F238E27FC236}">
                  <a16:creationId xmlns:a16="http://schemas.microsoft.com/office/drawing/2014/main" id="{B9CA684A-1820-8C24-BBD7-05580C77271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5123459"/>
              <a:ext cx="619046" cy="463616"/>
            </a:xfrm>
            <a:prstGeom prst="rect">
              <a:avLst/>
            </a:prstGeom>
          </p:spPr>
        </p:pic>
        <p:pic>
          <p:nvPicPr>
            <p:cNvPr id="134" name="Graphic 133">
              <a:extLst>
                <a:ext uri="{FF2B5EF4-FFF2-40B4-BE49-F238E27FC236}">
                  <a16:creationId xmlns:a16="http://schemas.microsoft.com/office/drawing/2014/main" id="{1A1538F9-0A87-9C0B-0D3A-B08A9293AEB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5123459"/>
              <a:ext cx="619046" cy="463616"/>
            </a:xfrm>
            <a:prstGeom prst="rect">
              <a:avLst/>
            </a:prstGeom>
          </p:spPr>
        </p:pic>
        <p:pic>
          <p:nvPicPr>
            <p:cNvPr id="135" name="Graphic 134">
              <a:extLst>
                <a:ext uri="{FF2B5EF4-FFF2-40B4-BE49-F238E27FC236}">
                  <a16:creationId xmlns:a16="http://schemas.microsoft.com/office/drawing/2014/main" id="{C1D3D21B-130A-F24D-9CD2-058246E3F78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5123459"/>
              <a:ext cx="619046" cy="463616"/>
            </a:xfrm>
            <a:prstGeom prst="rect">
              <a:avLst/>
            </a:prstGeom>
          </p:spPr>
        </p:pic>
        <p:pic>
          <p:nvPicPr>
            <p:cNvPr id="136" name="Graphic 135">
              <a:extLst>
                <a:ext uri="{FF2B5EF4-FFF2-40B4-BE49-F238E27FC236}">
                  <a16:creationId xmlns:a16="http://schemas.microsoft.com/office/drawing/2014/main" id="{78DCE6AF-3D86-7D24-BB34-A38CE4E4C4D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5123459"/>
              <a:ext cx="619046" cy="463616"/>
            </a:xfrm>
            <a:prstGeom prst="rect">
              <a:avLst/>
            </a:prstGeom>
          </p:spPr>
        </p:pic>
        <p:pic>
          <p:nvPicPr>
            <p:cNvPr id="137" name="Graphic 136">
              <a:extLst>
                <a:ext uri="{FF2B5EF4-FFF2-40B4-BE49-F238E27FC236}">
                  <a16:creationId xmlns:a16="http://schemas.microsoft.com/office/drawing/2014/main" id="{8991E21F-6B94-7E31-AC15-5F54D763010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5123459"/>
              <a:ext cx="619046" cy="463616"/>
            </a:xfrm>
            <a:prstGeom prst="rect">
              <a:avLst/>
            </a:prstGeom>
          </p:spPr>
        </p:pic>
        <p:pic>
          <p:nvPicPr>
            <p:cNvPr id="138" name="Graphic 137">
              <a:extLst>
                <a:ext uri="{FF2B5EF4-FFF2-40B4-BE49-F238E27FC236}">
                  <a16:creationId xmlns:a16="http://schemas.microsoft.com/office/drawing/2014/main" id="{92735C63-E4D0-5DBE-AA6C-1A42E3A33E4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5123459"/>
              <a:ext cx="619046" cy="463616"/>
            </a:xfrm>
            <a:prstGeom prst="rect">
              <a:avLst/>
            </a:prstGeom>
          </p:spPr>
        </p:pic>
        <p:pic>
          <p:nvPicPr>
            <p:cNvPr id="139" name="Graphic 138">
              <a:extLst>
                <a:ext uri="{FF2B5EF4-FFF2-40B4-BE49-F238E27FC236}">
                  <a16:creationId xmlns:a16="http://schemas.microsoft.com/office/drawing/2014/main" id="{D891E894-520A-5365-3A4E-AB84B5643F5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6056661"/>
              <a:ext cx="619046" cy="463616"/>
            </a:xfrm>
            <a:prstGeom prst="rect">
              <a:avLst/>
            </a:prstGeom>
          </p:spPr>
        </p:pic>
        <p:pic>
          <p:nvPicPr>
            <p:cNvPr id="140" name="Graphic 139">
              <a:extLst>
                <a:ext uri="{FF2B5EF4-FFF2-40B4-BE49-F238E27FC236}">
                  <a16:creationId xmlns:a16="http://schemas.microsoft.com/office/drawing/2014/main" id="{0A4900EF-E9BC-2CBD-3B31-2641A2968A7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6056661"/>
              <a:ext cx="619046" cy="463616"/>
            </a:xfrm>
            <a:prstGeom prst="rect">
              <a:avLst/>
            </a:prstGeom>
          </p:spPr>
        </p:pic>
        <p:pic>
          <p:nvPicPr>
            <p:cNvPr id="141" name="Graphic 140">
              <a:extLst>
                <a:ext uri="{FF2B5EF4-FFF2-40B4-BE49-F238E27FC236}">
                  <a16:creationId xmlns:a16="http://schemas.microsoft.com/office/drawing/2014/main" id="{02467B6B-E65D-A1C3-49DB-3849211558F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6056661"/>
              <a:ext cx="619046" cy="463616"/>
            </a:xfrm>
            <a:prstGeom prst="rect">
              <a:avLst/>
            </a:prstGeom>
          </p:spPr>
        </p:pic>
        <p:pic>
          <p:nvPicPr>
            <p:cNvPr id="142" name="Graphic 141">
              <a:extLst>
                <a:ext uri="{FF2B5EF4-FFF2-40B4-BE49-F238E27FC236}">
                  <a16:creationId xmlns:a16="http://schemas.microsoft.com/office/drawing/2014/main" id="{7FB2DFBC-27C4-A5E4-6369-C522DF240B9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6056661"/>
              <a:ext cx="619046" cy="463616"/>
            </a:xfrm>
            <a:prstGeom prst="rect">
              <a:avLst/>
            </a:prstGeom>
          </p:spPr>
        </p:pic>
        <p:pic>
          <p:nvPicPr>
            <p:cNvPr id="143" name="Graphic 142">
              <a:extLst>
                <a:ext uri="{FF2B5EF4-FFF2-40B4-BE49-F238E27FC236}">
                  <a16:creationId xmlns:a16="http://schemas.microsoft.com/office/drawing/2014/main" id="{072CB05B-94FA-3247-6375-302ECDC57C0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6056661"/>
              <a:ext cx="619046" cy="463616"/>
            </a:xfrm>
            <a:prstGeom prst="rect">
              <a:avLst/>
            </a:prstGeom>
          </p:spPr>
        </p:pic>
        <p:pic>
          <p:nvPicPr>
            <p:cNvPr id="144" name="Graphic 143">
              <a:extLst>
                <a:ext uri="{FF2B5EF4-FFF2-40B4-BE49-F238E27FC236}">
                  <a16:creationId xmlns:a16="http://schemas.microsoft.com/office/drawing/2014/main" id="{9B0DE820-D8CA-6CA3-0711-4A83872595F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6056661"/>
              <a:ext cx="619046" cy="463616"/>
            </a:xfrm>
            <a:prstGeom prst="rect">
              <a:avLst/>
            </a:prstGeom>
          </p:spPr>
        </p:pic>
        <p:pic>
          <p:nvPicPr>
            <p:cNvPr id="145" name="Graphic 144">
              <a:extLst>
                <a:ext uri="{FF2B5EF4-FFF2-40B4-BE49-F238E27FC236}">
                  <a16:creationId xmlns:a16="http://schemas.microsoft.com/office/drawing/2014/main" id="{3FB1C5D2-7B8C-F746-4AE1-F23DFA3B636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6056661"/>
              <a:ext cx="619046" cy="463616"/>
            </a:xfrm>
            <a:prstGeom prst="rect">
              <a:avLst/>
            </a:prstGeom>
          </p:spPr>
        </p:pic>
        <p:pic>
          <p:nvPicPr>
            <p:cNvPr id="146" name="Graphic 145">
              <a:extLst>
                <a:ext uri="{FF2B5EF4-FFF2-40B4-BE49-F238E27FC236}">
                  <a16:creationId xmlns:a16="http://schemas.microsoft.com/office/drawing/2014/main" id="{C69F3F3D-6D5E-841A-7BE9-35E41C21011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6056661"/>
              <a:ext cx="619046" cy="463616"/>
            </a:xfrm>
            <a:prstGeom prst="rect">
              <a:avLst/>
            </a:prstGeom>
          </p:spPr>
        </p:pic>
        <p:pic>
          <p:nvPicPr>
            <p:cNvPr id="147" name="Graphic 146">
              <a:extLst>
                <a:ext uri="{FF2B5EF4-FFF2-40B4-BE49-F238E27FC236}">
                  <a16:creationId xmlns:a16="http://schemas.microsoft.com/office/drawing/2014/main" id="{FC47FE46-F3BF-CA39-AC64-6D342D23A88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6056661"/>
              <a:ext cx="619046" cy="463616"/>
            </a:xfrm>
            <a:prstGeom prst="rect">
              <a:avLst/>
            </a:prstGeom>
          </p:spPr>
        </p:pic>
        <p:pic>
          <p:nvPicPr>
            <p:cNvPr id="148" name="Graphic 147">
              <a:extLst>
                <a:ext uri="{FF2B5EF4-FFF2-40B4-BE49-F238E27FC236}">
                  <a16:creationId xmlns:a16="http://schemas.microsoft.com/office/drawing/2014/main" id="{D6D77EA1-FE5B-84E8-4BB6-1A658F47B22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6056661"/>
              <a:ext cx="619046" cy="463616"/>
            </a:xfrm>
            <a:prstGeom prst="rect">
              <a:avLst/>
            </a:prstGeom>
          </p:spPr>
        </p:pic>
        <p:pic>
          <p:nvPicPr>
            <p:cNvPr id="149" name="Graphic 148">
              <a:extLst>
                <a:ext uri="{FF2B5EF4-FFF2-40B4-BE49-F238E27FC236}">
                  <a16:creationId xmlns:a16="http://schemas.microsoft.com/office/drawing/2014/main" id="{DDCC8DAC-3003-ECC9-AD0B-A03602186A3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6056661"/>
              <a:ext cx="619046" cy="463616"/>
            </a:xfrm>
            <a:prstGeom prst="rect">
              <a:avLst/>
            </a:prstGeom>
          </p:spPr>
        </p:pic>
        <p:pic>
          <p:nvPicPr>
            <p:cNvPr id="150" name="Graphic 149">
              <a:extLst>
                <a:ext uri="{FF2B5EF4-FFF2-40B4-BE49-F238E27FC236}">
                  <a16:creationId xmlns:a16="http://schemas.microsoft.com/office/drawing/2014/main" id="{FFF38E46-D136-6B22-7FD4-DD7789D1E29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391518"/>
              <a:ext cx="619046" cy="463616"/>
            </a:xfrm>
            <a:prstGeom prst="rect">
              <a:avLst/>
            </a:prstGeom>
          </p:spPr>
        </p:pic>
        <p:pic>
          <p:nvPicPr>
            <p:cNvPr id="151" name="Graphic 150">
              <a:extLst>
                <a:ext uri="{FF2B5EF4-FFF2-40B4-BE49-F238E27FC236}">
                  <a16:creationId xmlns:a16="http://schemas.microsoft.com/office/drawing/2014/main" id="{E3092072-92F1-6918-CCC1-CAFE9C6D407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391518"/>
              <a:ext cx="619046" cy="463616"/>
            </a:xfrm>
            <a:prstGeom prst="rect">
              <a:avLst/>
            </a:prstGeom>
          </p:spPr>
        </p:pic>
        <p:pic>
          <p:nvPicPr>
            <p:cNvPr id="152" name="Graphic 151">
              <a:extLst>
                <a:ext uri="{FF2B5EF4-FFF2-40B4-BE49-F238E27FC236}">
                  <a16:creationId xmlns:a16="http://schemas.microsoft.com/office/drawing/2014/main" id="{D38463C5-262D-7A1B-9408-1D7DFB0B685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391518"/>
              <a:ext cx="619046" cy="463616"/>
            </a:xfrm>
            <a:prstGeom prst="rect">
              <a:avLst/>
            </a:prstGeom>
          </p:spPr>
        </p:pic>
        <p:pic>
          <p:nvPicPr>
            <p:cNvPr id="153" name="Graphic 152">
              <a:extLst>
                <a:ext uri="{FF2B5EF4-FFF2-40B4-BE49-F238E27FC236}">
                  <a16:creationId xmlns:a16="http://schemas.microsoft.com/office/drawing/2014/main" id="{DAD450E2-E776-3E17-811E-3D2967F91B0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391518"/>
              <a:ext cx="619046" cy="463616"/>
            </a:xfrm>
            <a:prstGeom prst="rect">
              <a:avLst/>
            </a:prstGeom>
          </p:spPr>
        </p:pic>
        <p:pic>
          <p:nvPicPr>
            <p:cNvPr id="154" name="Graphic 153">
              <a:extLst>
                <a:ext uri="{FF2B5EF4-FFF2-40B4-BE49-F238E27FC236}">
                  <a16:creationId xmlns:a16="http://schemas.microsoft.com/office/drawing/2014/main" id="{794DF72A-0F95-3802-BFE3-10099E66BC4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391518"/>
              <a:ext cx="619046" cy="463616"/>
            </a:xfrm>
            <a:prstGeom prst="rect">
              <a:avLst/>
            </a:prstGeom>
          </p:spPr>
        </p:pic>
        <p:pic>
          <p:nvPicPr>
            <p:cNvPr id="155" name="Graphic 154">
              <a:extLst>
                <a:ext uri="{FF2B5EF4-FFF2-40B4-BE49-F238E27FC236}">
                  <a16:creationId xmlns:a16="http://schemas.microsoft.com/office/drawing/2014/main" id="{39B024F7-846C-370A-93E0-B63713A1A1E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391518"/>
              <a:ext cx="619046" cy="463616"/>
            </a:xfrm>
            <a:prstGeom prst="rect">
              <a:avLst/>
            </a:prstGeom>
          </p:spPr>
        </p:pic>
        <p:pic>
          <p:nvPicPr>
            <p:cNvPr id="156" name="Graphic 155">
              <a:extLst>
                <a:ext uri="{FF2B5EF4-FFF2-40B4-BE49-F238E27FC236}">
                  <a16:creationId xmlns:a16="http://schemas.microsoft.com/office/drawing/2014/main" id="{8C7CF916-90C8-6C77-0EA9-A7A80E0B605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391518"/>
              <a:ext cx="619046" cy="463616"/>
            </a:xfrm>
            <a:prstGeom prst="rect">
              <a:avLst/>
            </a:prstGeom>
          </p:spPr>
        </p:pic>
        <p:pic>
          <p:nvPicPr>
            <p:cNvPr id="157" name="Graphic 156">
              <a:extLst>
                <a:ext uri="{FF2B5EF4-FFF2-40B4-BE49-F238E27FC236}">
                  <a16:creationId xmlns:a16="http://schemas.microsoft.com/office/drawing/2014/main" id="{57E74DD3-4932-CCFA-0749-361C034181D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391518"/>
              <a:ext cx="619046" cy="463616"/>
            </a:xfrm>
            <a:prstGeom prst="rect">
              <a:avLst/>
            </a:prstGeom>
          </p:spPr>
        </p:pic>
        <p:pic>
          <p:nvPicPr>
            <p:cNvPr id="158" name="Graphic 157">
              <a:extLst>
                <a:ext uri="{FF2B5EF4-FFF2-40B4-BE49-F238E27FC236}">
                  <a16:creationId xmlns:a16="http://schemas.microsoft.com/office/drawing/2014/main" id="{BBF0F82D-365C-B04B-41D6-DD761919CF0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391518"/>
              <a:ext cx="619046" cy="463616"/>
            </a:xfrm>
            <a:prstGeom prst="rect">
              <a:avLst/>
            </a:prstGeom>
          </p:spPr>
        </p:pic>
        <p:pic>
          <p:nvPicPr>
            <p:cNvPr id="159" name="Graphic 158">
              <a:extLst>
                <a:ext uri="{FF2B5EF4-FFF2-40B4-BE49-F238E27FC236}">
                  <a16:creationId xmlns:a16="http://schemas.microsoft.com/office/drawing/2014/main" id="{83E9EF0C-6902-5BE1-A768-0ADB8EBE41F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391518"/>
              <a:ext cx="619046" cy="463616"/>
            </a:xfrm>
            <a:prstGeom prst="rect">
              <a:avLst/>
            </a:prstGeom>
          </p:spPr>
        </p:pic>
        <p:pic>
          <p:nvPicPr>
            <p:cNvPr id="160" name="Graphic 159">
              <a:extLst>
                <a:ext uri="{FF2B5EF4-FFF2-40B4-BE49-F238E27FC236}">
                  <a16:creationId xmlns:a16="http://schemas.microsoft.com/office/drawing/2014/main" id="{DF6730F7-A303-4273-72F2-69923DB7D9F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391518"/>
              <a:ext cx="619046" cy="463616"/>
            </a:xfrm>
            <a:prstGeom prst="rect">
              <a:avLst/>
            </a:prstGeom>
          </p:spPr>
        </p:pic>
      </p:gr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1500" y="457200"/>
            <a:ext cx="11052046" cy="492443"/>
          </a:xfrm>
        </p:spPr>
        <p:txBody>
          <a:bodyPr/>
          <a:lstStyle>
            <a:lvl1pPr>
              <a:defRPr sz="3200">
                <a:solidFill>
                  <a:schemeClr val="bg1"/>
                </a:solidFill>
              </a:defRPr>
            </a:lvl1p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71500" y="292100"/>
            <a:ext cx="11052046" cy="153888"/>
          </a:xfrm>
        </p:spPr>
        <p:txBody>
          <a:bodyPr/>
          <a:lstStyle>
            <a:lvl1pPr marL="0" indent="0">
              <a:buNone/>
              <a:defRPr sz="1000" cap="all" baseline="0">
                <a:solidFill>
                  <a:schemeClr val="bg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pic>
        <p:nvPicPr>
          <p:cNvPr id="161" name="Graphic 160">
            <a:extLst>
              <a:ext uri="{FF2B5EF4-FFF2-40B4-BE49-F238E27FC236}">
                <a16:creationId xmlns:a16="http://schemas.microsoft.com/office/drawing/2014/main" id="{4033CE84-4EE5-2362-0B9A-F8C324F9061E}"/>
              </a:ext>
            </a:extLst>
          </p:cNvPr>
          <p:cNvPicPr>
            <a:picLocks noChangeAspect="1"/>
          </p:cNvPicPr>
          <p:nvPr/>
        </p:nvPicPr>
        <p:blipFill>
          <a:blip>
            <a:lum bright="100000"/>
            <a:extLst>
              <a:ext uri="{96DAC541-7B7A-43D3-8B79-37D633B846F1}">
                <asvg:svgBlip xmlns:asvg="http://schemas.microsoft.com/office/drawing/2016/SVG/main" r:embed="rId3"/>
              </a:ext>
            </a:extLst>
          </a:blip>
          <a:srcRect b="47524"/>
          <a:stretch>
            <a:fillRect/>
          </a:stretch>
        </p:blipFill>
        <p:spPr>
          <a:xfrm>
            <a:off x="571500" y="6364466"/>
            <a:ext cx="618133" cy="215978"/>
          </a:xfrm>
          <a:prstGeom prst="rect">
            <a:avLst/>
          </a:prstGeom>
        </p:spPr>
      </p:pic>
      <p:sp>
        <p:nvSpPr>
          <p:cNvPr id="4" name="Text Placeholder 4">
            <a:extLst>
              <a:ext uri="{FF2B5EF4-FFF2-40B4-BE49-F238E27FC236}">
                <a16:creationId xmlns:a16="http://schemas.microsoft.com/office/drawing/2014/main" id="{4C6309EC-F01F-2167-F734-6B99701F75D2}"/>
              </a:ext>
            </a:extLst>
          </p:cNvPr>
          <p:cNvSpPr>
            <a:spLocks noGrp="1"/>
          </p:cNvSpPr>
          <p:nvPr>
            <p:ph type="body" sz="quarter" idx="12" hasCustomPrompt="1"/>
          </p:nvPr>
        </p:nvSpPr>
        <p:spPr>
          <a:xfrm>
            <a:off x="1939924" y="6400799"/>
            <a:ext cx="9680575" cy="153888"/>
          </a:xfrm>
        </p:spPr>
        <p:txBody>
          <a:bodyPr/>
          <a:lstStyle>
            <a:lvl1pPr marL="0" indent="0">
              <a:buNone/>
              <a:defRPr sz="1000" cap="none" baseline="0">
                <a:solidFill>
                  <a:schemeClr val="bg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Footer</a:t>
            </a:r>
          </a:p>
        </p:txBody>
      </p:sp>
    </p:spTree>
    <p:extLst>
      <p:ext uri="{BB962C8B-B14F-4D97-AF65-F5344CB8AC3E}">
        <p14:creationId xmlns:p14="http://schemas.microsoft.com/office/powerpoint/2010/main" val="31224300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Content White">
    <p:spTree>
      <p:nvGrpSpPr>
        <p:cNvPr id="1" name=""/>
        <p:cNvGrpSpPr/>
        <p:nvPr/>
      </p:nvGrpSpPr>
      <p:grpSpPr>
        <a:xfrm>
          <a:off x="0" y="0"/>
          <a:ext cx="0" cy="0"/>
          <a:chOff x="0" y="0"/>
          <a:chExt cx="0" cy="0"/>
        </a:xfrm>
      </p:grpSpPr>
      <p:grpSp>
        <p:nvGrpSpPr>
          <p:cNvPr id="91" name="Group 90">
            <a:extLst>
              <a:ext uri="{FF2B5EF4-FFF2-40B4-BE49-F238E27FC236}">
                <a16:creationId xmlns:a16="http://schemas.microsoft.com/office/drawing/2014/main" id="{E3312949-5276-F41B-01DB-F1BE8BEF8267}"/>
              </a:ext>
            </a:extLst>
          </p:cNvPr>
          <p:cNvGrpSpPr/>
          <p:nvPr/>
        </p:nvGrpSpPr>
        <p:grpSpPr>
          <a:xfrm>
            <a:off x="19238" y="93940"/>
            <a:ext cx="12225915" cy="6723916"/>
            <a:chOff x="19238" y="93940"/>
            <a:chExt cx="12225915" cy="6723916"/>
          </a:xfrm>
        </p:grpSpPr>
        <p:pic>
          <p:nvPicPr>
            <p:cNvPr id="92" name="Graphic 91">
              <a:extLst>
                <a:ext uri="{FF2B5EF4-FFF2-40B4-BE49-F238E27FC236}">
                  <a16:creationId xmlns:a16="http://schemas.microsoft.com/office/drawing/2014/main" id="{038203EB-13EA-7C2A-5505-C6A175464A0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1190098"/>
              <a:ext cx="679161" cy="508637"/>
            </a:xfrm>
            <a:prstGeom prst="rect">
              <a:avLst/>
            </a:prstGeom>
          </p:spPr>
        </p:pic>
        <p:pic>
          <p:nvPicPr>
            <p:cNvPr id="93" name="Graphic 92">
              <a:extLst>
                <a:ext uri="{FF2B5EF4-FFF2-40B4-BE49-F238E27FC236}">
                  <a16:creationId xmlns:a16="http://schemas.microsoft.com/office/drawing/2014/main" id="{8F4A342D-4AA5-0DE5-2B12-3B4B6F3EB90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1190098"/>
              <a:ext cx="679161" cy="508637"/>
            </a:xfrm>
            <a:prstGeom prst="rect">
              <a:avLst/>
            </a:prstGeom>
          </p:spPr>
        </p:pic>
        <p:pic>
          <p:nvPicPr>
            <p:cNvPr id="94" name="Graphic 93">
              <a:extLst>
                <a:ext uri="{FF2B5EF4-FFF2-40B4-BE49-F238E27FC236}">
                  <a16:creationId xmlns:a16="http://schemas.microsoft.com/office/drawing/2014/main" id="{83C6094D-651A-9ACF-FDCF-C641923D8B0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1190098"/>
              <a:ext cx="679161" cy="508637"/>
            </a:xfrm>
            <a:prstGeom prst="rect">
              <a:avLst/>
            </a:prstGeom>
          </p:spPr>
        </p:pic>
        <p:pic>
          <p:nvPicPr>
            <p:cNvPr id="95" name="Graphic 94">
              <a:extLst>
                <a:ext uri="{FF2B5EF4-FFF2-40B4-BE49-F238E27FC236}">
                  <a16:creationId xmlns:a16="http://schemas.microsoft.com/office/drawing/2014/main" id="{4F97FFC1-D187-0B26-B570-B90BF466F51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1190098"/>
              <a:ext cx="679161" cy="508637"/>
            </a:xfrm>
            <a:prstGeom prst="rect">
              <a:avLst/>
            </a:prstGeom>
          </p:spPr>
        </p:pic>
        <p:pic>
          <p:nvPicPr>
            <p:cNvPr id="96" name="Graphic 95">
              <a:extLst>
                <a:ext uri="{FF2B5EF4-FFF2-40B4-BE49-F238E27FC236}">
                  <a16:creationId xmlns:a16="http://schemas.microsoft.com/office/drawing/2014/main" id="{AE20A145-C7B4-0590-5BC5-E0DC02C2E52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1190098"/>
              <a:ext cx="679161" cy="508637"/>
            </a:xfrm>
            <a:prstGeom prst="rect">
              <a:avLst/>
            </a:prstGeom>
          </p:spPr>
        </p:pic>
        <p:pic>
          <p:nvPicPr>
            <p:cNvPr id="97" name="Graphic 96">
              <a:extLst>
                <a:ext uri="{FF2B5EF4-FFF2-40B4-BE49-F238E27FC236}">
                  <a16:creationId xmlns:a16="http://schemas.microsoft.com/office/drawing/2014/main" id="{B2FF0396-766F-9C64-ABCD-F195291C5C4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1190098"/>
              <a:ext cx="679161" cy="508637"/>
            </a:xfrm>
            <a:prstGeom prst="rect">
              <a:avLst/>
            </a:prstGeom>
          </p:spPr>
        </p:pic>
        <p:pic>
          <p:nvPicPr>
            <p:cNvPr id="98" name="Graphic 97">
              <a:extLst>
                <a:ext uri="{FF2B5EF4-FFF2-40B4-BE49-F238E27FC236}">
                  <a16:creationId xmlns:a16="http://schemas.microsoft.com/office/drawing/2014/main" id="{7A0BA5BF-CC81-78B5-4367-2753EC6D609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1190098"/>
              <a:ext cx="679161" cy="508637"/>
            </a:xfrm>
            <a:prstGeom prst="rect">
              <a:avLst/>
            </a:prstGeom>
          </p:spPr>
        </p:pic>
        <p:pic>
          <p:nvPicPr>
            <p:cNvPr id="99" name="Graphic 98">
              <a:extLst>
                <a:ext uri="{FF2B5EF4-FFF2-40B4-BE49-F238E27FC236}">
                  <a16:creationId xmlns:a16="http://schemas.microsoft.com/office/drawing/2014/main" id="{F561B333-439D-6934-C5DD-448651EABED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1190098"/>
              <a:ext cx="679161" cy="508637"/>
            </a:xfrm>
            <a:prstGeom prst="rect">
              <a:avLst/>
            </a:prstGeom>
          </p:spPr>
        </p:pic>
        <p:pic>
          <p:nvPicPr>
            <p:cNvPr id="100" name="Graphic 99">
              <a:extLst>
                <a:ext uri="{FF2B5EF4-FFF2-40B4-BE49-F238E27FC236}">
                  <a16:creationId xmlns:a16="http://schemas.microsoft.com/office/drawing/2014/main" id="{27966DDD-47E7-663F-3F0F-5152AD90271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1190098"/>
              <a:ext cx="679161" cy="508637"/>
            </a:xfrm>
            <a:prstGeom prst="rect">
              <a:avLst/>
            </a:prstGeom>
          </p:spPr>
        </p:pic>
        <p:pic>
          <p:nvPicPr>
            <p:cNvPr id="101" name="Graphic 100">
              <a:extLst>
                <a:ext uri="{FF2B5EF4-FFF2-40B4-BE49-F238E27FC236}">
                  <a16:creationId xmlns:a16="http://schemas.microsoft.com/office/drawing/2014/main" id="{7EF25049-BDFD-847F-1825-A819D4327D0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1190098"/>
              <a:ext cx="679161" cy="508637"/>
            </a:xfrm>
            <a:prstGeom prst="rect">
              <a:avLst/>
            </a:prstGeom>
          </p:spPr>
        </p:pic>
        <p:pic>
          <p:nvPicPr>
            <p:cNvPr id="102" name="Graphic 101">
              <a:extLst>
                <a:ext uri="{FF2B5EF4-FFF2-40B4-BE49-F238E27FC236}">
                  <a16:creationId xmlns:a16="http://schemas.microsoft.com/office/drawing/2014/main" id="{1936C301-90AC-303B-70AE-C8090A6E659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1190098"/>
              <a:ext cx="679161" cy="508637"/>
            </a:xfrm>
            <a:prstGeom prst="rect">
              <a:avLst/>
            </a:prstGeom>
          </p:spPr>
        </p:pic>
        <p:pic>
          <p:nvPicPr>
            <p:cNvPr id="103" name="Graphic 102">
              <a:extLst>
                <a:ext uri="{FF2B5EF4-FFF2-40B4-BE49-F238E27FC236}">
                  <a16:creationId xmlns:a16="http://schemas.microsoft.com/office/drawing/2014/main" id="{7C2E23F5-6AB0-A46F-C08A-88C3DFB92D6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2213922"/>
              <a:ext cx="679161" cy="508637"/>
            </a:xfrm>
            <a:prstGeom prst="rect">
              <a:avLst/>
            </a:prstGeom>
          </p:spPr>
        </p:pic>
        <p:pic>
          <p:nvPicPr>
            <p:cNvPr id="104" name="Graphic 103">
              <a:extLst>
                <a:ext uri="{FF2B5EF4-FFF2-40B4-BE49-F238E27FC236}">
                  <a16:creationId xmlns:a16="http://schemas.microsoft.com/office/drawing/2014/main" id="{24291E57-8A2D-E93F-651A-F7F0D623543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2213922"/>
              <a:ext cx="679161" cy="508637"/>
            </a:xfrm>
            <a:prstGeom prst="rect">
              <a:avLst/>
            </a:prstGeom>
          </p:spPr>
        </p:pic>
        <p:pic>
          <p:nvPicPr>
            <p:cNvPr id="105" name="Graphic 104">
              <a:extLst>
                <a:ext uri="{FF2B5EF4-FFF2-40B4-BE49-F238E27FC236}">
                  <a16:creationId xmlns:a16="http://schemas.microsoft.com/office/drawing/2014/main" id="{9FB80534-C3CD-E444-A381-666DED4E081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2213922"/>
              <a:ext cx="679161" cy="508637"/>
            </a:xfrm>
            <a:prstGeom prst="rect">
              <a:avLst/>
            </a:prstGeom>
          </p:spPr>
        </p:pic>
        <p:pic>
          <p:nvPicPr>
            <p:cNvPr id="106" name="Graphic 105">
              <a:extLst>
                <a:ext uri="{FF2B5EF4-FFF2-40B4-BE49-F238E27FC236}">
                  <a16:creationId xmlns:a16="http://schemas.microsoft.com/office/drawing/2014/main" id="{7DD72503-8854-13CE-C490-CBC0BEA122E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2213922"/>
              <a:ext cx="679161" cy="508637"/>
            </a:xfrm>
            <a:prstGeom prst="rect">
              <a:avLst/>
            </a:prstGeom>
          </p:spPr>
        </p:pic>
        <p:pic>
          <p:nvPicPr>
            <p:cNvPr id="107" name="Graphic 106">
              <a:extLst>
                <a:ext uri="{FF2B5EF4-FFF2-40B4-BE49-F238E27FC236}">
                  <a16:creationId xmlns:a16="http://schemas.microsoft.com/office/drawing/2014/main" id="{0B45209C-5346-7C36-E654-FBF3628B431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2213922"/>
              <a:ext cx="679161" cy="508637"/>
            </a:xfrm>
            <a:prstGeom prst="rect">
              <a:avLst/>
            </a:prstGeom>
          </p:spPr>
        </p:pic>
        <p:pic>
          <p:nvPicPr>
            <p:cNvPr id="108" name="Graphic 107">
              <a:extLst>
                <a:ext uri="{FF2B5EF4-FFF2-40B4-BE49-F238E27FC236}">
                  <a16:creationId xmlns:a16="http://schemas.microsoft.com/office/drawing/2014/main" id="{D6777886-CF83-640C-CBA9-686F64754DD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2213922"/>
              <a:ext cx="679161" cy="508637"/>
            </a:xfrm>
            <a:prstGeom prst="rect">
              <a:avLst/>
            </a:prstGeom>
          </p:spPr>
        </p:pic>
        <p:pic>
          <p:nvPicPr>
            <p:cNvPr id="109" name="Graphic 108">
              <a:extLst>
                <a:ext uri="{FF2B5EF4-FFF2-40B4-BE49-F238E27FC236}">
                  <a16:creationId xmlns:a16="http://schemas.microsoft.com/office/drawing/2014/main" id="{52899880-38D6-9A55-6632-23C21E4609A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2213922"/>
              <a:ext cx="679161" cy="508637"/>
            </a:xfrm>
            <a:prstGeom prst="rect">
              <a:avLst/>
            </a:prstGeom>
          </p:spPr>
        </p:pic>
        <p:pic>
          <p:nvPicPr>
            <p:cNvPr id="110" name="Graphic 109">
              <a:extLst>
                <a:ext uri="{FF2B5EF4-FFF2-40B4-BE49-F238E27FC236}">
                  <a16:creationId xmlns:a16="http://schemas.microsoft.com/office/drawing/2014/main" id="{0C752E18-1402-F0FC-7A6E-793FE8C356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2213922"/>
              <a:ext cx="679161" cy="508637"/>
            </a:xfrm>
            <a:prstGeom prst="rect">
              <a:avLst/>
            </a:prstGeom>
          </p:spPr>
        </p:pic>
        <p:pic>
          <p:nvPicPr>
            <p:cNvPr id="111" name="Graphic 110">
              <a:extLst>
                <a:ext uri="{FF2B5EF4-FFF2-40B4-BE49-F238E27FC236}">
                  <a16:creationId xmlns:a16="http://schemas.microsoft.com/office/drawing/2014/main" id="{93E0C7EF-7624-29F5-6C94-1E44BDA783D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2213922"/>
              <a:ext cx="679161" cy="508637"/>
            </a:xfrm>
            <a:prstGeom prst="rect">
              <a:avLst/>
            </a:prstGeom>
          </p:spPr>
        </p:pic>
        <p:pic>
          <p:nvPicPr>
            <p:cNvPr id="112" name="Graphic 111">
              <a:extLst>
                <a:ext uri="{FF2B5EF4-FFF2-40B4-BE49-F238E27FC236}">
                  <a16:creationId xmlns:a16="http://schemas.microsoft.com/office/drawing/2014/main" id="{853CFDA0-7EFB-C44F-80DA-7E585069215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2213922"/>
              <a:ext cx="679161" cy="508637"/>
            </a:xfrm>
            <a:prstGeom prst="rect">
              <a:avLst/>
            </a:prstGeom>
          </p:spPr>
        </p:pic>
        <p:pic>
          <p:nvPicPr>
            <p:cNvPr id="113" name="Graphic 112">
              <a:extLst>
                <a:ext uri="{FF2B5EF4-FFF2-40B4-BE49-F238E27FC236}">
                  <a16:creationId xmlns:a16="http://schemas.microsoft.com/office/drawing/2014/main" id="{8B177D22-6C60-69AB-8F93-F91D6EAD947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2213922"/>
              <a:ext cx="679161" cy="508637"/>
            </a:xfrm>
            <a:prstGeom prst="rect">
              <a:avLst/>
            </a:prstGeom>
          </p:spPr>
        </p:pic>
        <p:pic>
          <p:nvPicPr>
            <p:cNvPr id="114" name="Graphic 113">
              <a:extLst>
                <a:ext uri="{FF2B5EF4-FFF2-40B4-BE49-F238E27FC236}">
                  <a16:creationId xmlns:a16="http://schemas.microsoft.com/office/drawing/2014/main" id="{E4B691A7-D5F2-4FA4-AF4F-2EEA4429D86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3237746"/>
              <a:ext cx="679161" cy="508637"/>
            </a:xfrm>
            <a:prstGeom prst="rect">
              <a:avLst/>
            </a:prstGeom>
          </p:spPr>
        </p:pic>
        <p:pic>
          <p:nvPicPr>
            <p:cNvPr id="115" name="Graphic 114">
              <a:extLst>
                <a:ext uri="{FF2B5EF4-FFF2-40B4-BE49-F238E27FC236}">
                  <a16:creationId xmlns:a16="http://schemas.microsoft.com/office/drawing/2014/main" id="{FE3BA9AB-4175-FF3D-FED0-5C76D6206C5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3237746"/>
              <a:ext cx="679161" cy="508637"/>
            </a:xfrm>
            <a:prstGeom prst="rect">
              <a:avLst/>
            </a:prstGeom>
          </p:spPr>
        </p:pic>
        <p:pic>
          <p:nvPicPr>
            <p:cNvPr id="116" name="Graphic 115">
              <a:extLst>
                <a:ext uri="{FF2B5EF4-FFF2-40B4-BE49-F238E27FC236}">
                  <a16:creationId xmlns:a16="http://schemas.microsoft.com/office/drawing/2014/main" id="{DECAB6F9-43AD-3A95-5F8A-15609C1BEFE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3237746"/>
              <a:ext cx="679161" cy="508637"/>
            </a:xfrm>
            <a:prstGeom prst="rect">
              <a:avLst/>
            </a:prstGeom>
          </p:spPr>
        </p:pic>
        <p:pic>
          <p:nvPicPr>
            <p:cNvPr id="117" name="Graphic 116">
              <a:extLst>
                <a:ext uri="{FF2B5EF4-FFF2-40B4-BE49-F238E27FC236}">
                  <a16:creationId xmlns:a16="http://schemas.microsoft.com/office/drawing/2014/main" id="{BCA0F8C3-3139-0218-E3E3-B7D1AEAED32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3237746"/>
              <a:ext cx="679161" cy="508637"/>
            </a:xfrm>
            <a:prstGeom prst="rect">
              <a:avLst/>
            </a:prstGeom>
          </p:spPr>
        </p:pic>
        <p:pic>
          <p:nvPicPr>
            <p:cNvPr id="118" name="Graphic 117">
              <a:extLst>
                <a:ext uri="{FF2B5EF4-FFF2-40B4-BE49-F238E27FC236}">
                  <a16:creationId xmlns:a16="http://schemas.microsoft.com/office/drawing/2014/main" id="{B5B85F60-C446-695D-C44A-80FBB1F28B1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3237746"/>
              <a:ext cx="679161" cy="508637"/>
            </a:xfrm>
            <a:prstGeom prst="rect">
              <a:avLst/>
            </a:prstGeom>
          </p:spPr>
        </p:pic>
        <p:pic>
          <p:nvPicPr>
            <p:cNvPr id="119" name="Graphic 118">
              <a:extLst>
                <a:ext uri="{FF2B5EF4-FFF2-40B4-BE49-F238E27FC236}">
                  <a16:creationId xmlns:a16="http://schemas.microsoft.com/office/drawing/2014/main" id="{85F1AE44-DAF3-935C-D3F2-D0F79183853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3237746"/>
              <a:ext cx="679161" cy="508637"/>
            </a:xfrm>
            <a:prstGeom prst="rect">
              <a:avLst/>
            </a:prstGeom>
          </p:spPr>
        </p:pic>
        <p:pic>
          <p:nvPicPr>
            <p:cNvPr id="120" name="Graphic 119">
              <a:extLst>
                <a:ext uri="{FF2B5EF4-FFF2-40B4-BE49-F238E27FC236}">
                  <a16:creationId xmlns:a16="http://schemas.microsoft.com/office/drawing/2014/main" id="{17E00A9F-B7C6-FE7A-047A-7915F8A1D8A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3237746"/>
              <a:ext cx="679161" cy="508637"/>
            </a:xfrm>
            <a:prstGeom prst="rect">
              <a:avLst/>
            </a:prstGeom>
          </p:spPr>
        </p:pic>
        <p:pic>
          <p:nvPicPr>
            <p:cNvPr id="121" name="Graphic 120">
              <a:extLst>
                <a:ext uri="{FF2B5EF4-FFF2-40B4-BE49-F238E27FC236}">
                  <a16:creationId xmlns:a16="http://schemas.microsoft.com/office/drawing/2014/main" id="{B46F1902-5D2C-FF24-D65F-729D75A4ADE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3237746"/>
              <a:ext cx="679161" cy="508637"/>
            </a:xfrm>
            <a:prstGeom prst="rect">
              <a:avLst/>
            </a:prstGeom>
          </p:spPr>
        </p:pic>
        <p:pic>
          <p:nvPicPr>
            <p:cNvPr id="122" name="Graphic 121">
              <a:extLst>
                <a:ext uri="{FF2B5EF4-FFF2-40B4-BE49-F238E27FC236}">
                  <a16:creationId xmlns:a16="http://schemas.microsoft.com/office/drawing/2014/main" id="{ED7993EA-3338-2201-596A-65977B8B432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3237746"/>
              <a:ext cx="679161" cy="508637"/>
            </a:xfrm>
            <a:prstGeom prst="rect">
              <a:avLst/>
            </a:prstGeom>
          </p:spPr>
        </p:pic>
        <p:pic>
          <p:nvPicPr>
            <p:cNvPr id="123" name="Graphic 122">
              <a:extLst>
                <a:ext uri="{FF2B5EF4-FFF2-40B4-BE49-F238E27FC236}">
                  <a16:creationId xmlns:a16="http://schemas.microsoft.com/office/drawing/2014/main" id="{FE8ACAC4-F813-D649-AA3C-44C39AD3272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3237746"/>
              <a:ext cx="679161" cy="508637"/>
            </a:xfrm>
            <a:prstGeom prst="rect">
              <a:avLst/>
            </a:prstGeom>
          </p:spPr>
        </p:pic>
        <p:pic>
          <p:nvPicPr>
            <p:cNvPr id="124" name="Graphic 123">
              <a:extLst>
                <a:ext uri="{FF2B5EF4-FFF2-40B4-BE49-F238E27FC236}">
                  <a16:creationId xmlns:a16="http://schemas.microsoft.com/office/drawing/2014/main" id="{1F5A95C1-F41F-2F8E-F845-21EFEFF6CD7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3237746"/>
              <a:ext cx="679161" cy="508637"/>
            </a:xfrm>
            <a:prstGeom prst="rect">
              <a:avLst/>
            </a:prstGeom>
          </p:spPr>
        </p:pic>
        <p:pic>
          <p:nvPicPr>
            <p:cNvPr id="125" name="Graphic 124">
              <a:extLst>
                <a:ext uri="{FF2B5EF4-FFF2-40B4-BE49-F238E27FC236}">
                  <a16:creationId xmlns:a16="http://schemas.microsoft.com/office/drawing/2014/main" id="{487D5A2C-590A-82E0-7AF1-1D2C3D59459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4261570"/>
              <a:ext cx="679161" cy="508637"/>
            </a:xfrm>
            <a:prstGeom prst="rect">
              <a:avLst/>
            </a:prstGeom>
          </p:spPr>
        </p:pic>
        <p:pic>
          <p:nvPicPr>
            <p:cNvPr id="126" name="Graphic 125">
              <a:extLst>
                <a:ext uri="{FF2B5EF4-FFF2-40B4-BE49-F238E27FC236}">
                  <a16:creationId xmlns:a16="http://schemas.microsoft.com/office/drawing/2014/main" id="{99C4C0A3-2D8B-0273-1976-1180F93EF85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4261570"/>
              <a:ext cx="679161" cy="508637"/>
            </a:xfrm>
            <a:prstGeom prst="rect">
              <a:avLst/>
            </a:prstGeom>
          </p:spPr>
        </p:pic>
        <p:pic>
          <p:nvPicPr>
            <p:cNvPr id="127" name="Graphic 126">
              <a:extLst>
                <a:ext uri="{FF2B5EF4-FFF2-40B4-BE49-F238E27FC236}">
                  <a16:creationId xmlns:a16="http://schemas.microsoft.com/office/drawing/2014/main" id="{5CCA9EF9-6C8A-46AE-5715-2ADD8AD711D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4261570"/>
              <a:ext cx="679161" cy="508637"/>
            </a:xfrm>
            <a:prstGeom prst="rect">
              <a:avLst/>
            </a:prstGeom>
          </p:spPr>
        </p:pic>
        <p:pic>
          <p:nvPicPr>
            <p:cNvPr id="128" name="Graphic 127">
              <a:extLst>
                <a:ext uri="{FF2B5EF4-FFF2-40B4-BE49-F238E27FC236}">
                  <a16:creationId xmlns:a16="http://schemas.microsoft.com/office/drawing/2014/main" id="{966184A7-0B1D-3E57-D77C-94386532214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4261570"/>
              <a:ext cx="679161" cy="508637"/>
            </a:xfrm>
            <a:prstGeom prst="rect">
              <a:avLst/>
            </a:prstGeom>
          </p:spPr>
        </p:pic>
        <p:pic>
          <p:nvPicPr>
            <p:cNvPr id="129" name="Graphic 128">
              <a:extLst>
                <a:ext uri="{FF2B5EF4-FFF2-40B4-BE49-F238E27FC236}">
                  <a16:creationId xmlns:a16="http://schemas.microsoft.com/office/drawing/2014/main" id="{A0C24750-01C2-6095-8F02-F17B76254FC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4261570"/>
              <a:ext cx="679161" cy="508637"/>
            </a:xfrm>
            <a:prstGeom prst="rect">
              <a:avLst/>
            </a:prstGeom>
          </p:spPr>
        </p:pic>
        <p:pic>
          <p:nvPicPr>
            <p:cNvPr id="130" name="Graphic 129">
              <a:extLst>
                <a:ext uri="{FF2B5EF4-FFF2-40B4-BE49-F238E27FC236}">
                  <a16:creationId xmlns:a16="http://schemas.microsoft.com/office/drawing/2014/main" id="{3A46C4D4-D60B-8971-906E-492BD2D2414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4261570"/>
              <a:ext cx="679161" cy="508637"/>
            </a:xfrm>
            <a:prstGeom prst="rect">
              <a:avLst/>
            </a:prstGeom>
          </p:spPr>
        </p:pic>
        <p:pic>
          <p:nvPicPr>
            <p:cNvPr id="131" name="Graphic 130">
              <a:extLst>
                <a:ext uri="{FF2B5EF4-FFF2-40B4-BE49-F238E27FC236}">
                  <a16:creationId xmlns:a16="http://schemas.microsoft.com/office/drawing/2014/main" id="{5334A16F-71B3-BE80-15DC-AA77C3361C3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4261570"/>
              <a:ext cx="679161" cy="508637"/>
            </a:xfrm>
            <a:prstGeom prst="rect">
              <a:avLst/>
            </a:prstGeom>
          </p:spPr>
        </p:pic>
        <p:pic>
          <p:nvPicPr>
            <p:cNvPr id="132" name="Graphic 131">
              <a:extLst>
                <a:ext uri="{FF2B5EF4-FFF2-40B4-BE49-F238E27FC236}">
                  <a16:creationId xmlns:a16="http://schemas.microsoft.com/office/drawing/2014/main" id="{C3FB7C17-6AD7-C806-C1A2-790A937A302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4261570"/>
              <a:ext cx="679161" cy="508637"/>
            </a:xfrm>
            <a:prstGeom prst="rect">
              <a:avLst/>
            </a:prstGeom>
          </p:spPr>
        </p:pic>
        <p:pic>
          <p:nvPicPr>
            <p:cNvPr id="133" name="Graphic 132">
              <a:extLst>
                <a:ext uri="{FF2B5EF4-FFF2-40B4-BE49-F238E27FC236}">
                  <a16:creationId xmlns:a16="http://schemas.microsoft.com/office/drawing/2014/main" id="{9BB90807-3DCA-7D53-ECF4-E34A998AEDD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4261570"/>
              <a:ext cx="679161" cy="508637"/>
            </a:xfrm>
            <a:prstGeom prst="rect">
              <a:avLst/>
            </a:prstGeom>
          </p:spPr>
        </p:pic>
        <p:pic>
          <p:nvPicPr>
            <p:cNvPr id="134" name="Graphic 133">
              <a:extLst>
                <a:ext uri="{FF2B5EF4-FFF2-40B4-BE49-F238E27FC236}">
                  <a16:creationId xmlns:a16="http://schemas.microsoft.com/office/drawing/2014/main" id="{540FB4E4-8300-8815-AF76-3CCB922CBE7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4261570"/>
              <a:ext cx="679161" cy="508637"/>
            </a:xfrm>
            <a:prstGeom prst="rect">
              <a:avLst/>
            </a:prstGeom>
          </p:spPr>
        </p:pic>
        <p:pic>
          <p:nvPicPr>
            <p:cNvPr id="135" name="Graphic 134">
              <a:extLst>
                <a:ext uri="{FF2B5EF4-FFF2-40B4-BE49-F238E27FC236}">
                  <a16:creationId xmlns:a16="http://schemas.microsoft.com/office/drawing/2014/main" id="{32845721-EF7C-2B5F-F216-33E1AD14994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4261570"/>
              <a:ext cx="679161" cy="508637"/>
            </a:xfrm>
            <a:prstGeom prst="rect">
              <a:avLst/>
            </a:prstGeom>
          </p:spPr>
        </p:pic>
        <p:pic>
          <p:nvPicPr>
            <p:cNvPr id="136" name="Graphic 135">
              <a:extLst>
                <a:ext uri="{FF2B5EF4-FFF2-40B4-BE49-F238E27FC236}">
                  <a16:creationId xmlns:a16="http://schemas.microsoft.com/office/drawing/2014/main" id="{6BCB3A9D-D93D-C89E-1F01-670A72275CE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5285395"/>
              <a:ext cx="679161" cy="508637"/>
            </a:xfrm>
            <a:prstGeom prst="rect">
              <a:avLst/>
            </a:prstGeom>
          </p:spPr>
        </p:pic>
        <p:pic>
          <p:nvPicPr>
            <p:cNvPr id="137" name="Graphic 136">
              <a:extLst>
                <a:ext uri="{FF2B5EF4-FFF2-40B4-BE49-F238E27FC236}">
                  <a16:creationId xmlns:a16="http://schemas.microsoft.com/office/drawing/2014/main" id="{6F1CD254-3A62-768A-2372-EFF5164746C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5285395"/>
              <a:ext cx="679161" cy="508637"/>
            </a:xfrm>
            <a:prstGeom prst="rect">
              <a:avLst/>
            </a:prstGeom>
          </p:spPr>
        </p:pic>
        <p:pic>
          <p:nvPicPr>
            <p:cNvPr id="138" name="Graphic 137">
              <a:extLst>
                <a:ext uri="{FF2B5EF4-FFF2-40B4-BE49-F238E27FC236}">
                  <a16:creationId xmlns:a16="http://schemas.microsoft.com/office/drawing/2014/main" id="{6F877F5F-9101-B59C-F39C-79CD47C9A70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5285395"/>
              <a:ext cx="679161" cy="508637"/>
            </a:xfrm>
            <a:prstGeom prst="rect">
              <a:avLst/>
            </a:prstGeom>
          </p:spPr>
        </p:pic>
        <p:pic>
          <p:nvPicPr>
            <p:cNvPr id="139" name="Graphic 138">
              <a:extLst>
                <a:ext uri="{FF2B5EF4-FFF2-40B4-BE49-F238E27FC236}">
                  <a16:creationId xmlns:a16="http://schemas.microsoft.com/office/drawing/2014/main" id="{F0724BE3-7898-CD24-5C40-44896F36B4D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5285395"/>
              <a:ext cx="679161" cy="508637"/>
            </a:xfrm>
            <a:prstGeom prst="rect">
              <a:avLst/>
            </a:prstGeom>
          </p:spPr>
        </p:pic>
        <p:pic>
          <p:nvPicPr>
            <p:cNvPr id="140" name="Graphic 139">
              <a:extLst>
                <a:ext uri="{FF2B5EF4-FFF2-40B4-BE49-F238E27FC236}">
                  <a16:creationId xmlns:a16="http://schemas.microsoft.com/office/drawing/2014/main" id="{61B30275-DFBE-4BBC-5511-DFD5E11F2E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5285395"/>
              <a:ext cx="679161" cy="508637"/>
            </a:xfrm>
            <a:prstGeom prst="rect">
              <a:avLst/>
            </a:prstGeom>
          </p:spPr>
        </p:pic>
        <p:pic>
          <p:nvPicPr>
            <p:cNvPr id="141" name="Graphic 140">
              <a:extLst>
                <a:ext uri="{FF2B5EF4-FFF2-40B4-BE49-F238E27FC236}">
                  <a16:creationId xmlns:a16="http://schemas.microsoft.com/office/drawing/2014/main" id="{79E2CB96-1EA0-1E8B-203A-A6CF5EEC075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5285395"/>
              <a:ext cx="679161" cy="508637"/>
            </a:xfrm>
            <a:prstGeom prst="rect">
              <a:avLst/>
            </a:prstGeom>
          </p:spPr>
        </p:pic>
        <p:pic>
          <p:nvPicPr>
            <p:cNvPr id="142" name="Graphic 141">
              <a:extLst>
                <a:ext uri="{FF2B5EF4-FFF2-40B4-BE49-F238E27FC236}">
                  <a16:creationId xmlns:a16="http://schemas.microsoft.com/office/drawing/2014/main" id="{64D3EFB6-70DE-4F88-683D-7713B5A6DF9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5285395"/>
              <a:ext cx="679161" cy="508637"/>
            </a:xfrm>
            <a:prstGeom prst="rect">
              <a:avLst/>
            </a:prstGeom>
          </p:spPr>
        </p:pic>
        <p:pic>
          <p:nvPicPr>
            <p:cNvPr id="143" name="Graphic 142">
              <a:extLst>
                <a:ext uri="{FF2B5EF4-FFF2-40B4-BE49-F238E27FC236}">
                  <a16:creationId xmlns:a16="http://schemas.microsoft.com/office/drawing/2014/main" id="{245692F6-89C7-CB36-0B5A-926B199F46D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5285395"/>
              <a:ext cx="679161" cy="508637"/>
            </a:xfrm>
            <a:prstGeom prst="rect">
              <a:avLst/>
            </a:prstGeom>
          </p:spPr>
        </p:pic>
        <p:pic>
          <p:nvPicPr>
            <p:cNvPr id="144" name="Graphic 143">
              <a:extLst>
                <a:ext uri="{FF2B5EF4-FFF2-40B4-BE49-F238E27FC236}">
                  <a16:creationId xmlns:a16="http://schemas.microsoft.com/office/drawing/2014/main" id="{8D18CB66-EA61-F1B1-84B2-B265ECDB28D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5285395"/>
              <a:ext cx="679161" cy="508637"/>
            </a:xfrm>
            <a:prstGeom prst="rect">
              <a:avLst/>
            </a:prstGeom>
          </p:spPr>
        </p:pic>
        <p:pic>
          <p:nvPicPr>
            <p:cNvPr id="145" name="Graphic 144">
              <a:extLst>
                <a:ext uri="{FF2B5EF4-FFF2-40B4-BE49-F238E27FC236}">
                  <a16:creationId xmlns:a16="http://schemas.microsoft.com/office/drawing/2014/main" id="{321E59CD-CDAC-E927-A788-C5F451867DD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5285395"/>
              <a:ext cx="679161" cy="508637"/>
            </a:xfrm>
            <a:prstGeom prst="rect">
              <a:avLst/>
            </a:prstGeom>
          </p:spPr>
        </p:pic>
        <p:pic>
          <p:nvPicPr>
            <p:cNvPr id="146" name="Graphic 145">
              <a:extLst>
                <a:ext uri="{FF2B5EF4-FFF2-40B4-BE49-F238E27FC236}">
                  <a16:creationId xmlns:a16="http://schemas.microsoft.com/office/drawing/2014/main" id="{86DA5630-7EC9-F544-C14B-0125191302E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5285395"/>
              <a:ext cx="679161" cy="508637"/>
            </a:xfrm>
            <a:prstGeom prst="rect">
              <a:avLst/>
            </a:prstGeom>
          </p:spPr>
        </p:pic>
        <p:pic>
          <p:nvPicPr>
            <p:cNvPr id="147" name="Graphic 146">
              <a:extLst>
                <a:ext uri="{FF2B5EF4-FFF2-40B4-BE49-F238E27FC236}">
                  <a16:creationId xmlns:a16="http://schemas.microsoft.com/office/drawing/2014/main" id="{D1F25B9E-36A0-9D5D-1061-81526D5F9B2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6309219"/>
              <a:ext cx="679161" cy="508637"/>
            </a:xfrm>
            <a:prstGeom prst="rect">
              <a:avLst/>
            </a:prstGeom>
          </p:spPr>
        </p:pic>
        <p:pic>
          <p:nvPicPr>
            <p:cNvPr id="148" name="Graphic 147">
              <a:extLst>
                <a:ext uri="{FF2B5EF4-FFF2-40B4-BE49-F238E27FC236}">
                  <a16:creationId xmlns:a16="http://schemas.microsoft.com/office/drawing/2014/main" id="{7716C73C-CA50-6F71-8AF7-B527742148B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6309219"/>
              <a:ext cx="679161" cy="508637"/>
            </a:xfrm>
            <a:prstGeom prst="rect">
              <a:avLst/>
            </a:prstGeom>
          </p:spPr>
        </p:pic>
        <p:pic>
          <p:nvPicPr>
            <p:cNvPr id="149" name="Graphic 148">
              <a:extLst>
                <a:ext uri="{FF2B5EF4-FFF2-40B4-BE49-F238E27FC236}">
                  <a16:creationId xmlns:a16="http://schemas.microsoft.com/office/drawing/2014/main" id="{63F1475B-59EB-8BD9-A687-1659F432859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6309219"/>
              <a:ext cx="679161" cy="508637"/>
            </a:xfrm>
            <a:prstGeom prst="rect">
              <a:avLst/>
            </a:prstGeom>
          </p:spPr>
        </p:pic>
        <p:pic>
          <p:nvPicPr>
            <p:cNvPr id="150" name="Graphic 149">
              <a:extLst>
                <a:ext uri="{FF2B5EF4-FFF2-40B4-BE49-F238E27FC236}">
                  <a16:creationId xmlns:a16="http://schemas.microsoft.com/office/drawing/2014/main" id="{D165B6DF-1279-9726-8742-53D57C84197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6309219"/>
              <a:ext cx="679161" cy="508637"/>
            </a:xfrm>
            <a:prstGeom prst="rect">
              <a:avLst/>
            </a:prstGeom>
          </p:spPr>
        </p:pic>
        <p:pic>
          <p:nvPicPr>
            <p:cNvPr id="151" name="Graphic 150">
              <a:extLst>
                <a:ext uri="{FF2B5EF4-FFF2-40B4-BE49-F238E27FC236}">
                  <a16:creationId xmlns:a16="http://schemas.microsoft.com/office/drawing/2014/main" id="{125BA8B4-7CD1-F2BF-80FE-BCA454B4537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6309219"/>
              <a:ext cx="679161" cy="508637"/>
            </a:xfrm>
            <a:prstGeom prst="rect">
              <a:avLst/>
            </a:prstGeom>
          </p:spPr>
        </p:pic>
        <p:pic>
          <p:nvPicPr>
            <p:cNvPr id="152" name="Graphic 151">
              <a:extLst>
                <a:ext uri="{FF2B5EF4-FFF2-40B4-BE49-F238E27FC236}">
                  <a16:creationId xmlns:a16="http://schemas.microsoft.com/office/drawing/2014/main" id="{4CD4AB4B-C557-0F99-4635-7B77CBA0366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6309219"/>
              <a:ext cx="679161" cy="508637"/>
            </a:xfrm>
            <a:prstGeom prst="rect">
              <a:avLst/>
            </a:prstGeom>
          </p:spPr>
        </p:pic>
        <p:pic>
          <p:nvPicPr>
            <p:cNvPr id="153" name="Graphic 152">
              <a:extLst>
                <a:ext uri="{FF2B5EF4-FFF2-40B4-BE49-F238E27FC236}">
                  <a16:creationId xmlns:a16="http://schemas.microsoft.com/office/drawing/2014/main" id="{C1552958-40EB-5F0A-54B3-E8CC2C41DC1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6309219"/>
              <a:ext cx="679161" cy="508637"/>
            </a:xfrm>
            <a:prstGeom prst="rect">
              <a:avLst/>
            </a:prstGeom>
          </p:spPr>
        </p:pic>
        <p:pic>
          <p:nvPicPr>
            <p:cNvPr id="154" name="Graphic 153">
              <a:extLst>
                <a:ext uri="{FF2B5EF4-FFF2-40B4-BE49-F238E27FC236}">
                  <a16:creationId xmlns:a16="http://schemas.microsoft.com/office/drawing/2014/main" id="{19873E7A-10D6-2833-C6C6-02BB6846C09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6309219"/>
              <a:ext cx="679161" cy="508637"/>
            </a:xfrm>
            <a:prstGeom prst="rect">
              <a:avLst/>
            </a:prstGeom>
          </p:spPr>
        </p:pic>
        <p:pic>
          <p:nvPicPr>
            <p:cNvPr id="155" name="Graphic 154">
              <a:extLst>
                <a:ext uri="{FF2B5EF4-FFF2-40B4-BE49-F238E27FC236}">
                  <a16:creationId xmlns:a16="http://schemas.microsoft.com/office/drawing/2014/main" id="{11220FB4-DBE2-1382-8E35-0BCEEA036F9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6309219"/>
              <a:ext cx="679161" cy="508637"/>
            </a:xfrm>
            <a:prstGeom prst="rect">
              <a:avLst/>
            </a:prstGeom>
          </p:spPr>
        </p:pic>
        <p:pic>
          <p:nvPicPr>
            <p:cNvPr id="156" name="Graphic 155">
              <a:extLst>
                <a:ext uri="{FF2B5EF4-FFF2-40B4-BE49-F238E27FC236}">
                  <a16:creationId xmlns:a16="http://schemas.microsoft.com/office/drawing/2014/main" id="{6A0958F3-0559-A154-C67A-B7EAB72596B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6309219"/>
              <a:ext cx="679161" cy="508637"/>
            </a:xfrm>
            <a:prstGeom prst="rect">
              <a:avLst/>
            </a:prstGeom>
          </p:spPr>
        </p:pic>
        <p:pic>
          <p:nvPicPr>
            <p:cNvPr id="157" name="Graphic 156">
              <a:extLst>
                <a:ext uri="{FF2B5EF4-FFF2-40B4-BE49-F238E27FC236}">
                  <a16:creationId xmlns:a16="http://schemas.microsoft.com/office/drawing/2014/main" id="{1843954B-359C-D58C-1D19-999DCB6B07B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6309219"/>
              <a:ext cx="679161" cy="508637"/>
            </a:xfrm>
            <a:prstGeom prst="rect">
              <a:avLst/>
            </a:prstGeom>
          </p:spPr>
        </p:pic>
        <p:pic>
          <p:nvPicPr>
            <p:cNvPr id="158" name="Graphic 157">
              <a:extLst>
                <a:ext uri="{FF2B5EF4-FFF2-40B4-BE49-F238E27FC236}">
                  <a16:creationId xmlns:a16="http://schemas.microsoft.com/office/drawing/2014/main" id="{A1029286-21BB-3587-EF1D-5872AB7E55F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93940"/>
              <a:ext cx="679161" cy="508637"/>
            </a:xfrm>
            <a:prstGeom prst="rect">
              <a:avLst/>
            </a:prstGeom>
          </p:spPr>
        </p:pic>
        <p:pic>
          <p:nvPicPr>
            <p:cNvPr id="159" name="Graphic 158">
              <a:extLst>
                <a:ext uri="{FF2B5EF4-FFF2-40B4-BE49-F238E27FC236}">
                  <a16:creationId xmlns:a16="http://schemas.microsoft.com/office/drawing/2014/main" id="{7395FF1A-4F5D-2A13-EBC2-EE77813A922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93940"/>
              <a:ext cx="679161" cy="508637"/>
            </a:xfrm>
            <a:prstGeom prst="rect">
              <a:avLst/>
            </a:prstGeom>
          </p:spPr>
        </p:pic>
        <p:pic>
          <p:nvPicPr>
            <p:cNvPr id="160" name="Graphic 159">
              <a:extLst>
                <a:ext uri="{FF2B5EF4-FFF2-40B4-BE49-F238E27FC236}">
                  <a16:creationId xmlns:a16="http://schemas.microsoft.com/office/drawing/2014/main" id="{73480149-1E23-3352-6B45-CE473D4480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93940"/>
              <a:ext cx="679161" cy="508637"/>
            </a:xfrm>
            <a:prstGeom prst="rect">
              <a:avLst/>
            </a:prstGeom>
          </p:spPr>
        </p:pic>
        <p:pic>
          <p:nvPicPr>
            <p:cNvPr id="161" name="Graphic 160">
              <a:extLst>
                <a:ext uri="{FF2B5EF4-FFF2-40B4-BE49-F238E27FC236}">
                  <a16:creationId xmlns:a16="http://schemas.microsoft.com/office/drawing/2014/main" id="{411BF736-415D-A4FD-4AFD-C7D8BB3D0E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93940"/>
              <a:ext cx="679161" cy="508637"/>
            </a:xfrm>
            <a:prstGeom prst="rect">
              <a:avLst/>
            </a:prstGeom>
          </p:spPr>
        </p:pic>
        <p:pic>
          <p:nvPicPr>
            <p:cNvPr id="162" name="Graphic 161">
              <a:extLst>
                <a:ext uri="{FF2B5EF4-FFF2-40B4-BE49-F238E27FC236}">
                  <a16:creationId xmlns:a16="http://schemas.microsoft.com/office/drawing/2014/main" id="{ABE5A9A1-42D2-0D73-3239-55F4E5EB2A0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93940"/>
              <a:ext cx="679161" cy="508637"/>
            </a:xfrm>
            <a:prstGeom prst="rect">
              <a:avLst/>
            </a:prstGeom>
          </p:spPr>
        </p:pic>
        <p:pic>
          <p:nvPicPr>
            <p:cNvPr id="163" name="Graphic 162">
              <a:extLst>
                <a:ext uri="{FF2B5EF4-FFF2-40B4-BE49-F238E27FC236}">
                  <a16:creationId xmlns:a16="http://schemas.microsoft.com/office/drawing/2014/main" id="{88075493-0C12-810F-95D8-BD6F25DEE21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93940"/>
              <a:ext cx="679161" cy="508637"/>
            </a:xfrm>
            <a:prstGeom prst="rect">
              <a:avLst/>
            </a:prstGeom>
          </p:spPr>
        </p:pic>
        <p:pic>
          <p:nvPicPr>
            <p:cNvPr id="164" name="Graphic 163">
              <a:extLst>
                <a:ext uri="{FF2B5EF4-FFF2-40B4-BE49-F238E27FC236}">
                  <a16:creationId xmlns:a16="http://schemas.microsoft.com/office/drawing/2014/main" id="{EE145A4E-040F-F012-5FCB-DEE05DA2FC1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93940"/>
              <a:ext cx="679161" cy="508637"/>
            </a:xfrm>
            <a:prstGeom prst="rect">
              <a:avLst/>
            </a:prstGeom>
          </p:spPr>
        </p:pic>
        <p:pic>
          <p:nvPicPr>
            <p:cNvPr id="165" name="Graphic 164">
              <a:extLst>
                <a:ext uri="{FF2B5EF4-FFF2-40B4-BE49-F238E27FC236}">
                  <a16:creationId xmlns:a16="http://schemas.microsoft.com/office/drawing/2014/main" id="{E9B2F8EF-EF58-A5D7-83EB-81BEEA1B2E9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93940"/>
              <a:ext cx="679161" cy="508637"/>
            </a:xfrm>
            <a:prstGeom prst="rect">
              <a:avLst/>
            </a:prstGeom>
          </p:spPr>
        </p:pic>
        <p:pic>
          <p:nvPicPr>
            <p:cNvPr id="166" name="Graphic 165">
              <a:extLst>
                <a:ext uri="{FF2B5EF4-FFF2-40B4-BE49-F238E27FC236}">
                  <a16:creationId xmlns:a16="http://schemas.microsoft.com/office/drawing/2014/main" id="{A59035F3-62FD-C087-456B-B4F876EA7BE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93940"/>
              <a:ext cx="679161" cy="508637"/>
            </a:xfrm>
            <a:prstGeom prst="rect">
              <a:avLst/>
            </a:prstGeom>
          </p:spPr>
        </p:pic>
        <p:pic>
          <p:nvPicPr>
            <p:cNvPr id="167" name="Graphic 166">
              <a:extLst>
                <a:ext uri="{FF2B5EF4-FFF2-40B4-BE49-F238E27FC236}">
                  <a16:creationId xmlns:a16="http://schemas.microsoft.com/office/drawing/2014/main" id="{7DC77432-5B27-B690-0389-61C9B985F8E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93940"/>
              <a:ext cx="679161" cy="508637"/>
            </a:xfrm>
            <a:prstGeom prst="rect">
              <a:avLst/>
            </a:prstGeom>
          </p:spPr>
        </p:pic>
        <p:pic>
          <p:nvPicPr>
            <p:cNvPr id="168" name="Graphic 167">
              <a:extLst>
                <a:ext uri="{FF2B5EF4-FFF2-40B4-BE49-F238E27FC236}">
                  <a16:creationId xmlns:a16="http://schemas.microsoft.com/office/drawing/2014/main" id="{3FB11D58-2935-AD9F-5B93-5CAC5A61A01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93940"/>
              <a:ext cx="679161" cy="508637"/>
            </a:xfrm>
            <a:prstGeom prst="rect">
              <a:avLst/>
            </a:prstGeom>
          </p:spPr>
        </p:pic>
      </p:gr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1500" y="457200"/>
            <a:ext cx="11052046" cy="492443"/>
          </a:xfrm>
        </p:spPr>
        <p:txBody>
          <a:bodyPr/>
          <a:lstStyle>
            <a:lvl1pPr>
              <a:defRPr sz="3200"/>
            </a:lvl1p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71500" y="292100"/>
            <a:ext cx="11052046"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pic>
        <p:nvPicPr>
          <p:cNvPr id="9" name="Graphic 8">
            <a:extLst>
              <a:ext uri="{FF2B5EF4-FFF2-40B4-BE49-F238E27FC236}">
                <a16:creationId xmlns:a16="http://schemas.microsoft.com/office/drawing/2014/main" id="{261BC0D1-BFC8-B2CD-9E9E-BE3B757D1962}"/>
              </a:ext>
            </a:extLst>
          </p:cNvPr>
          <p:cNvPicPr>
            <a:picLocks noChangeAspect="1"/>
          </p:cNvPicPr>
          <p:nvPr userDrawn="1"/>
        </p:nvPicPr>
        <p:blipFill>
          <a:blip>
            <a:extLst>
              <a:ext uri="{96DAC541-7B7A-43D3-8B79-37D633B846F1}">
                <asvg:svgBlip xmlns:asvg="http://schemas.microsoft.com/office/drawing/2016/SVG/main" r:embed="rId3"/>
              </a:ext>
            </a:extLst>
          </a:blip>
          <a:srcRect b="43662"/>
          <a:stretch>
            <a:fillRect/>
          </a:stretch>
        </p:blipFill>
        <p:spPr>
          <a:xfrm>
            <a:off x="568454" y="6390910"/>
            <a:ext cx="618133" cy="231873"/>
          </a:xfrm>
          <a:prstGeom prst="rect">
            <a:avLst/>
          </a:prstGeom>
        </p:spPr>
      </p:pic>
      <p:sp>
        <p:nvSpPr>
          <p:cNvPr id="6" name="Rectangle: Rounded Corners 5">
            <a:extLst>
              <a:ext uri="{FF2B5EF4-FFF2-40B4-BE49-F238E27FC236}">
                <a16:creationId xmlns:a16="http://schemas.microsoft.com/office/drawing/2014/main" id="{811C4F85-ABAB-192C-C336-961255065FA0}"/>
              </a:ext>
            </a:extLst>
          </p:cNvPr>
          <p:cNvSpPr/>
          <p:nvPr/>
        </p:nvSpPr>
        <p:spPr bwMode="auto">
          <a:xfrm>
            <a:off x="568454" y="1436689"/>
            <a:ext cx="11052046" cy="4583112"/>
          </a:xfrm>
          <a:prstGeom prst="roundRect">
            <a:avLst>
              <a:gd name="adj" fmla="val 3434"/>
            </a:avLst>
          </a:prstGeom>
          <a:solidFill>
            <a:srgbClr val="FFFFFF"/>
          </a:solidFill>
          <a:ln w="12700" cap="flat" cmpd="sng" algn="ctr">
            <a:gradFill flip="none" rotWithShape="1">
              <a:gsLst>
                <a:gs pos="0">
                  <a:srgbClr val="0078D4"/>
                </a:gs>
                <a:gs pos="100000">
                  <a:srgbClr val="C03BC4"/>
                </a:gs>
              </a:gsLst>
              <a:lin ang="2700000" scaled="1"/>
              <a:tileRect/>
            </a:gra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274320" tIns="548640" rIns="274320" bIns="0" numCol="1" spcCol="0" rtlCol="0" fromWordArt="0" anchor="ctr" anchorCtr="0" forceAA="0" compatLnSpc="1">
            <a:prstTxWarp prst="textNoShape">
              <a:avLst/>
            </a:prstTxWarp>
            <a:noAutofit/>
          </a:bodyPr>
          <a:lstStyle/>
          <a:p>
            <a:endParaRPr lang="en-US" sz="1400">
              <a:latin typeface="Segoe Sans Display Semilight" pitchFamily="2" charset="0"/>
              <a:cs typeface="Segoe Sans Display Semilight" pitchFamily="2" charset="0"/>
            </a:endParaRPr>
          </a:p>
        </p:txBody>
      </p:sp>
      <p:sp>
        <p:nvSpPr>
          <p:cNvPr id="4" name="Text Placeholder 5">
            <a:extLst>
              <a:ext uri="{FF2B5EF4-FFF2-40B4-BE49-F238E27FC236}">
                <a16:creationId xmlns:a16="http://schemas.microsoft.com/office/drawing/2014/main" id="{DC5D1868-AC73-3636-1DB2-7EC2B37E0784}"/>
              </a:ext>
            </a:extLst>
          </p:cNvPr>
          <p:cNvSpPr>
            <a:spLocks noGrp="1"/>
          </p:cNvSpPr>
          <p:nvPr>
            <p:ph type="body" sz="quarter" idx="13"/>
          </p:nvPr>
        </p:nvSpPr>
        <p:spPr>
          <a:xfrm>
            <a:off x="783770" y="1625600"/>
            <a:ext cx="10537372" cy="4093428"/>
          </a:xfrm>
        </p:spPr>
        <p:txBody>
          <a:bodyPr>
            <a:noAutofit/>
          </a:bodyPr>
          <a:lstStyle>
            <a:lvl1pPr marL="0" indent="0">
              <a:buNone/>
              <a:defRPr lang="en-US" sz="1800" kern="1200" dirty="0" smtClean="0">
                <a:solidFill>
                  <a:schemeClr val="tx1"/>
                </a:solidFill>
                <a:latin typeface="+mn-lt"/>
                <a:ea typeface="+mn-ea"/>
                <a:cs typeface="+mn-cs"/>
              </a:defRPr>
            </a:lvl1pPr>
            <a:lvl2pPr>
              <a:buNone/>
              <a:defRPr lang="en-US" sz="1800" kern="1200" dirty="0" smtClean="0">
                <a:solidFill>
                  <a:schemeClr val="tx1"/>
                </a:solidFill>
                <a:latin typeface="+mn-lt"/>
                <a:ea typeface="+mn-ea"/>
                <a:cs typeface="+mn-cs"/>
              </a:defRPr>
            </a:lvl2pPr>
            <a:lvl3pPr>
              <a:buNone/>
              <a:defRPr lang="en-US" sz="1800" kern="1200" dirty="0" smtClean="0">
                <a:solidFill>
                  <a:schemeClr val="tx1"/>
                </a:solidFill>
                <a:latin typeface="+mn-lt"/>
                <a:ea typeface="+mn-ea"/>
                <a:cs typeface="+mn-cs"/>
              </a:defRPr>
            </a:lvl3pPr>
            <a:lvl4pPr>
              <a:buNone/>
              <a:defRPr lang="en-US" sz="1800" kern="1200" dirty="0" smtClean="0">
                <a:solidFill>
                  <a:schemeClr val="tx1"/>
                </a:solidFill>
                <a:latin typeface="+mn-lt"/>
                <a:ea typeface="+mn-ea"/>
                <a:cs typeface="+mn-cs"/>
              </a:defRPr>
            </a:lvl4pPr>
            <a:lvl5pPr>
              <a:buNone/>
              <a:defRPr lang="en-IN" sz="1800" kern="1200" dirty="0">
                <a:solidFill>
                  <a:schemeClr val="tx1"/>
                </a:solidFill>
                <a:latin typeface="+mn-lt"/>
                <a:ea typeface="+mn-ea"/>
                <a:cs typeface="+mn-cs"/>
              </a:defRPr>
            </a:lvl5pPr>
          </a:lstStyle>
          <a:p>
            <a:pPr lvl="0"/>
            <a:r>
              <a:rPr lang="en-US"/>
              <a:t>Click to edit Master text styles</a:t>
            </a:r>
          </a:p>
        </p:txBody>
      </p:sp>
      <p:sp>
        <p:nvSpPr>
          <p:cNvPr id="5" name="Text Placeholder 4">
            <a:extLst>
              <a:ext uri="{FF2B5EF4-FFF2-40B4-BE49-F238E27FC236}">
                <a16:creationId xmlns:a16="http://schemas.microsoft.com/office/drawing/2014/main" id="{CDB5DB82-9BC7-A834-1721-06DD3302C718}"/>
              </a:ext>
            </a:extLst>
          </p:cNvPr>
          <p:cNvSpPr>
            <a:spLocks noGrp="1"/>
          </p:cNvSpPr>
          <p:nvPr>
            <p:ph type="body" sz="quarter" idx="12" hasCustomPrompt="1"/>
          </p:nvPr>
        </p:nvSpPr>
        <p:spPr>
          <a:xfrm>
            <a:off x="1939924" y="6400799"/>
            <a:ext cx="9680575" cy="153888"/>
          </a:xfrm>
        </p:spPr>
        <p:txBody>
          <a:bodyPr/>
          <a:lstStyle>
            <a:lvl1pPr marL="0" indent="0">
              <a:buNone/>
              <a:defRPr sz="1000" cap="none" baseline="0"/>
            </a:lvl1pPr>
            <a:lvl2pPr marL="228600" indent="0">
              <a:buNone/>
              <a:defRPr/>
            </a:lvl2pPr>
            <a:lvl3pPr marL="457200" indent="0">
              <a:buNone/>
              <a:defRPr/>
            </a:lvl3pPr>
            <a:lvl4pPr marL="661988" indent="0">
              <a:buNone/>
              <a:defRPr/>
            </a:lvl4pPr>
            <a:lvl5pPr marL="855663" indent="0">
              <a:buNone/>
              <a:defRPr/>
            </a:lvl5pPr>
          </a:lstStyle>
          <a:p>
            <a:pPr lvl="0"/>
            <a:r>
              <a:rPr lang="en-US"/>
              <a:t>Footer</a:t>
            </a:r>
          </a:p>
        </p:txBody>
      </p:sp>
    </p:spTree>
    <p:extLst>
      <p:ext uri="{BB962C8B-B14F-4D97-AF65-F5344CB8AC3E}">
        <p14:creationId xmlns:p14="http://schemas.microsoft.com/office/powerpoint/2010/main" val="348204148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White">
    <p:spTree>
      <p:nvGrpSpPr>
        <p:cNvPr id="1" name=""/>
        <p:cNvGrpSpPr/>
        <p:nvPr/>
      </p:nvGrpSpPr>
      <p:grpSpPr>
        <a:xfrm>
          <a:off x="0" y="0"/>
          <a:ext cx="0" cy="0"/>
          <a:chOff x="0" y="0"/>
          <a:chExt cx="0" cy="0"/>
        </a:xfrm>
      </p:grpSpPr>
      <p:grpSp>
        <p:nvGrpSpPr>
          <p:cNvPr id="91" name="Group 90">
            <a:extLst>
              <a:ext uri="{FF2B5EF4-FFF2-40B4-BE49-F238E27FC236}">
                <a16:creationId xmlns:a16="http://schemas.microsoft.com/office/drawing/2014/main" id="{E3312949-5276-F41B-01DB-F1BE8BEF8267}"/>
              </a:ext>
            </a:extLst>
          </p:cNvPr>
          <p:cNvGrpSpPr/>
          <p:nvPr/>
        </p:nvGrpSpPr>
        <p:grpSpPr>
          <a:xfrm>
            <a:off x="19238" y="93940"/>
            <a:ext cx="12225915" cy="6723916"/>
            <a:chOff x="19238" y="93940"/>
            <a:chExt cx="12225915" cy="6723916"/>
          </a:xfrm>
        </p:grpSpPr>
        <p:pic>
          <p:nvPicPr>
            <p:cNvPr id="92" name="Graphic 91">
              <a:extLst>
                <a:ext uri="{FF2B5EF4-FFF2-40B4-BE49-F238E27FC236}">
                  <a16:creationId xmlns:a16="http://schemas.microsoft.com/office/drawing/2014/main" id="{038203EB-13EA-7C2A-5505-C6A175464A0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1190098"/>
              <a:ext cx="679161" cy="508637"/>
            </a:xfrm>
            <a:prstGeom prst="rect">
              <a:avLst/>
            </a:prstGeom>
          </p:spPr>
        </p:pic>
        <p:pic>
          <p:nvPicPr>
            <p:cNvPr id="93" name="Graphic 92">
              <a:extLst>
                <a:ext uri="{FF2B5EF4-FFF2-40B4-BE49-F238E27FC236}">
                  <a16:creationId xmlns:a16="http://schemas.microsoft.com/office/drawing/2014/main" id="{8F4A342D-4AA5-0DE5-2B12-3B4B6F3EB90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1190098"/>
              <a:ext cx="679161" cy="508637"/>
            </a:xfrm>
            <a:prstGeom prst="rect">
              <a:avLst/>
            </a:prstGeom>
          </p:spPr>
        </p:pic>
        <p:pic>
          <p:nvPicPr>
            <p:cNvPr id="94" name="Graphic 93">
              <a:extLst>
                <a:ext uri="{FF2B5EF4-FFF2-40B4-BE49-F238E27FC236}">
                  <a16:creationId xmlns:a16="http://schemas.microsoft.com/office/drawing/2014/main" id="{83C6094D-651A-9ACF-FDCF-C641923D8B0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1190098"/>
              <a:ext cx="679161" cy="508637"/>
            </a:xfrm>
            <a:prstGeom prst="rect">
              <a:avLst/>
            </a:prstGeom>
          </p:spPr>
        </p:pic>
        <p:pic>
          <p:nvPicPr>
            <p:cNvPr id="95" name="Graphic 94">
              <a:extLst>
                <a:ext uri="{FF2B5EF4-FFF2-40B4-BE49-F238E27FC236}">
                  <a16:creationId xmlns:a16="http://schemas.microsoft.com/office/drawing/2014/main" id="{4F97FFC1-D187-0B26-B570-B90BF466F51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1190098"/>
              <a:ext cx="679161" cy="508637"/>
            </a:xfrm>
            <a:prstGeom prst="rect">
              <a:avLst/>
            </a:prstGeom>
          </p:spPr>
        </p:pic>
        <p:pic>
          <p:nvPicPr>
            <p:cNvPr id="96" name="Graphic 95">
              <a:extLst>
                <a:ext uri="{FF2B5EF4-FFF2-40B4-BE49-F238E27FC236}">
                  <a16:creationId xmlns:a16="http://schemas.microsoft.com/office/drawing/2014/main" id="{AE20A145-C7B4-0590-5BC5-E0DC02C2E52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1190098"/>
              <a:ext cx="679161" cy="508637"/>
            </a:xfrm>
            <a:prstGeom prst="rect">
              <a:avLst/>
            </a:prstGeom>
          </p:spPr>
        </p:pic>
        <p:pic>
          <p:nvPicPr>
            <p:cNvPr id="97" name="Graphic 96">
              <a:extLst>
                <a:ext uri="{FF2B5EF4-FFF2-40B4-BE49-F238E27FC236}">
                  <a16:creationId xmlns:a16="http://schemas.microsoft.com/office/drawing/2014/main" id="{B2FF0396-766F-9C64-ABCD-F195291C5C4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1190098"/>
              <a:ext cx="679161" cy="508637"/>
            </a:xfrm>
            <a:prstGeom prst="rect">
              <a:avLst/>
            </a:prstGeom>
          </p:spPr>
        </p:pic>
        <p:pic>
          <p:nvPicPr>
            <p:cNvPr id="98" name="Graphic 97">
              <a:extLst>
                <a:ext uri="{FF2B5EF4-FFF2-40B4-BE49-F238E27FC236}">
                  <a16:creationId xmlns:a16="http://schemas.microsoft.com/office/drawing/2014/main" id="{7A0BA5BF-CC81-78B5-4367-2753EC6D609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1190098"/>
              <a:ext cx="679161" cy="508637"/>
            </a:xfrm>
            <a:prstGeom prst="rect">
              <a:avLst/>
            </a:prstGeom>
          </p:spPr>
        </p:pic>
        <p:pic>
          <p:nvPicPr>
            <p:cNvPr id="99" name="Graphic 98">
              <a:extLst>
                <a:ext uri="{FF2B5EF4-FFF2-40B4-BE49-F238E27FC236}">
                  <a16:creationId xmlns:a16="http://schemas.microsoft.com/office/drawing/2014/main" id="{F561B333-439D-6934-C5DD-448651EABED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1190098"/>
              <a:ext cx="679161" cy="508637"/>
            </a:xfrm>
            <a:prstGeom prst="rect">
              <a:avLst/>
            </a:prstGeom>
          </p:spPr>
        </p:pic>
        <p:pic>
          <p:nvPicPr>
            <p:cNvPr id="100" name="Graphic 99">
              <a:extLst>
                <a:ext uri="{FF2B5EF4-FFF2-40B4-BE49-F238E27FC236}">
                  <a16:creationId xmlns:a16="http://schemas.microsoft.com/office/drawing/2014/main" id="{27966DDD-47E7-663F-3F0F-5152AD90271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1190098"/>
              <a:ext cx="679161" cy="508637"/>
            </a:xfrm>
            <a:prstGeom prst="rect">
              <a:avLst/>
            </a:prstGeom>
          </p:spPr>
        </p:pic>
        <p:pic>
          <p:nvPicPr>
            <p:cNvPr id="101" name="Graphic 100">
              <a:extLst>
                <a:ext uri="{FF2B5EF4-FFF2-40B4-BE49-F238E27FC236}">
                  <a16:creationId xmlns:a16="http://schemas.microsoft.com/office/drawing/2014/main" id="{7EF25049-BDFD-847F-1825-A819D4327D0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1190098"/>
              <a:ext cx="679161" cy="508637"/>
            </a:xfrm>
            <a:prstGeom prst="rect">
              <a:avLst/>
            </a:prstGeom>
          </p:spPr>
        </p:pic>
        <p:pic>
          <p:nvPicPr>
            <p:cNvPr id="102" name="Graphic 101">
              <a:extLst>
                <a:ext uri="{FF2B5EF4-FFF2-40B4-BE49-F238E27FC236}">
                  <a16:creationId xmlns:a16="http://schemas.microsoft.com/office/drawing/2014/main" id="{1936C301-90AC-303B-70AE-C8090A6E659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1190098"/>
              <a:ext cx="679161" cy="508637"/>
            </a:xfrm>
            <a:prstGeom prst="rect">
              <a:avLst/>
            </a:prstGeom>
          </p:spPr>
        </p:pic>
        <p:pic>
          <p:nvPicPr>
            <p:cNvPr id="103" name="Graphic 102">
              <a:extLst>
                <a:ext uri="{FF2B5EF4-FFF2-40B4-BE49-F238E27FC236}">
                  <a16:creationId xmlns:a16="http://schemas.microsoft.com/office/drawing/2014/main" id="{7C2E23F5-6AB0-A46F-C08A-88C3DFB92D6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2213922"/>
              <a:ext cx="679161" cy="508637"/>
            </a:xfrm>
            <a:prstGeom prst="rect">
              <a:avLst/>
            </a:prstGeom>
          </p:spPr>
        </p:pic>
        <p:pic>
          <p:nvPicPr>
            <p:cNvPr id="104" name="Graphic 103">
              <a:extLst>
                <a:ext uri="{FF2B5EF4-FFF2-40B4-BE49-F238E27FC236}">
                  <a16:creationId xmlns:a16="http://schemas.microsoft.com/office/drawing/2014/main" id="{24291E57-8A2D-E93F-651A-F7F0D623543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2213922"/>
              <a:ext cx="679161" cy="508637"/>
            </a:xfrm>
            <a:prstGeom prst="rect">
              <a:avLst/>
            </a:prstGeom>
          </p:spPr>
        </p:pic>
        <p:pic>
          <p:nvPicPr>
            <p:cNvPr id="105" name="Graphic 104">
              <a:extLst>
                <a:ext uri="{FF2B5EF4-FFF2-40B4-BE49-F238E27FC236}">
                  <a16:creationId xmlns:a16="http://schemas.microsoft.com/office/drawing/2014/main" id="{9FB80534-C3CD-E444-A381-666DED4E081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2213922"/>
              <a:ext cx="679161" cy="508637"/>
            </a:xfrm>
            <a:prstGeom prst="rect">
              <a:avLst/>
            </a:prstGeom>
          </p:spPr>
        </p:pic>
        <p:pic>
          <p:nvPicPr>
            <p:cNvPr id="106" name="Graphic 105">
              <a:extLst>
                <a:ext uri="{FF2B5EF4-FFF2-40B4-BE49-F238E27FC236}">
                  <a16:creationId xmlns:a16="http://schemas.microsoft.com/office/drawing/2014/main" id="{7DD72503-8854-13CE-C490-CBC0BEA122E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2213922"/>
              <a:ext cx="679161" cy="508637"/>
            </a:xfrm>
            <a:prstGeom prst="rect">
              <a:avLst/>
            </a:prstGeom>
          </p:spPr>
        </p:pic>
        <p:pic>
          <p:nvPicPr>
            <p:cNvPr id="107" name="Graphic 106">
              <a:extLst>
                <a:ext uri="{FF2B5EF4-FFF2-40B4-BE49-F238E27FC236}">
                  <a16:creationId xmlns:a16="http://schemas.microsoft.com/office/drawing/2014/main" id="{0B45209C-5346-7C36-E654-FBF3628B431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2213922"/>
              <a:ext cx="679161" cy="508637"/>
            </a:xfrm>
            <a:prstGeom prst="rect">
              <a:avLst/>
            </a:prstGeom>
          </p:spPr>
        </p:pic>
        <p:pic>
          <p:nvPicPr>
            <p:cNvPr id="108" name="Graphic 107">
              <a:extLst>
                <a:ext uri="{FF2B5EF4-FFF2-40B4-BE49-F238E27FC236}">
                  <a16:creationId xmlns:a16="http://schemas.microsoft.com/office/drawing/2014/main" id="{D6777886-CF83-640C-CBA9-686F64754DD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2213922"/>
              <a:ext cx="679161" cy="508637"/>
            </a:xfrm>
            <a:prstGeom prst="rect">
              <a:avLst/>
            </a:prstGeom>
          </p:spPr>
        </p:pic>
        <p:pic>
          <p:nvPicPr>
            <p:cNvPr id="109" name="Graphic 108">
              <a:extLst>
                <a:ext uri="{FF2B5EF4-FFF2-40B4-BE49-F238E27FC236}">
                  <a16:creationId xmlns:a16="http://schemas.microsoft.com/office/drawing/2014/main" id="{52899880-38D6-9A55-6632-23C21E4609A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2213922"/>
              <a:ext cx="679161" cy="508637"/>
            </a:xfrm>
            <a:prstGeom prst="rect">
              <a:avLst/>
            </a:prstGeom>
          </p:spPr>
        </p:pic>
        <p:pic>
          <p:nvPicPr>
            <p:cNvPr id="110" name="Graphic 109">
              <a:extLst>
                <a:ext uri="{FF2B5EF4-FFF2-40B4-BE49-F238E27FC236}">
                  <a16:creationId xmlns:a16="http://schemas.microsoft.com/office/drawing/2014/main" id="{0C752E18-1402-F0FC-7A6E-793FE8C356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2213922"/>
              <a:ext cx="679161" cy="508637"/>
            </a:xfrm>
            <a:prstGeom prst="rect">
              <a:avLst/>
            </a:prstGeom>
          </p:spPr>
        </p:pic>
        <p:pic>
          <p:nvPicPr>
            <p:cNvPr id="111" name="Graphic 110">
              <a:extLst>
                <a:ext uri="{FF2B5EF4-FFF2-40B4-BE49-F238E27FC236}">
                  <a16:creationId xmlns:a16="http://schemas.microsoft.com/office/drawing/2014/main" id="{93E0C7EF-7624-29F5-6C94-1E44BDA783D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2213922"/>
              <a:ext cx="679161" cy="508637"/>
            </a:xfrm>
            <a:prstGeom prst="rect">
              <a:avLst/>
            </a:prstGeom>
          </p:spPr>
        </p:pic>
        <p:pic>
          <p:nvPicPr>
            <p:cNvPr id="112" name="Graphic 111">
              <a:extLst>
                <a:ext uri="{FF2B5EF4-FFF2-40B4-BE49-F238E27FC236}">
                  <a16:creationId xmlns:a16="http://schemas.microsoft.com/office/drawing/2014/main" id="{853CFDA0-7EFB-C44F-80DA-7E585069215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2213922"/>
              <a:ext cx="679161" cy="508637"/>
            </a:xfrm>
            <a:prstGeom prst="rect">
              <a:avLst/>
            </a:prstGeom>
          </p:spPr>
        </p:pic>
        <p:pic>
          <p:nvPicPr>
            <p:cNvPr id="113" name="Graphic 112">
              <a:extLst>
                <a:ext uri="{FF2B5EF4-FFF2-40B4-BE49-F238E27FC236}">
                  <a16:creationId xmlns:a16="http://schemas.microsoft.com/office/drawing/2014/main" id="{8B177D22-6C60-69AB-8F93-F91D6EAD947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2213922"/>
              <a:ext cx="679161" cy="508637"/>
            </a:xfrm>
            <a:prstGeom prst="rect">
              <a:avLst/>
            </a:prstGeom>
          </p:spPr>
        </p:pic>
        <p:pic>
          <p:nvPicPr>
            <p:cNvPr id="114" name="Graphic 113">
              <a:extLst>
                <a:ext uri="{FF2B5EF4-FFF2-40B4-BE49-F238E27FC236}">
                  <a16:creationId xmlns:a16="http://schemas.microsoft.com/office/drawing/2014/main" id="{E4B691A7-D5F2-4FA4-AF4F-2EEA4429D86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3237746"/>
              <a:ext cx="679161" cy="508637"/>
            </a:xfrm>
            <a:prstGeom prst="rect">
              <a:avLst/>
            </a:prstGeom>
          </p:spPr>
        </p:pic>
        <p:pic>
          <p:nvPicPr>
            <p:cNvPr id="115" name="Graphic 114">
              <a:extLst>
                <a:ext uri="{FF2B5EF4-FFF2-40B4-BE49-F238E27FC236}">
                  <a16:creationId xmlns:a16="http://schemas.microsoft.com/office/drawing/2014/main" id="{FE3BA9AB-4175-FF3D-FED0-5C76D6206C5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3237746"/>
              <a:ext cx="679161" cy="508637"/>
            </a:xfrm>
            <a:prstGeom prst="rect">
              <a:avLst/>
            </a:prstGeom>
          </p:spPr>
        </p:pic>
        <p:pic>
          <p:nvPicPr>
            <p:cNvPr id="116" name="Graphic 115">
              <a:extLst>
                <a:ext uri="{FF2B5EF4-FFF2-40B4-BE49-F238E27FC236}">
                  <a16:creationId xmlns:a16="http://schemas.microsoft.com/office/drawing/2014/main" id="{DECAB6F9-43AD-3A95-5F8A-15609C1BEFE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3237746"/>
              <a:ext cx="679161" cy="508637"/>
            </a:xfrm>
            <a:prstGeom prst="rect">
              <a:avLst/>
            </a:prstGeom>
          </p:spPr>
        </p:pic>
        <p:pic>
          <p:nvPicPr>
            <p:cNvPr id="117" name="Graphic 116">
              <a:extLst>
                <a:ext uri="{FF2B5EF4-FFF2-40B4-BE49-F238E27FC236}">
                  <a16:creationId xmlns:a16="http://schemas.microsoft.com/office/drawing/2014/main" id="{BCA0F8C3-3139-0218-E3E3-B7D1AEAED32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3237746"/>
              <a:ext cx="679161" cy="508637"/>
            </a:xfrm>
            <a:prstGeom prst="rect">
              <a:avLst/>
            </a:prstGeom>
          </p:spPr>
        </p:pic>
        <p:pic>
          <p:nvPicPr>
            <p:cNvPr id="118" name="Graphic 117">
              <a:extLst>
                <a:ext uri="{FF2B5EF4-FFF2-40B4-BE49-F238E27FC236}">
                  <a16:creationId xmlns:a16="http://schemas.microsoft.com/office/drawing/2014/main" id="{B5B85F60-C446-695D-C44A-80FBB1F28B1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3237746"/>
              <a:ext cx="679161" cy="508637"/>
            </a:xfrm>
            <a:prstGeom prst="rect">
              <a:avLst/>
            </a:prstGeom>
          </p:spPr>
        </p:pic>
        <p:pic>
          <p:nvPicPr>
            <p:cNvPr id="119" name="Graphic 118">
              <a:extLst>
                <a:ext uri="{FF2B5EF4-FFF2-40B4-BE49-F238E27FC236}">
                  <a16:creationId xmlns:a16="http://schemas.microsoft.com/office/drawing/2014/main" id="{85F1AE44-DAF3-935C-D3F2-D0F79183853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3237746"/>
              <a:ext cx="679161" cy="508637"/>
            </a:xfrm>
            <a:prstGeom prst="rect">
              <a:avLst/>
            </a:prstGeom>
          </p:spPr>
        </p:pic>
        <p:pic>
          <p:nvPicPr>
            <p:cNvPr id="120" name="Graphic 119">
              <a:extLst>
                <a:ext uri="{FF2B5EF4-FFF2-40B4-BE49-F238E27FC236}">
                  <a16:creationId xmlns:a16="http://schemas.microsoft.com/office/drawing/2014/main" id="{17E00A9F-B7C6-FE7A-047A-7915F8A1D8A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3237746"/>
              <a:ext cx="679161" cy="508637"/>
            </a:xfrm>
            <a:prstGeom prst="rect">
              <a:avLst/>
            </a:prstGeom>
          </p:spPr>
        </p:pic>
        <p:pic>
          <p:nvPicPr>
            <p:cNvPr id="121" name="Graphic 120">
              <a:extLst>
                <a:ext uri="{FF2B5EF4-FFF2-40B4-BE49-F238E27FC236}">
                  <a16:creationId xmlns:a16="http://schemas.microsoft.com/office/drawing/2014/main" id="{B46F1902-5D2C-FF24-D65F-729D75A4ADE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3237746"/>
              <a:ext cx="679161" cy="508637"/>
            </a:xfrm>
            <a:prstGeom prst="rect">
              <a:avLst/>
            </a:prstGeom>
          </p:spPr>
        </p:pic>
        <p:pic>
          <p:nvPicPr>
            <p:cNvPr id="122" name="Graphic 121">
              <a:extLst>
                <a:ext uri="{FF2B5EF4-FFF2-40B4-BE49-F238E27FC236}">
                  <a16:creationId xmlns:a16="http://schemas.microsoft.com/office/drawing/2014/main" id="{ED7993EA-3338-2201-596A-65977B8B432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3237746"/>
              <a:ext cx="679161" cy="508637"/>
            </a:xfrm>
            <a:prstGeom prst="rect">
              <a:avLst/>
            </a:prstGeom>
          </p:spPr>
        </p:pic>
        <p:pic>
          <p:nvPicPr>
            <p:cNvPr id="123" name="Graphic 122">
              <a:extLst>
                <a:ext uri="{FF2B5EF4-FFF2-40B4-BE49-F238E27FC236}">
                  <a16:creationId xmlns:a16="http://schemas.microsoft.com/office/drawing/2014/main" id="{FE8ACAC4-F813-D649-AA3C-44C39AD3272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3237746"/>
              <a:ext cx="679161" cy="508637"/>
            </a:xfrm>
            <a:prstGeom prst="rect">
              <a:avLst/>
            </a:prstGeom>
          </p:spPr>
        </p:pic>
        <p:pic>
          <p:nvPicPr>
            <p:cNvPr id="124" name="Graphic 123">
              <a:extLst>
                <a:ext uri="{FF2B5EF4-FFF2-40B4-BE49-F238E27FC236}">
                  <a16:creationId xmlns:a16="http://schemas.microsoft.com/office/drawing/2014/main" id="{1F5A95C1-F41F-2F8E-F845-21EFEFF6CD7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3237746"/>
              <a:ext cx="679161" cy="508637"/>
            </a:xfrm>
            <a:prstGeom prst="rect">
              <a:avLst/>
            </a:prstGeom>
          </p:spPr>
        </p:pic>
        <p:pic>
          <p:nvPicPr>
            <p:cNvPr id="125" name="Graphic 124">
              <a:extLst>
                <a:ext uri="{FF2B5EF4-FFF2-40B4-BE49-F238E27FC236}">
                  <a16:creationId xmlns:a16="http://schemas.microsoft.com/office/drawing/2014/main" id="{487D5A2C-590A-82E0-7AF1-1D2C3D59459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4261570"/>
              <a:ext cx="679161" cy="508637"/>
            </a:xfrm>
            <a:prstGeom prst="rect">
              <a:avLst/>
            </a:prstGeom>
          </p:spPr>
        </p:pic>
        <p:pic>
          <p:nvPicPr>
            <p:cNvPr id="126" name="Graphic 125">
              <a:extLst>
                <a:ext uri="{FF2B5EF4-FFF2-40B4-BE49-F238E27FC236}">
                  <a16:creationId xmlns:a16="http://schemas.microsoft.com/office/drawing/2014/main" id="{99C4C0A3-2D8B-0273-1976-1180F93EF85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4261570"/>
              <a:ext cx="679161" cy="508637"/>
            </a:xfrm>
            <a:prstGeom prst="rect">
              <a:avLst/>
            </a:prstGeom>
          </p:spPr>
        </p:pic>
        <p:pic>
          <p:nvPicPr>
            <p:cNvPr id="127" name="Graphic 126">
              <a:extLst>
                <a:ext uri="{FF2B5EF4-FFF2-40B4-BE49-F238E27FC236}">
                  <a16:creationId xmlns:a16="http://schemas.microsoft.com/office/drawing/2014/main" id="{5CCA9EF9-6C8A-46AE-5715-2ADD8AD711D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4261570"/>
              <a:ext cx="679161" cy="508637"/>
            </a:xfrm>
            <a:prstGeom prst="rect">
              <a:avLst/>
            </a:prstGeom>
          </p:spPr>
        </p:pic>
        <p:pic>
          <p:nvPicPr>
            <p:cNvPr id="128" name="Graphic 127">
              <a:extLst>
                <a:ext uri="{FF2B5EF4-FFF2-40B4-BE49-F238E27FC236}">
                  <a16:creationId xmlns:a16="http://schemas.microsoft.com/office/drawing/2014/main" id="{966184A7-0B1D-3E57-D77C-94386532214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4261570"/>
              <a:ext cx="679161" cy="508637"/>
            </a:xfrm>
            <a:prstGeom prst="rect">
              <a:avLst/>
            </a:prstGeom>
          </p:spPr>
        </p:pic>
        <p:pic>
          <p:nvPicPr>
            <p:cNvPr id="129" name="Graphic 128">
              <a:extLst>
                <a:ext uri="{FF2B5EF4-FFF2-40B4-BE49-F238E27FC236}">
                  <a16:creationId xmlns:a16="http://schemas.microsoft.com/office/drawing/2014/main" id="{A0C24750-01C2-6095-8F02-F17B76254FC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4261570"/>
              <a:ext cx="679161" cy="508637"/>
            </a:xfrm>
            <a:prstGeom prst="rect">
              <a:avLst/>
            </a:prstGeom>
          </p:spPr>
        </p:pic>
        <p:pic>
          <p:nvPicPr>
            <p:cNvPr id="130" name="Graphic 129">
              <a:extLst>
                <a:ext uri="{FF2B5EF4-FFF2-40B4-BE49-F238E27FC236}">
                  <a16:creationId xmlns:a16="http://schemas.microsoft.com/office/drawing/2014/main" id="{3A46C4D4-D60B-8971-906E-492BD2D2414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4261570"/>
              <a:ext cx="679161" cy="508637"/>
            </a:xfrm>
            <a:prstGeom prst="rect">
              <a:avLst/>
            </a:prstGeom>
          </p:spPr>
        </p:pic>
        <p:pic>
          <p:nvPicPr>
            <p:cNvPr id="131" name="Graphic 130">
              <a:extLst>
                <a:ext uri="{FF2B5EF4-FFF2-40B4-BE49-F238E27FC236}">
                  <a16:creationId xmlns:a16="http://schemas.microsoft.com/office/drawing/2014/main" id="{5334A16F-71B3-BE80-15DC-AA77C3361C3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4261570"/>
              <a:ext cx="679161" cy="508637"/>
            </a:xfrm>
            <a:prstGeom prst="rect">
              <a:avLst/>
            </a:prstGeom>
          </p:spPr>
        </p:pic>
        <p:pic>
          <p:nvPicPr>
            <p:cNvPr id="132" name="Graphic 131">
              <a:extLst>
                <a:ext uri="{FF2B5EF4-FFF2-40B4-BE49-F238E27FC236}">
                  <a16:creationId xmlns:a16="http://schemas.microsoft.com/office/drawing/2014/main" id="{C3FB7C17-6AD7-C806-C1A2-790A937A302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4261570"/>
              <a:ext cx="679161" cy="508637"/>
            </a:xfrm>
            <a:prstGeom prst="rect">
              <a:avLst/>
            </a:prstGeom>
          </p:spPr>
        </p:pic>
        <p:pic>
          <p:nvPicPr>
            <p:cNvPr id="133" name="Graphic 132">
              <a:extLst>
                <a:ext uri="{FF2B5EF4-FFF2-40B4-BE49-F238E27FC236}">
                  <a16:creationId xmlns:a16="http://schemas.microsoft.com/office/drawing/2014/main" id="{9BB90807-3DCA-7D53-ECF4-E34A998AEDD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4261570"/>
              <a:ext cx="679161" cy="508637"/>
            </a:xfrm>
            <a:prstGeom prst="rect">
              <a:avLst/>
            </a:prstGeom>
          </p:spPr>
        </p:pic>
        <p:pic>
          <p:nvPicPr>
            <p:cNvPr id="134" name="Graphic 133">
              <a:extLst>
                <a:ext uri="{FF2B5EF4-FFF2-40B4-BE49-F238E27FC236}">
                  <a16:creationId xmlns:a16="http://schemas.microsoft.com/office/drawing/2014/main" id="{540FB4E4-8300-8815-AF76-3CCB922CBE7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4261570"/>
              <a:ext cx="679161" cy="508637"/>
            </a:xfrm>
            <a:prstGeom prst="rect">
              <a:avLst/>
            </a:prstGeom>
          </p:spPr>
        </p:pic>
        <p:pic>
          <p:nvPicPr>
            <p:cNvPr id="135" name="Graphic 134">
              <a:extLst>
                <a:ext uri="{FF2B5EF4-FFF2-40B4-BE49-F238E27FC236}">
                  <a16:creationId xmlns:a16="http://schemas.microsoft.com/office/drawing/2014/main" id="{32845721-EF7C-2B5F-F216-33E1AD14994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4261570"/>
              <a:ext cx="679161" cy="508637"/>
            </a:xfrm>
            <a:prstGeom prst="rect">
              <a:avLst/>
            </a:prstGeom>
          </p:spPr>
        </p:pic>
        <p:pic>
          <p:nvPicPr>
            <p:cNvPr id="136" name="Graphic 135">
              <a:extLst>
                <a:ext uri="{FF2B5EF4-FFF2-40B4-BE49-F238E27FC236}">
                  <a16:creationId xmlns:a16="http://schemas.microsoft.com/office/drawing/2014/main" id="{6BCB3A9D-D93D-C89E-1F01-670A72275CE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5285395"/>
              <a:ext cx="679161" cy="508637"/>
            </a:xfrm>
            <a:prstGeom prst="rect">
              <a:avLst/>
            </a:prstGeom>
          </p:spPr>
        </p:pic>
        <p:pic>
          <p:nvPicPr>
            <p:cNvPr id="137" name="Graphic 136">
              <a:extLst>
                <a:ext uri="{FF2B5EF4-FFF2-40B4-BE49-F238E27FC236}">
                  <a16:creationId xmlns:a16="http://schemas.microsoft.com/office/drawing/2014/main" id="{6F1CD254-3A62-768A-2372-EFF5164746C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5285395"/>
              <a:ext cx="679161" cy="508637"/>
            </a:xfrm>
            <a:prstGeom prst="rect">
              <a:avLst/>
            </a:prstGeom>
          </p:spPr>
        </p:pic>
        <p:pic>
          <p:nvPicPr>
            <p:cNvPr id="138" name="Graphic 137">
              <a:extLst>
                <a:ext uri="{FF2B5EF4-FFF2-40B4-BE49-F238E27FC236}">
                  <a16:creationId xmlns:a16="http://schemas.microsoft.com/office/drawing/2014/main" id="{6F877F5F-9101-B59C-F39C-79CD47C9A70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5285395"/>
              <a:ext cx="679161" cy="508637"/>
            </a:xfrm>
            <a:prstGeom prst="rect">
              <a:avLst/>
            </a:prstGeom>
          </p:spPr>
        </p:pic>
        <p:pic>
          <p:nvPicPr>
            <p:cNvPr id="139" name="Graphic 138">
              <a:extLst>
                <a:ext uri="{FF2B5EF4-FFF2-40B4-BE49-F238E27FC236}">
                  <a16:creationId xmlns:a16="http://schemas.microsoft.com/office/drawing/2014/main" id="{F0724BE3-7898-CD24-5C40-44896F36B4D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5285395"/>
              <a:ext cx="679161" cy="508637"/>
            </a:xfrm>
            <a:prstGeom prst="rect">
              <a:avLst/>
            </a:prstGeom>
          </p:spPr>
        </p:pic>
        <p:pic>
          <p:nvPicPr>
            <p:cNvPr id="140" name="Graphic 139">
              <a:extLst>
                <a:ext uri="{FF2B5EF4-FFF2-40B4-BE49-F238E27FC236}">
                  <a16:creationId xmlns:a16="http://schemas.microsoft.com/office/drawing/2014/main" id="{61B30275-DFBE-4BBC-5511-DFD5E11F2E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5285395"/>
              <a:ext cx="679161" cy="508637"/>
            </a:xfrm>
            <a:prstGeom prst="rect">
              <a:avLst/>
            </a:prstGeom>
          </p:spPr>
        </p:pic>
        <p:pic>
          <p:nvPicPr>
            <p:cNvPr id="141" name="Graphic 140">
              <a:extLst>
                <a:ext uri="{FF2B5EF4-FFF2-40B4-BE49-F238E27FC236}">
                  <a16:creationId xmlns:a16="http://schemas.microsoft.com/office/drawing/2014/main" id="{79E2CB96-1EA0-1E8B-203A-A6CF5EEC075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5285395"/>
              <a:ext cx="679161" cy="508637"/>
            </a:xfrm>
            <a:prstGeom prst="rect">
              <a:avLst/>
            </a:prstGeom>
          </p:spPr>
        </p:pic>
        <p:pic>
          <p:nvPicPr>
            <p:cNvPr id="142" name="Graphic 141">
              <a:extLst>
                <a:ext uri="{FF2B5EF4-FFF2-40B4-BE49-F238E27FC236}">
                  <a16:creationId xmlns:a16="http://schemas.microsoft.com/office/drawing/2014/main" id="{64D3EFB6-70DE-4F88-683D-7713B5A6DF9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5285395"/>
              <a:ext cx="679161" cy="508637"/>
            </a:xfrm>
            <a:prstGeom prst="rect">
              <a:avLst/>
            </a:prstGeom>
          </p:spPr>
        </p:pic>
        <p:pic>
          <p:nvPicPr>
            <p:cNvPr id="143" name="Graphic 142">
              <a:extLst>
                <a:ext uri="{FF2B5EF4-FFF2-40B4-BE49-F238E27FC236}">
                  <a16:creationId xmlns:a16="http://schemas.microsoft.com/office/drawing/2014/main" id="{245692F6-89C7-CB36-0B5A-926B199F46D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5285395"/>
              <a:ext cx="679161" cy="508637"/>
            </a:xfrm>
            <a:prstGeom prst="rect">
              <a:avLst/>
            </a:prstGeom>
          </p:spPr>
        </p:pic>
        <p:pic>
          <p:nvPicPr>
            <p:cNvPr id="144" name="Graphic 143">
              <a:extLst>
                <a:ext uri="{FF2B5EF4-FFF2-40B4-BE49-F238E27FC236}">
                  <a16:creationId xmlns:a16="http://schemas.microsoft.com/office/drawing/2014/main" id="{8D18CB66-EA61-F1B1-84B2-B265ECDB28D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5285395"/>
              <a:ext cx="679161" cy="508637"/>
            </a:xfrm>
            <a:prstGeom prst="rect">
              <a:avLst/>
            </a:prstGeom>
          </p:spPr>
        </p:pic>
        <p:pic>
          <p:nvPicPr>
            <p:cNvPr id="145" name="Graphic 144">
              <a:extLst>
                <a:ext uri="{FF2B5EF4-FFF2-40B4-BE49-F238E27FC236}">
                  <a16:creationId xmlns:a16="http://schemas.microsoft.com/office/drawing/2014/main" id="{321E59CD-CDAC-E927-A788-C5F451867DD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5285395"/>
              <a:ext cx="679161" cy="508637"/>
            </a:xfrm>
            <a:prstGeom prst="rect">
              <a:avLst/>
            </a:prstGeom>
          </p:spPr>
        </p:pic>
        <p:pic>
          <p:nvPicPr>
            <p:cNvPr id="146" name="Graphic 145">
              <a:extLst>
                <a:ext uri="{FF2B5EF4-FFF2-40B4-BE49-F238E27FC236}">
                  <a16:creationId xmlns:a16="http://schemas.microsoft.com/office/drawing/2014/main" id="{86DA5630-7EC9-F544-C14B-0125191302E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5285395"/>
              <a:ext cx="679161" cy="508637"/>
            </a:xfrm>
            <a:prstGeom prst="rect">
              <a:avLst/>
            </a:prstGeom>
          </p:spPr>
        </p:pic>
        <p:pic>
          <p:nvPicPr>
            <p:cNvPr id="147" name="Graphic 146">
              <a:extLst>
                <a:ext uri="{FF2B5EF4-FFF2-40B4-BE49-F238E27FC236}">
                  <a16:creationId xmlns:a16="http://schemas.microsoft.com/office/drawing/2014/main" id="{D1F25B9E-36A0-9D5D-1061-81526D5F9B2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6309219"/>
              <a:ext cx="679161" cy="508637"/>
            </a:xfrm>
            <a:prstGeom prst="rect">
              <a:avLst/>
            </a:prstGeom>
          </p:spPr>
        </p:pic>
        <p:pic>
          <p:nvPicPr>
            <p:cNvPr id="148" name="Graphic 147">
              <a:extLst>
                <a:ext uri="{FF2B5EF4-FFF2-40B4-BE49-F238E27FC236}">
                  <a16:creationId xmlns:a16="http://schemas.microsoft.com/office/drawing/2014/main" id="{7716C73C-CA50-6F71-8AF7-B527742148B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6309219"/>
              <a:ext cx="679161" cy="508637"/>
            </a:xfrm>
            <a:prstGeom prst="rect">
              <a:avLst/>
            </a:prstGeom>
          </p:spPr>
        </p:pic>
        <p:pic>
          <p:nvPicPr>
            <p:cNvPr id="149" name="Graphic 148">
              <a:extLst>
                <a:ext uri="{FF2B5EF4-FFF2-40B4-BE49-F238E27FC236}">
                  <a16:creationId xmlns:a16="http://schemas.microsoft.com/office/drawing/2014/main" id="{63F1475B-59EB-8BD9-A687-1659F432859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6309219"/>
              <a:ext cx="679161" cy="508637"/>
            </a:xfrm>
            <a:prstGeom prst="rect">
              <a:avLst/>
            </a:prstGeom>
          </p:spPr>
        </p:pic>
        <p:pic>
          <p:nvPicPr>
            <p:cNvPr id="150" name="Graphic 149">
              <a:extLst>
                <a:ext uri="{FF2B5EF4-FFF2-40B4-BE49-F238E27FC236}">
                  <a16:creationId xmlns:a16="http://schemas.microsoft.com/office/drawing/2014/main" id="{D165B6DF-1279-9726-8742-53D57C84197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6309219"/>
              <a:ext cx="679161" cy="508637"/>
            </a:xfrm>
            <a:prstGeom prst="rect">
              <a:avLst/>
            </a:prstGeom>
          </p:spPr>
        </p:pic>
        <p:pic>
          <p:nvPicPr>
            <p:cNvPr id="151" name="Graphic 150">
              <a:extLst>
                <a:ext uri="{FF2B5EF4-FFF2-40B4-BE49-F238E27FC236}">
                  <a16:creationId xmlns:a16="http://schemas.microsoft.com/office/drawing/2014/main" id="{125BA8B4-7CD1-F2BF-80FE-BCA454B4537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6309219"/>
              <a:ext cx="679161" cy="508637"/>
            </a:xfrm>
            <a:prstGeom prst="rect">
              <a:avLst/>
            </a:prstGeom>
          </p:spPr>
        </p:pic>
        <p:pic>
          <p:nvPicPr>
            <p:cNvPr id="152" name="Graphic 151">
              <a:extLst>
                <a:ext uri="{FF2B5EF4-FFF2-40B4-BE49-F238E27FC236}">
                  <a16:creationId xmlns:a16="http://schemas.microsoft.com/office/drawing/2014/main" id="{4CD4AB4B-C557-0F99-4635-7B77CBA0366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6309219"/>
              <a:ext cx="679161" cy="508637"/>
            </a:xfrm>
            <a:prstGeom prst="rect">
              <a:avLst/>
            </a:prstGeom>
          </p:spPr>
        </p:pic>
        <p:pic>
          <p:nvPicPr>
            <p:cNvPr id="153" name="Graphic 152">
              <a:extLst>
                <a:ext uri="{FF2B5EF4-FFF2-40B4-BE49-F238E27FC236}">
                  <a16:creationId xmlns:a16="http://schemas.microsoft.com/office/drawing/2014/main" id="{C1552958-40EB-5F0A-54B3-E8CC2C41DC1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6309219"/>
              <a:ext cx="679161" cy="508637"/>
            </a:xfrm>
            <a:prstGeom prst="rect">
              <a:avLst/>
            </a:prstGeom>
          </p:spPr>
        </p:pic>
        <p:pic>
          <p:nvPicPr>
            <p:cNvPr id="154" name="Graphic 153">
              <a:extLst>
                <a:ext uri="{FF2B5EF4-FFF2-40B4-BE49-F238E27FC236}">
                  <a16:creationId xmlns:a16="http://schemas.microsoft.com/office/drawing/2014/main" id="{19873E7A-10D6-2833-C6C6-02BB6846C09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6309219"/>
              <a:ext cx="679161" cy="508637"/>
            </a:xfrm>
            <a:prstGeom prst="rect">
              <a:avLst/>
            </a:prstGeom>
          </p:spPr>
        </p:pic>
        <p:pic>
          <p:nvPicPr>
            <p:cNvPr id="155" name="Graphic 154">
              <a:extLst>
                <a:ext uri="{FF2B5EF4-FFF2-40B4-BE49-F238E27FC236}">
                  <a16:creationId xmlns:a16="http://schemas.microsoft.com/office/drawing/2014/main" id="{11220FB4-DBE2-1382-8E35-0BCEEA036F9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6309219"/>
              <a:ext cx="679161" cy="508637"/>
            </a:xfrm>
            <a:prstGeom prst="rect">
              <a:avLst/>
            </a:prstGeom>
          </p:spPr>
        </p:pic>
        <p:pic>
          <p:nvPicPr>
            <p:cNvPr id="156" name="Graphic 155">
              <a:extLst>
                <a:ext uri="{FF2B5EF4-FFF2-40B4-BE49-F238E27FC236}">
                  <a16:creationId xmlns:a16="http://schemas.microsoft.com/office/drawing/2014/main" id="{6A0958F3-0559-A154-C67A-B7EAB72596B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6309219"/>
              <a:ext cx="679161" cy="508637"/>
            </a:xfrm>
            <a:prstGeom prst="rect">
              <a:avLst/>
            </a:prstGeom>
          </p:spPr>
        </p:pic>
        <p:pic>
          <p:nvPicPr>
            <p:cNvPr id="157" name="Graphic 156">
              <a:extLst>
                <a:ext uri="{FF2B5EF4-FFF2-40B4-BE49-F238E27FC236}">
                  <a16:creationId xmlns:a16="http://schemas.microsoft.com/office/drawing/2014/main" id="{1843954B-359C-D58C-1D19-999DCB6B07B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6309219"/>
              <a:ext cx="679161" cy="508637"/>
            </a:xfrm>
            <a:prstGeom prst="rect">
              <a:avLst/>
            </a:prstGeom>
          </p:spPr>
        </p:pic>
        <p:pic>
          <p:nvPicPr>
            <p:cNvPr id="158" name="Graphic 157">
              <a:extLst>
                <a:ext uri="{FF2B5EF4-FFF2-40B4-BE49-F238E27FC236}">
                  <a16:creationId xmlns:a16="http://schemas.microsoft.com/office/drawing/2014/main" id="{A1029286-21BB-3587-EF1D-5872AB7E55F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93940"/>
              <a:ext cx="679161" cy="508637"/>
            </a:xfrm>
            <a:prstGeom prst="rect">
              <a:avLst/>
            </a:prstGeom>
          </p:spPr>
        </p:pic>
        <p:pic>
          <p:nvPicPr>
            <p:cNvPr id="159" name="Graphic 158">
              <a:extLst>
                <a:ext uri="{FF2B5EF4-FFF2-40B4-BE49-F238E27FC236}">
                  <a16:creationId xmlns:a16="http://schemas.microsoft.com/office/drawing/2014/main" id="{7395FF1A-4F5D-2A13-EBC2-EE77813A922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93940"/>
              <a:ext cx="679161" cy="508637"/>
            </a:xfrm>
            <a:prstGeom prst="rect">
              <a:avLst/>
            </a:prstGeom>
          </p:spPr>
        </p:pic>
        <p:pic>
          <p:nvPicPr>
            <p:cNvPr id="160" name="Graphic 159">
              <a:extLst>
                <a:ext uri="{FF2B5EF4-FFF2-40B4-BE49-F238E27FC236}">
                  <a16:creationId xmlns:a16="http://schemas.microsoft.com/office/drawing/2014/main" id="{73480149-1E23-3352-6B45-CE473D4480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93940"/>
              <a:ext cx="679161" cy="508637"/>
            </a:xfrm>
            <a:prstGeom prst="rect">
              <a:avLst/>
            </a:prstGeom>
          </p:spPr>
        </p:pic>
        <p:pic>
          <p:nvPicPr>
            <p:cNvPr id="161" name="Graphic 160">
              <a:extLst>
                <a:ext uri="{FF2B5EF4-FFF2-40B4-BE49-F238E27FC236}">
                  <a16:creationId xmlns:a16="http://schemas.microsoft.com/office/drawing/2014/main" id="{411BF736-415D-A4FD-4AFD-C7D8BB3D0E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93940"/>
              <a:ext cx="679161" cy="508637"/>
            </a:xfrm>
            <a:prstGeom prst="rect">
              <a:avLst/>
            </a:prstGeom>
          </p:spPr>
        </p:pic>
        <p:pic>
          <p:nvPicPr>
            <p:cNvPr id="162" name="Graphic 161">
              <a:extLst>
                <a:ext uri="{FF2B5EF4-FFF2-40B4-BE49-F238E27FC236}">
                  <a16:creationId xmlns:a16="http://schemas.microsoft.com/office/drawing/2014/main" id="{ABE5A9A1-42D2-0D73-3239-55F4E5EB2A0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93940"/>
              <a:ext cx="679161" cy="508637"/>
            </a:xfrm>
            <a:prstGeom prst="rect">
              <a:avLst/>
            </a:prstGeom>
          </p:spPr>
        </p:pic>
        <p:pic>
          <p:nvPicPr>
            <p:cNvPr id="163" name="Graphic 162">
              <a:extLst>
                <a:ext uri="{FF2B5EF4-FFF2-40B4-BE49-F238E27FC236}">
                  <a16:creationId xmlns:a16="http://schemas.microsoft.com/office/drawing/2014/main" id="{88075493-0C12-810F-95D8-BD6F25DEE21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93940"/>
              <a:ext cx="679161" cy="508637"/>
            </a:xfrm>
            <a:prstGeom prst="rect">
              <a:avLst/>
            </a:prstGeom>
          </p:spPr>
        </p:pic>
        <p:pic>
          <p:nvPicPr>
            <p:cNvPr id="164" name="Graphic 163">
              <a:extLst>
                <a:ext uri="{FF2B5EF4-FFF2-40B4-BE49-F238E27FC236}">
                  <a16:creationId xmlns:a16="http://schemas.microsoft.com/office/drawing/2014/main" id="{EE145A4E-040F-F012-5FCB-DEE05DA2FC1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93940"/>
              <a:ext cx="679161" cy="508637"/>
            </a:xfrm>
            <a:prstGeom prst="rect">
              <a:avLst/>
            </a:prstGeom>
          </p:spPr>
        </p:pic>
        <p:pic>
          <p:nvPicPr>
            <p:cNvPr id="165" name="Graphic 164">
              <a:extLst>
                <a:ext uri="{FF2B5EF4-FFF2-40B4-BE49-F238E27FC236}">
                  <a16:creationId xmlns:a16="http://schemas.microsoft.com/office/drawing/2014/main" id="{E9B2F8EF-EF58-A5D7-83EB-81BEEA1B2E9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93940"/>
              <a:ext cx="679161" cy="508637"/>
            </a:xfrm>
            <a:prstGeom prst="rect">
              <a:avLst/>
            </a:prstGeom>
          </p:spPr>
        </p:pic>
        <p:pic>
          <p:nvPicPr>
            <p:cNvPr id="166" name="Graphic 165">
              <a:extLst>
                <a:ext uri="{FF2B5EF4-FFF2-40B4-BE49-F238E27FC236}">
                  <a16:creationId xmlns:a16="http://schemas.microsoft.com/office/drawing/2014/main" id="{A59035F3-62FD-C087-456B-B4F876EA7BE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93940"/>
              <a:ext cx="679161" cy="508637"/>
            </a:xfrm>
            <a:prstGeom prst="rect">
              <a:avLst/>
            </a:prstGeom>
          </p:spPr>
        </p:pic>
        <p:pic>
          <p:nvPicPr>
            <p:cNvPr id="167" name="Graphic 166">
              <a:extLst>
                <a:ext uri="{FF2B5EF4-FFF2-40B4-BE49-F238E27FC236}">
                  <a16:creationId xmlns:a16="http://schemas.microsoft.com/office/drawing/2014/main" id="{7DC77432-5B27-B690-0389-61C9B985F8E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93940"/>
              <a:ext cx="679161" cy="508637"/>
            </a:xfrm>
            <a:prstGeom prst="rect">
              <a:avLst/>
            </a:prstGeom>
          </p:spPr>
        </p:pic>
        <p:pic>
          <p:nvPicPr>
            <p:cNvPr id="168" name="Graphic 167">
              <a:extLst>
                <a:ext uri="{FF2B5EF4-FFF2-40B4-BE49-F238E27FC236}">
                  <a16:creationId xmlns:a16="http://schemas.microsoft.com/office/drawing/2014/main" id="{3FB11D58-2935-AD9F-5B93-5CAC5A61A01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93940"/>
              <a:ext cx="679161" cy="508637"/>
            </a:xfrm>
            <a:prstGeom prst="rect">
              <a:avLst/>
            </a:prstGeom>
          </p:spPr>
        </p:pic>
      </p:gr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1500" y="457200"/>
            <a:ext cx="11052046" cy="492443"/>
          </a:xfrm>
        </p:spPr>
        <p:txBody>
          <a:bodyPr/>
          <a:lstStyle>
            <a:lvl1pPr>
              <a:defRPr sz="3200"/>
            </a:lvl1p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71500" y="292100"/>
            <a:ext cx="11052046"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5" name="Text Placeholder 4">
            <a:extLst>
              <a:ext uri="{FF2B5EF4-FFF2-40B4-BE49-F238E27FC236}">
                <a16:creationId xmlns:a16="http://schemas.microsoft.com/office/drawing/2014/main" id="{CDB5DB82-9BC7-A834-1721-06DD3302C718}"/>
              </a:ext>
            </a:extLst>
          </p:cNvPr>
          <p:cNvSpPr>
            <a:spLocks noGrp="1"/>
          </p:cNvSpPr>
          <p:nvPr>
            <p:ph type="body" sz="quarter" idx="12" hasCustomPrompt="1"/>
          </p:nvPr>
        </p:nvSpPr>
        <p:spPr>
          <a:xfrm>
            <a:off x="1939924" y="6400799"/>
            <a:ext cx="9680575" cy="153888"/>
          </a:xfrm>
        </p:spPr>
        <p:txBody>
          <a:bodyPr/>
          <a:lstStyle>
            <a:lvl1pPr marL="0" indent="0">
              <a:buNone/>
              <a:defRPr sz="1000" cap="none" baseline="0"/>
            </a:lvl1pPr>
            <a:lvl2pPr marL="228600" indent="0">
              <a:buNone/>
              <a:defRPr/>
            </a:lvl2pPr>
            <a:lvl3pPr marL="457200" indent="0">
              <a:buNone/>
              <a:defRPr/>
            </a:lvl3pPr>
            <a:lvl4pPr marL="661988" indent="0">
              <a:buNone/>
              <a:defRPr/>
            </a:lvl4pPr>
            <a:lvl5pPr marL="855663" indent="0">
              <a:buNone/>
              <a:defRPr/>
            </a:lvl5pPr>
          </a:lstStyle>
          <a:p>
            <a:pPr lvl="0"/>
            <a:r>
              <a:rPr lang="en-US"/>
              <a:t>Footer</a:t>
            </a:r>
          </a:p>
        </p:txBody>
      </p:sp>
      <p:pic>
        <p:nvPicPr>
          <p:cNvPr id="6" name="Graphic 5">
            <a:extLst>
              <a:ext uri="{FF2B5EF4-FFF2-40B4-BE49-F238E27FC236}">
                <a16:creationId xmlns:a16="http://schemas.microsoft.com/office/drawing/2014/main" id="{99731D5C-4960-C28C-D24E-2CDB7D8EA971}"/>
              </a:ext>
            </a:extLst>
          </p:cNvPr>
          <p:cNvPicPr>
            <a:picLocks noChangeAspect="1"/>
          </p:cNvPicPr>
          <p:nvPr userDrawn="1"/>
        </p:nvPicPr>
        <p:blipFill>
          <a:blip>
            <a:extLst>
              <a:ext uri="{96DAC541-7B7A-43D3-8B79-37D633B846F1}">
                <asvg:svgBlip xmlns:asvg="http://schemas.microsoft.com/office/drawing/2016/SVG/main" r:embed="rId3"/>
              </a:ext>
            </a:extLst>
          </a:blip>
          <a:srcRect b="43662"/>
          <a:stretch>
            <a:fillRect/>
          </a:stretch>
        </p:blipFill>
        <p:spPr>
          <a:xfrm>
            <a:off x="568454" y="6390910"/>
            <a:ext cx="618133" cy="231873"/>
          </a:xfrm>
          <a:prstGeom prst="rect">
            <a:avLst/>
          </a:prstGeom>
        </p:spPr>
      </p:pic>
    </p:spTree>
    <p:extLst>
      <p:ext uri="{BB962C8B-B14F-4D97-AF65-F5344CB8AC3E}">
        <p14:creationId xmlns:p14="http://schemas.microsoft.com/office/powerpoint/2010/main" val="40956873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and Content Dark">
    <p:bg>
      <p:bgPr>
        <a:solidFill>
          <a:schemeClr val="tx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8DB0D193-2580-BD11-0521-029D74C5E95D}"/>
              </a:ext>
            </a:extLst>
          </p:cNvPr>
          <p:cNvGrpSpPr/>
          <p:nvPr/>
        </p:nvGrpSpPr>
        <p:grpSpPr>
          <a:xfrm>
            <a:off x="-95560" y="93940"/>
            <a:ext cx="12383120" cy="6723916"/>
            <a:chOff x="452167" y="391518"/>
            <a:chExt cx="11287046" cy="6128759"/>
          </a:xfrm>
          <a:solidFill>
            <a:schemeClr val="tx2">
              <a:alpha val="6000"/>
            </a:schemeClr>
          </a:solidFill>
        </p:grpSpPr>
        <p:pic>
          <p:nvPicPr>
            <p:cNvPr id="84" name="Graphic 83">
              <a:extLst>
                <a:ext uri="{FF2B5EF4-FFF2-40B4-BE49-F238E27FC236}">
                  <a16:creationId xmlns:a16="http://schemas.microsoft.com/office/drawing/2014/main" id="{472D4E12-D2D5-803D-1D30-64DC5FB49B7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1390651"/>
              <a:ext cx="619046" cy="463616"/>
            </a:xfrm>
            <a:prstGeom prst="rect">
              <a:avLst/>
            </a:prstGeom>
          </p:spPr>
        </p:pic>
        <p:pic>
          <p:nvPicPr>
            <p:cNvPr id="85" name="Graphic 84">
              <a:extLst>
                <a:ext uri="{FF2B5EF4-FFF2-40B4-BE49-F238E27FC236}">
                  <a16:creationId xmlns:a16="http://schemas.microsoft.com/office/drawing/2014/main" id="{59F38254-BD8E-F2DC-0C15-4805DA75D3B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1390651"/>
              <a:ext cx="619046" cy="463616"/>
            </a:xfrm>
            <a:prstGeom prst="rect">
              <a:avLst/>
            </a:prstGeom>
          </p:spPr>
        </p:pic>
        <p:pic>
          <p:nvPicPr>
            <p:cNvPr id="86" name="Graphic 85">
              <a:extLst>
                <a:ext uri="{FF2B5EF4-FFF2-40B4-BE49-F238E27FC236}">
                  <a16:creationId xmlns:a16="http://schemas.microsoft.com/office/drawing/2014/main" id="{C85841AE-EEB8-0E85-9E87-AFB1EECFE2C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1390651"/>
              <a:ext cx="619046" cy="463616"/>
            </a:xfrm>
            <a:prstGeom prst="rect">
              <a:avLst/>
            </a:prstGeom>
          </p:spPr>
        </p:pic>
        <p:pic>
          <p:nvPicPr>
            <p:cNvPr id="87" name="Graphic 86">
              <a:extLst>
                <a:ext uri="{FF2B5EF4-FFF2-40B4-BE49-F238E27FC236}">
                  <a16:creationId xmlns:a16="http://schemas.microsoft.com/office/drawing/2014/main" id="{5F974E27-4B5B-E4CA-6C98-1D85BAE6E9A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1390651"/>
              <a:ext cx="619046" cy="463616"/>
            </a:xfrm>
            <a:prstGeom prst="rect">
              <a:avLst/>
            </a:prstGeom>
          </p:spPr>
        </p:pic>
        <p:pic>
          <p:nvPicPr>
            <p:cNvPr id="88" name="Graphic 87">
              <a:extLst>
                <a:ext uri="{FF2B5EF4-FFF2-40B4-BE49-F238E27FC236}">
                  <a16:creationId xmlns:a16="http://schemas.microsoft.com/office/drawing/2014/main" id="{05222EAD-EF4E-C831-03A9-7A241F5C7D3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1390651"/>
              <a:ext cx="619046" cy="463616"/>
            </a:xfrm>
            <a:prstGeom prst="rect">
              <a:avLst/>
            </a:prstGeom>
          </p:spPr>
        </p:pic>
        <p:pic>
          <p:nvPicPr>
            <p:cNvPr id="89" name="Graphic 88">
              <a:extLst>
                <a:ext uri="{FF2B5EF4-FFF2-40B4-BE49-F238E27FC236}">
                  <a16:creationId xmlns:a16="http://schemas.microsoft.com/office/drawing/2014/main" id="{44A3866E-75EF-014F-7B97-2407EDB9500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1390651"/>
              <a:ext cx="619046" cy="463616"/>
            </a:xfrm>
            <a:prstGeom prst="rect">
              <a:avLst/>
            </a:prstGeom>
          </p:spPr>
        </p:pic>
        <p:pic>
          <p:nvPicPr>
            <p:cNvPr id="90" name="Graphic 89">
              <a:extLst>
                <a:ext uri="{FF2B5EF4-FFF2-40B4-BE49-F238E27FC236}">
                  <a16:creationId xmlns:a16="http://schemas.microsoft.com/office/drawing/2014/main" id="{B6D4C301-E0BB-901E-8ABC-5B708571380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1390651"/>
              <a:ext cx="619046" cy="463616"/>
            </a:xfrm>
            <a:prstGeom prst="rect">
              <a:avLst/>
            </a:prstGeom>
          </p:spPr>
        </p:pic>
        <p:pic>
          <p:nvPicPr>
            <p:cNvPr id="91" name="Graphic 90">
              <a:extLst>
                <a:ext uri="{FF2B5EF4-FFF2-40B4-BE49-F238E27FC236}">
                  <a16:creationId xmlns:a16="http://schemas.microsoft.com/office/drawing/2014/main" id="{9CF111EA-6371-AA23-DAE1-A42D04FE100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1390651"/>
              <a:ext cx="619046" cy="463616"/>
            </a:xfrm>
            <a:prstGeom prst="rect">
              <a:avLst/>
            </a:prstGeom>
          </p:spPr>
        </p:pic>
        <p:pic>
          <p:nvPicPr>
            <p:cNvPr id="92" name="Graphic 91">
              <a:extLst>
                <a:ext uri="{FF2B5EF4-FFF2-40B4-BE49-F238E27FC236}">
                  <a16:creationId xmlns:a16="http://schemas.microsoft.com/office/drawing/2014/main" id="{8E269B53-9F53-D023-1489-76D1269A45B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1390651"/>
              <a:ext cx="619046" cy="463616"/>
            </a:xfrm>
            <a:prstGeom prst="rect">
              <a:avLst/>
            </a:prstGeom>
          </p:spPr>
        </p:pic>
        <p:pic>
          <p:nvPicPr>
            <p:cNvPr id="93" name="Graphic 92">
              <a:extLst>
                <a:ext uri="{FF2B5EF4-FFF2-40B4-BE49-F238E27FC236}">
                  <a16:creationId xmlns:a16="http://schemas.microsoft.com/office/drawing/2014/main" id="{1557DEFB-E2D4-61CA-DA26-E791D3DD945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1390651"/>
              <a:ext cx="619046" cy="463616"/>
            </a:xfrm>
            <a:prstGeom prst="rect">
              <a:avLst/>
            </a:prstGeom>
          </p:spPr>
        </p:pic>
        <p:pic>
          <p:nvPicPr>
            <p:cNvPr id="94" name="Graphic 93">
              <a:extLst>
                <a:ext uri="{FF2B5EF4-FFF2-40B4-BE49-F238E27FC236}">
                  <a16:creationId xmlns:a16="http://schemas.microsoft.com/office/drawing/2014/main" id="{469BB6D7-C8BD-E229-B8A6-05E7B358276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1390651"/>
              <a:ext cx="619046" cy="463616"/>
            </a:xfrm>
            <a:prstGeom prst="rect">
              <a:avLst/>
            </a:prstGeom>
          </p:spPr>
        </p:pic>
        <p:pic>
          <p:nvPicPr>
            <p:cNvPr id="95" name="Graphic 94">
              <a:extLst>
                <a:ext uri="{FF2B5EF4-FFF2-40B4-BE49-F238E27FC236}">
                  <a16:creationId xmlns:a16="http://schemas.microsoft.com/office/drawing/2014/main" id="{A29BAA92-C04F-CC1D-6682-16E496A3E27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2323853"/>
              <a:ext cx="619046" cy="463616"/>
            </a:xfrm>
            <a:prstGeom prst="rect">
              <a:avLst/>
            </a:prstGeom>
          </p:spPr>
        </p:pic>
        <p:pic>
          <p:nvPicPr>
            <p:cNvPr id="96" name="Graphic 95">
              <a:extLst>
                <a:ext uri="{FF2B5EF4-FFF2-40B4-BE49-F238E27FC236}">
                  <a16:creationId xmlns:a16="http://schemas.microsoft.com/office/drawing/2014/main" id="{9BC9F756-7519-A990-7F24-DBAE37AA7D9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2323853"/>
              <a:ext cx="619046" cy="463616"/>
            </a:xfrm>
            <a:prstGeom prst="rect">
              <a:avLst/>
            </a:prstGeom>
          </p:spPr>
        </p:pic>
        <p:pic>
          <p:nvPicPr>
            <p:cNvPr id="97" name="Graphic 96">
              <a:extLst>
                <a:ext uri="{FF2B5EF4-FFF2-40B4-BE49-F238E27FC236}">
                  <a16:creationId xmlns:a16="http://schemas.microsoft.com/office/drawing/2014/main" id="{0ECE9A22-C236-9510-7E61-82BBCF40225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2323853"/>
              <a:ext cx="619046" cy="463616"/>
            </a:xfrm>
            <a:prstGeom prst="rect">
              <a:avLst/>
            </a:prstGeom>
          </p:spPr>
        </p:pic>
        <p:pic>
          <p:nvPicPr>
            <p:cNvPr id="98" name="Graphic 97">
              <a:extLst>
                <a:ext uri="{FF2B5EF4-FFF2-40B4-BE49-F238E27FC236}">
                  <a16:creationId xmlns:a16="http://schemas.microsoft.com/office/drawing/2014/main" id="{0E3153DB-AECE-3D71-8712-7F84893DE7C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2323853"/>
              <a:ext cx="619046" cy="463616"/>
            </a:xfrm>
            <a:prstGeom prst="rect">
              <a:avLst/>
            </a:prstGeom>
          </p:spPr>
        </p:pic>
        <p:pic>
          <p:nvPicPr>
            <p:cNvPr id="99" name="Graphic 98">
              <a:extLst>
                <a:ext uri="{FF2B5EF4-FFF2-40B4-BE49-F238E27FC236}">
                  <a16:creationId xmlns:a16="http://schemas.microsoft.com/office/drawing/2014/main" id="{6955455B-E0DC-0892-82E2-C5D1794AE9B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2323853"/>
              <a:ext cx="619046" cy="463616"/>
            </a:xfrm>
            <a:prstGeom prst="rect">
              <a:avLst/>
            </a:prstGeom>
          </p:spPr>
        </p:pic>
        <p:pic>
          <p:nvPicPr>
            <p:cNvPr id="100" name="Graphic 99">
              <a:extLst>
                <a:ext uri="{FF2B5EF4-FFF2-40B4-BE49-F238E27FC236}">
                  <a16:creationId xmlns:a16="http://schemas.microsoft.com/office/drawing/2014/main" id="{E9772B38-5D94-B75E-C759-BC035865022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2323853"/>
              <a:ext cx="619046" cy="463616"/>
            </a:xfrm>
            <a:prstGeom prst="rect">
              <a:avLst/>
            </a:prstGeom>
          </p:spPr>
        </p:pic>
        <p:pic>
          <p:nvPicPr>
            <p:cNvPr id="101" name="Graphic 100">
              <a:extLst>
                <a:ext uri="{FF2B5EF4-FFF2-40B4-BE49-F238E27FC236}">
                  <a16:creationId xmlns:a16="http://schemas.microsoft.com/office/drawing/2014/main" id="{F641592A-EA6A-6133-5207-787F0984C29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2323853"/>
              <a:ext cx="619046" cy="463616"/>
            </a:xfrm>
            <a:prstGeom prst="rect">
              <a:avLst/>
            </a:prstGeom>
          </p:spPr>
        </p:pic>
        <p:pic>
          <p:nvPicPr>
            <p:cNvPr id="102" name="Graphic 101">
              <a:extLst>
                <a:ext uri="{FF2B5EF4-FFF2-40B4-BE49-F238E27FC236}">
                  <a16:creationId xmlns:a16="http://schemas.microsoft.com/office/drawing/2014/main" id="{F0155121-D22B-CF4A-4354-18038119CB8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2323853"/>
              <a:ext cx="619046" cy="463616"/>
            </a:xfrm>
            <a:prstGeom prst="rect">
              <a:avLst/>
            </a:prstGeom>
          </p:spPr>
        </p:pic>
        <p:pic>
          <p:nvPicPr>
            <p:cNvPr id="103" name="Graphic 102">
              <a:extLst>
                <a:ext uri="{FF2B5EF4-FFF2-40B4-BE49-F238E27FC236}">
                  <a16:creationId xmlns:a16="http://schemas.microsoft.com/office/drawing/2014/main" id="{66751CF8-B55A-893E-6066-0334D396DA8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2323853"/>
              <a:ext cx="619046" cy="463616"/>
            </a:xfrm>
            <a:prstGeom prst="rect">
              <a:avLst/>
            </a:prstGeom>
          </p:spPr>
        </p:pic>
        <p:pic>
          <p:nvPicPr>
            <p:cNvPr id="104" name="Graphic 103">
              <a:extLst>
                <a:ext uri="{FF2B5EF4-FFF2-40B4-BE49-F238E27FC236}">
                  <a16:creationId xmlns:a16="http://schemas.microsoft.com/office/drawing/2014/main" id="{9A423A81-70B6-43CF-E8CC-FFD2E8C4309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2323853"/>
              <a:ext cx="619046" cy="463616"/>
            </a:xfrm>
            <a:prstGeom prst="rect">
              <a:avLst/>
            </a:prstGeom>
          </p:spPr>
        </p:pic>
        <p:pic>
          <p:nvPicPr>
            <p:cNvPr id="105" name="Graphic 104">
              <a:extLst>
                <a:ext uri="{FF2B5EF4-FFF2-40B4-BE49-F238E27FC236}">
                  <a16:creationId xmlns:a16="http://schemas.microsoft.com/office/drawing/2014/main" id="{3F0FFBE2-0D31-368B-EFE1-944B8C6E7B1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2323853"/>
              <a:ext cx="619046" cy="463616"/>
            </a:xfrm>
            <a:prstGeom prst="rect">
              <a:avLst/>
            </a:prstGeom>
          </p:spPr>
        </p:pic>
        <p:pic>
          <p:nvPicPr>
            <p:cNvPr id="106" name="Graphic 105">
              <a:extLst>
                <a:ext uri="{FF2B5EF4-FFF2-40B4-BE49-F238E27FC236}">
                  <a16:creationId xmlns:a16="http://schemas.microsoft.com/office/drawing/2014/main" id="{41863D4E-4CF6-B610-9E4D-AB5BB9BAA56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3257055"/>
              <a:ext cx="619046" cy="463616"/>
            </a:xfrm>
            <a:prstGeom prst="rect">
              <a:avLst/>
            </a:prstGeom>
          </p:spPr>
        </p:pic>
        <p:pic>
          <p:nvPicPr>
            <p:cNvPr id="107" name="Graphic 106">
              <a:extLst>
                <a:ext uri="{FF2B5EF4-FFF2-40B4-BE49-F238E27FC236}">
                  <a16:creationId xmlns:a16="http://schemas.microsoft.com/office/drawing/2014/main" id="{341B5F90-3EE8-C269-4745-A5A36905558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3257055"/>
              <a:ext cx="619046" cy="463616"/>
            </a:xfrm>
            <a:prstGeom prst="rect">
              <a:avLst/>
            </a:prstGeom>
          </p:spPr>
        </p:pic>
        <p:pic>
          <p:nvPicPr>
            <p:cNvPr id="108" name="Graphic 107">
              <a:extLst>
                <a:ext uri="{FF2B5EF4-FFF2-40B4-BE49-F238E27FC236}">
                  <a16:creationId xmlns:a16="http://schemas.microsoft.com/office/drawing/2014/main" id="{17287430-09AF-313F-337C-FCCE2418660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3257055"/>
              <a:ext cx="619046" cy="463616"/>
            </a:xfrm>
            <a:prstGeom prst="rect">
              <a:avLst/>
            </a:prstGeom>
          </p:spPr>
        </p:pic>
        <p:pic>
          <p:nvPicPr>
            <p:cNvPr id="109" name="Graphic 108">
              <a:extLst>
                <a:ext uri="{FF2B5EF4-FFF2-40B4-BE49-F238E27FC236}">
                  <a16:creationId xmlns:a16="http://schemas.microsoft.com/office/drawing/2014/main" id="{A2D9A575-8C02-D715-9657-202F4774610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3257055"/>
              <a:ext cx="619046" cy="463616"/>
            </a:xfrm>
            <a:prstGeom prst="rect">
              <a:avLst/>
            </a:prstGeom>
          </p:spPr>
        </p:pic>
        <p:pic>
          <p:nvPicPr>
            <p:cNvPr id="110" name="Graphic 109">
              <a:extLst>
                <a:ext uri="{FF2B5EF4-FFF2-40B4-BE49-F238E27FC236}">
                  <a16:creationId xmlns:a16="http://schemas.microsoft.com/office/drawing/2014/main" id="{5CB6E456-81C8-7200-C89B-5A260F5513A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3257055"/>
              <a:ext cx="619046" cy="463616"/>
            </a:xfrm>
            <a:prstGeom prst="rect">
              <a:avLst/>
            </a:prstGeom>
          </p:spPr>
        </p:pic>
        <p:pic>
          <p:nvPicPr>
            <p:cNvPr id="111" name="Graphic 110">
              <a:extLst>
                <a:ext uri="{FF2B5EF4-FFF2-40B4-BE49-F238E27FC236}">
                  <a16:creationId xmlns:a16="http://schemas.microsoft.com/office/drawing/2014/main" id="{F9A6BF51-26FD-A790-4E58-34922DA78C3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3257055"/>
              <a:ext cx="619046" cy="463616"/>
            </a:xfrm>
            <a:prstGeom prst="rect">
              <a:avLst/>
            </a:prstGeom>
          </p:spPr>
        </p:pic>
        <p:pic>
          <p:nvPicPr>
            <p:cNvPr id="112" name="Graphic 111">
              <a:extLst>
                <a:ext uri="{FF2B5EF4-FFF2-40B4-BE49-F238E27FC236}">
                  <a16:creationId xmlns:a16="http://schemas.microsoft.com/office/drawing/2014/main" id="{27541F17-FB77-577C-2042-B787D9B29A3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3257055"/>
              <a:ext cx="619046" cy="463616"/>
            </a:xfrm>
            <a:prstGeom prst="rect">
              <a:avLst/>
            </a:prstGeom>
          </p:spPr>
        </p:pic>
        <p:pic>
          <p:nvPicPr>
            <p:cNvPr id="113" name="Graphic 112">
              <a:extLst>
                <a:ext uri="{FF2B5EF4-FFF2-40B4-BE49-F238E27FC236}">
                  <a16:creationId xmlns:a16="http://schemas.microsoft.com/office/drawing/2014/main" id="{B5C85A8C-6848-E547-489F-2C2A9E21419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3257055"/>
              <a:ext cx="619046" cy="463616"/>
            </a:xfrm>
            <a:prstGeom prst="rect">
              <a:avLst/>
            </a:prstGeom>
          </p:spPr>
        </p:pic>
        <p:pic>
          <p:nvPicPr>
            <p:cNvPr id="114" name="Graphic 113">
              <a:extLst>
                <a:ext uri="{FF2B5EF4-FFF2-40B4-BE49-F238E27FC236}">
                  <a16:creationId xmlns:a16="http://schemas.microsoft.com/office/drawing/2014/main" id="{B2F4AC1C-143C-7798-BB9C-15867BE4169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3257055"/>
              <a:ext cx="619046" cy="463616"/>
            </a:xfrm>
            <a:prstGeom prst="rect">
              <a:avLst/>
            </a:prstGeom>
          </p:spPr>
        </p:pic>
        <p:pic>
          <p:nvPicPr>
            <p:cNvPr id="115" name="Graphic 114">
              <a:extLst>
                <a:ext uri="{FF2B5EF4-FFF2-40B4-BE49-F238E27FC236}">
                  <a16:creationId xmlns:a16="http://schemas.microsoft.com/office/drawing/2014/main" id="{3E10FD6E-F3B3-D616-C654-626A4B6A257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3257055"/>
              <a:ext cx="619046" cy="463616"/>
            </a:xfrm>
            <a:prstGeom prst="rect">
              <a:avLst/>
            </a:prstGeom>
          </p:spPr>
        </p:pic>
        <p:pic>
          <p:nvPicPr>
            <p:cNvPr id="116" name="Graphic 115">
              <a:extLst>
                <a:ext uri="{FF2B5EF4-FFF2-40B4-BE49-F238E27FC236}">
                  <a16:creationId xmlns:a16="http://schemas.microsoft.com/office/drawing/2014/main" id="{CE705564-1B3C-65CD-9771-E6959FD6D9D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3257055"/>
              <a:ext cx="619046" cy="463616"/>
            </a:xfrm>
            <a:prstGeom prst="rect">
              <a:avLst/>
            </a:prstGeom>
          </p:spPr>
        </p:pic>
        <p:pic>
          <p:nvPicPr>
            <p:cNvPr id="117" name="Graphic 116">
              <a:extLst>
                <a:ext uri="{FF2B5EF4-FFF2-40B4-BE49-F238E27FC236}">
                  <a16:creationId xmlns:a16="http://schemas.microsoft.com/office/drawing/2014/main" id="{049ABADD-A927-E425-C356-9D0A91BA460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4190257"/>
              <a:ext cx="619046" cy="463616"/>
            </a:xfrm>
            <a:prstGeom prst="rect">
              <a:avLst/>
            </a:prstGeom>
          </p:spPr>
        </p:pic>
        <p:pic>
          <p:nvPicPr>
            <p:cNvPr id="118" name="Graphic 117">
              <a:extLst>
                <a:ext uri="{FF2B5EF4-FFF2-40B4-BE49-F238E27FC236}">
                  <a16:creationId xmlns:a16="http://schemas.microsoft.com/office/drawing/2014/main" id="{6EC60429-5FA6-C6C9-D9FF-F0F81E1415D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4190257"/>
              <a:ext cx="619046" cy="463616"/>
            </a:xfrm>
            <a:prstGeom prst="rect">
              <a:avLst/>
            </a:prstGeom>
          </p:spPr>
        </p:pic>
        <p:pic>
          <p:nvPicPr>
            <p:cNvPr id="119" name="Graphic 118">
              <a:extLst>
                <a:ext uri="{FF2B5EF4-FFF2-40B4-BE49-F238E27FC236}">
                  <a16:creationId xmlns:a16="http://schemas.microsoft.com/office/drawing/2014/main" id="{72461288-F41C-2B46-82F2-694A487F9D6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4190257"/>
              <a:ext cx="619046" cy="463616"/>
            </a:xfrm>
            <a:prstGeom prst="rect">
              <a:avLst/>
            </a:prstGeom>
          </p:spPr>
        </p:pic>
        <p:pic>
          <p:nvPicPr>
            <p:cNvPr id="120" name="Graphic 119">
              <a:extLst>
                <a:ext uri="{FF2B5EF4-FFF2-40B4-BE49-F238E27FC236}">
                  <a16:creationId xmlns:a16="http://schemas.microsoft.com/office/drawing/2014/main" id="{DF60F389-094A-F8DE-C578-E911731A77F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4190257"/>
              <a:ext cx="619046" cy="463616"/>
            </a:xfrm>
            <a:prstGeom prst="rect">
              <a:avLst/>
            </a:prstGeom>
          </p:spPr>
        </p:pic>
        <p:pic>
          <p:nvPicPr>
            <p:cNvPr id="121" name="Graphic 120">
              <a:extLst>
                <a:ext uri="{FF2B5EF4-FFF2-40B4-BE49-F238E27FC236}">
                  <a16:creationId xmlns:a16="http://schemas.microsoft.com/office/drawing/2014/main" id="{910494AD-8A3E-B733-412B-F0B39774FAD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4190257"/>
              <a:ext cx="619046" cy="463616"/>
            </a:xfrm>
            <a:prstGeom prst="rect">
              <a:avLst/>
            </a:prstGeom>
          </p:spPr>
        </p:pic>
        <p:pic>
          <p:nvPicPr>
            <p:cNvPr id="122" name="Graphic 121">
              <a:extLst>
                <a:ext uri="{FF2B5EF4-FFF2-40B4-BE49-F238E27FC236}">
                  <a16:creationId xmlns:a16="http://schemas.microsoft.com/office/drawing/2014/main" id="{E8F0BFC8-E9B0-0A91-0C67-69DDDDDFF43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4190257"/>
              <a:ext cx="619046" cy="463616"/>
            </a:xfrm>
            <a:prstGeom prst="rect">
              <a:avLst/>
            </a:prstGeom>
          </p:spPr>
        </p:pic>
        <p:pic>
          <p:nvPicPr>
            <p:cNvPr id="123" name="Graphic 122">
              <a:extLst>
                <a:ext uri="{FF2B5EF4-FFF2-40B4-BE49-F238E27FC236}">
                  <a16:creationId xmlns:a16="http://schemas.microsoft.com/office/drawing/2014/main" id="{37C5F60F-3F85-78FB-9E07-293935021BE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4190257"/>
              <a:ext cx="619046" cy="463616"/>
            </a:xfrm>
            <a:prstGeom prst="rect">
              <a:avLst/>
            </a:prstGeom>
          </p:spPr>
        </p:pic>
        <p:pic>
          <p:nvPicPr>
            <p:cNvPr id="124" name="Graphic 123">
              <a:extLst>
                <a:ext uri="{FF2B5EF4-FFF2-40B4-BE49-F238E27FC236}">
                  <a16:creationId xmlns:a16="http://schemas.microsoft.com/office/drawing/2014/main" id="{17A8343C-B6E5-B466-908E-913E7959A8C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4190257"/>
              <a:ext cx="619046" cy="463616"/>
            </a:xfrm>
            <a:prstGeom prst="rect">
              <a:avLst/>
            </a:prstGeom>
          </p:spPr>
        </p:pic>
        <p:pic>
          <p:nvPicPr>
            <p:cNvPr id="125" name="Graphic 124">
              <a:extLst>
                <a:ext uri="{FF2B5EF4-FFF2-40B4-BE49-F238E27FC236}">
                  <a16:creationId xmlns:a16="http://schemas.microsoft.com/office/drawing/2014/main" id="{89A97D9A-333D-9A92-76FE-B77501AE74C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4190257"/>
              <a:ext cx="619046" cy="463616"/>
            </a:xfrm>
            <a:prstGeom prst="rect">
              <a:avLst/>
            </a:prstGeom>
          </p:spPr>
        </p:pic>
        <p:pic>
          <p:nvPicPr>
            <p:cNvPr id="126" name="Graphic 125">
              <a:extLst>
                <a:ext uri="{FF2B5EF4-FFF2-40B4-BE49-F238E27FC236}">
                  <a16:creationId xmlns:a16="http://schemas.microsoft.com/office/drawing/2014/main" id="{D9A75551-0A27-ED1A-7DCA-A6E794B5661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4190257"/>
              <a:ext cx="619046" cy="463616"/>
            </a:xfrm>
            <a:prstGeom prst="rect">
              <a:avLst/>
            </a:prstGeom>
          </p:spPr>
        </p:pic>
        <p:pic>
          <p:nvPicPr>
            <p:cNvPr id="127" name="Graphic 126">
              <a:extLst>
                <a:ext uri="{FF2B5EF4-FFF2-40B4-BE49-F238E27FC236}">
                  <a16:creationId xmlns:a16="http://schemas.microsoft.com/office/drawing/2014/main" id="{14A0FF94-41E6-9CA6-1455-E28D33F7D41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4190257"/>
              <a:ext cx="619046" cy="463616"/>
            </a:xfrm>
            <a:prstGeom prst="rect">
              <a:avLst/>
            </a:prstGeom>
          </p:spPr>
        </p:pic>
        <p:pic>
          <p:nvPicPr>
            <p:cNvPr id="128" name="Graphic 127">
              <a:extLst>
                <a:ext uri="{FF2B5EF4-FFF2-40B4-BE49-F238E27FC236}">
                  <a16:creationId xmlns:a16="http://schemas.microsoft.com/office/drawing/2014/main" id="{743AC535-5203-8235-85B8-8306A4B4CAF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5123459"/>
              <a:ext cx="619046" cy="463616"/>
            </a:xfrm>
            <a:prstGeom prst="rect">
              <a:avLst/>
            </a:prstGeom>
          </p:spPr>
        </p:pic>
        <p:pic>
          <p:nvPicPr>
            <p:cNvPr id="129" name="Graphic 128">
              <a:extLst>
                <a:ext uri="{FF2B5EF4-FFF2-40B4-BE49-F238E27FC236}">
                  <a16:creationId xmlns:a16="http://schemas.microsoft.com/office/drawing/2014/main" id="{4B05DD42-AB14-BE51-1260-F49C5AE94AE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5123459"/>
              <a:ext cx="619046" cy="463616"/>
            </a:xfrm>
            <a:prstGeom prst="rect">
              <a:avLst/>
            </a:prstGeom>
          </p:spPr>
        </p:pic>
        <p:pic>
          <p:nvPicPr>
            <p:cNvPr id="130" name="Graphic 129">
              <a:extLst>
                <a:ext uri="{FF2B5EF4-FFF2-40B4-BE49-F238E27FC236}">
                  <a16:creationId xmlns:a16="http://schemas.microsoft.com/office/drawing/2014/main" id="{0035862F-AFFA-CF29-ECCF-1645BD2E4BA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5123459"/>
              <a:ext cx="619046" cy="463616"/>
            </a:xfrm>
            <a:prstGeom prst="rect">
              <a:avLst/>
            </a:prstGeom>
          </p:spPr>
        </p:pic>
        <p:pic>
          <p:nvPicPr>
            <p:cNvPr id="131" name="Graphic 130">
              <a:extLst>
                <a:ext uri="{FF2B5EF4-FFF2-40B4-BE49-F238E27FC236}">
                  <a16:creationId xmlns:a16="http://schemas.microsoft.com/office/drawing/2014/main" id="{31EA1230-BC1D-059B-EACB-99C612A8EB9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5123459"/>
              <a:ext cx="619046" cy="463616"/>
            </a:xfrm>
            <a:prstGeom prst="rect">
              <a:avLst/>
            </a:prstGeom>
          </p:spPr>
        </p:pic>
        <p:pic>
          <p:nvPicPr>
            <p:cNvPr id="132" name="Graphic 131">
              <a:extLst>
                <a:ext uri="{FF2B5EF4-FFF2-40B4-BE49-F238E27FC236}">
                  <a16:creationId xmlns:a16="http://schemas.microsoft.com/office/drawing/2014/main" id="{3705882A-C604-3ACD-0131-96E475995F4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5123459"/>
              <a:ext cx="619046" cy="463616"/>
            </a:xfrm>
            <a:prstGeom prst="rect">
              <a:avLst/>
            </a:prstGeom>
          </p:spPr>
        </p:pic>
        <p:pic>
          <p:nvPicPr>
            <p:cNvPr id="133" name="Graphic 132">
              <a:extLst>
                <a:ext uri="{FF2B5EF4-FFF2-40B4-BE49-F238E27FC236}">
                  <a16:creationId xmlns:a16="http://schemas.microsoft.com/office/drawing/2014/main" id="{B9CA684A-1820-8C24-BBD7-05580C77271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5123459"/>
              <a:ext cx="619046" cy="463616"/>
            </a:xfrm>
            <a:prstGeom prst="rect">
              <a:avLst/>
            </a:prstGeom>
          </p:spPr>
        </p:pic>
        <p:pic>
          <p:nvPicPr>
            <p:cNvPr id="134" name="Graphic 133">
              <a:extLst>
                <a:ext uri="{FF2B5EF4-FFF2-40B4-BE49-F238E27FC236}">
                  <a16:creationId xmlns:a16="http://schemas.microsoft.com/office/drawing/2014/main" id="{1A1538F9-0A87-9C0B-0D3A-B08A9293AEB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5123459"/>
              <a:ext cx="619046" cy="463616"/>
            </a:xfrm>
            <a:prstGeom prst="rect">
              <a:avLst/>
            </a:prstGeom>
          </p:spPr>
        </p:pic>
        <p:pic>
          <p:nvPicPr>
            <p:cNvPr id="135" name="Graphic 134">
              <a:extLst>
                <a:ext uri="{FF2B5EF4-FFF2-40B4-BE49-F238E27FC236}">
                  <a16:creationId xmlns:a16="http://schemas.microsoft.com/office/drawing/2014/main" id="{C1D3D21B-130A-F24D-9CD2-058246E3F78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5123459"/>
              <a:ext cx="619046" cy="463616"/>
            </a:xfrm>
            <a:prstGeom prst="rect">
              <a:avLst/>
            </a:prstGeom>
          </p:spPr>
        </p:pic>
        <p:pic>
          <p:nvPicPr>
            <p:cNvPr id="136" name="Graphic 135">
              <a:extLst>
                <a:ext uri="{FF2B5EF4-FFF2-40B4-BE49-F238E27FC236}">
                  <a16:creationId xmlns:a16="http://schemas.microsoft.com/office/drawing/2014/main" id="{78DCE6AF-3D86-7D24-BB34-A38CE4E4C4D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5123459"/>
              <a:ext cx="619046" cy="463616"/>
            </a:xfrm>
            <a:prstGeom prst="rect">
              <a:avLst/>
            </a:prstGeom>
          </p:spPr>
        </p:pic>
        <p:pic>
          <p:nvPicPr>
            <p:cNvPr id="137" name="Graphic 136">
              <a:extLst>
                <a:ext uri="{FF2B5EF4-FFF2-40B4-BE49-F238E27FC236}">
                  <a16:creationId xmlns:a16="http://schemas.microsoft.com/office/drawing/2014/main" id="{8991E21F-6B94-7E31-AC15-5F54D763010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5123459"/>
              <a:ext cx="619046" cy="463616"/>
            </a:xfrm>
            <a:prstGeom prst="rect">
              <a:avLst/>
            </a:prstGeom>
          </p:spPr>
        </p:pic>
        <p:pic>
          <p:nvPicPr>
            <p:cNvPr id="138" name="Graphic 137">
              <a:extLst>
                <a:ext uri="{FF2B5EF4-FFF2-40B4-BE49-F238E27FC236}">
                  <a16:creationId xmlns:a16="http://schemas.microsoft.com/office/drawing/2014/main" id="{92735C63-E4D0-5DBE-AA6C-1A42E3A33E4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5123459"/>
              <a:ext cx="619046" cy="463616"/>
            </a:xfrm>
            <a:prstGeom prst="rect">
              <a:avLst/>
            </a:prstGeom>
          </p:spPr>
        </p:pic>
        <p:pic>
          <p:nvPicPr>
            <p:cNvPr id="139" name="Graphic 138">
              <a:extLst>
                <a:ext uri="{FF2B5EF4-FFF2-40B4-BE49-F238E27FC236}">
                  <a16:creationId xmlns:a16="http://schemas.microsoft.com/office/drawing/2014/main" id="{D891E894-520A-5365-3A4E-AB84B5643F5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6056661"/>
              <a:ext cx="619046" cy="463616"/>
            </a:xfrm>
            <a:prstGeom prst="rect">
              <a:avLst/>
            </a:prstGeom>
          </p:spPr>
        </p:pic>
        <p:pic>
          <p:nvPicPr>
            <p:cNvPr id="140" name="Graphic 139">
              <a:extLst>
                <a:ext uri="{FF2B5EF4-FFF2-40B4-BE49-F238E27FC236}">
                  <a16:creationId xmlns:a16="http://schemas.microsoft.com/office/drawing/2014/main" id="{0A4900EF-E9BC-2CBD-3B31-2641A2968A7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6056661"/>
              <a:ext cx="619046" cy="463616"/>
            </a:xfrm>
            <a:prstGeom prst="rect">
              <a:avLst/>
            </a:prstGeom>
          </p:spPr>
        </p:pic>
        <p:pic>
          <p:nvPicPr>
            <p:cNvPr id="141" name="Graphic 140">
              <a:extLst>
                <a:ext uri="{FF2B5EF4-FFF2-40B4-BE49-F238E27FC236}">
                  <a16:creationId xmlns:a16="http://schemas.microsoft.com/office/drawing/2014/main" id="{02467B6B-E65D-A1C3-49DB-3849211558F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6056661"/>
              <a:ext cx="619046" cy="463616"/>
            </a:xfrm>
            <a:prstGeom prst="rect">
              <a:avLst/>
            </a:prstGeom>
          </p:spPr>
        </p:pic>
        <p:pic>
          <p:nvPicPr>
            <p:cNvPr id="142" name="Graphic 141">
              <a:extLst>
                <a:ext uri="{FF2B5EF4-FFF2-40B4-BE49-F238E27FC236}">
                  <a16:creationId xmlns:a16="http://schemas.microsoft.com/office/drawing/2014/main" id="{7FB2DFBC-27C4-A5E4-6369-C522DF240B9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6056661"/>
              <a:ext cx="619046" cy="463616"/>
            </a:xfrm>
            <a:prstGeom prst="rect">
              <a:avLst/>
            </a:prstGeom>
          </p:spPr>
        </p:pic>
        <p:pic>
          <p:nvPicPr>
            <p:cNvPr id="143" name="Graphic 142">
              <a:extLst>
                <a:ext uri="{FF2B5EF4-FFF2-40B4-BE49-F238E27FC236}">
                  <a16:creationId xmlns:a16="http://schemas.microsoft.com/office/drawing/2014/main" id="{072CB05B-94FA-3247-6375-302ECDC57C0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6056661"/>
              <a:ext cx="619046" cy="463616"/>
            </a:xfrm>
            <a:prstGeom prst="rect">
              <a:avLst/>
            </a:prstGeom>
          </p:spPr>
        </p:pic>
        <p:pic>
          <p:nvPicPr>
            <p:cNvPr id="144" name="Graphic 143">
              <a:extLst>
                <a:ext uri="{FF2B5EF4-FFF2-40B4-BE49-F238E27FC236}">
                  <a16:creationId xmlns:a16="http://schemas.microsoft.com/office/drawing/2014/main" id="{9B0DE820-D8CA-6CA3-0711-4A83872595F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6056661"/>
              <a:ext cx="619046" cy="463616"/>
            </a:xfrm>
            <a:prstGeom prst="rect">
              <a:avLst/>
            </a:prstGeom>
          </p:spPr>
        </p:pic>
        <p:pic>
          <p:nvPicPr>
            <p:cNvPr id="145" name="Graphic 144">
              <a:extLst>
                <a:ext uri="{FF2B5EF4-FFF2-40B4-BE49-F238E27FC236}">
                  <a16:creationId xmlns:a16="http://schemas.microsoft.com/office/drawing/2014/main" id="{3FB1C5D2-7B8C-F746-4AE1-F23DFA3B636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6056661"/>
              <a:ext cx="619046" cy="463616"/>
            </a:xfrm>
            <a:prstGeom prst="rect">
              <a:avLst/>
            </a:prstGeom>
          </p:spPr>
        </p:pic>
        <p:pic>
          <p:nvPicPr>
            <p:cNvPr id="146" name="Graphic 145">
              <a:extLst>
                <a:ext uri="{FF2B5EF4-FFF2-40B4-BE49-F238E27FC236}">
                  <a16:creationId xmlns:a16="http://schemas.microsoft.com/office/drawing/2014/main" id="{C69F3F3D-6D5E-841A-7BE9-35E41C21011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6056661"/>
              <a:ext cx="619046" cy="463616"/>
            </a:xfrm>
            <a:prstGeom prst="rect">
              <a:avLst/>
            </a:prstGeom>
          </p:spPr>
        </p:pic>
        <p:pic>
          <p:nvPicPr>
            <p:cNvPr id="147" name="Graphic 146">
              <a:extLst>
                <a:ext uri="{FF2B5EF4-FFF2-40B4-BE49-F238E27FC236}">
                  <a16:creationId xmlns:a16="http://schemas.microsoft.com/office/drawing/2014/main" id="{FC47FE46-F3BF-CA39-AC64-6D342D23A88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6056661"/>
              <a:ext cx="619046" cy="463616"/>
            </a:xfrm>
            <a:prstGeom prst="rect">
              <a:avLst/>
            </a:prstGeom>
          </p:spPr>
        </p:pic>
        <p:pic>
          <p:nvPicPr>
            <p:cNvPr id="148" name="Graphic 147">
              <a:extLst>
                <a:ext uri="{FF2B5EF4-FFF2-40B4-BE49-F238E27FC236}">
                  <a16:creationId xmlns:a16="http://schemas.microsoft.com/office/drawing/2014/main" id="{D6D77EA1-FE5B-84E8-4BB6-1A658F47B22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6056661"/>
              <a:ext cx="619046" cy="463616"/>
            </a:xfrm>
            <a:prstGeom prst="rect">
              <a:avLst/>
            </a:prstGeom>
          </p:spPr>
        </p:pic>
        <p:pic>
          <p:nvPicPr>
            <p:cNvPr id="149" name="Graphic 148">
              <a:extLst>
                <a:ext uri="{FF2B5EF4-FFF2-40B4-BE49-F238E27FC236}">
                  <a16:creationId xmlns:a16="http://schemas.microsoft.com/office/drawing/2014/main" id="{DDCC8DAC-3003-ECC9-AD0B-A03602186A3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6056661"/>
              <a:ext cx="619046" cy="463616"/>
            </a:xfrm>
            <a:prstGeom prst="rect">
              <a:avLst/>
            </a:prstGeom>
          </p:spPr>
        </p:pic>
        <p:pic>
          <p:nvPicPr>
            <p:cNvPr id="150" name="Graphic 149">
              <a:extLst>
                <a:ext uri="{FF2B5EF4-FFF2-40B4-BE49-F238E27FC236}">
                  <a16:creationId xmlns:a16="http://schemas.microsoft.com/office/drawing/2014/main" id="{FFF38E46-D136-6B22-7FD4-DD7789D1E29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391518"/>
              <a:ext cx="619046" cy="463616"/>
            </a:xfrm>
            <a:prstGeom prst="rect">
              <a:avLst/>
            </a:prstGeom>
          </p:spPr>
        </p:pic>
        <p:pic>
          <p:nvPicPr>
            <p:cNvPr id="151" name="Graphic 150">
              <a:extLst>
                <a:ext uri="{FF2B5EF4-FFF2-40B4-BE49-F238E27FC236}">
                  <a16:creationId xmlns:a16="http://schemas.microsoft.com/office/drawing/2014/main" id="{E3092072-92F1-6918-CCC1-CAFE9C6D407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391518"/>
              <a:ext cx="619046" cy="463616"/>
            </a:xfrm>
            <a:prstGeom prst="rect">
              <a:avLst/>
            </a:prstGeom>
          </p:spPr>
        </p:pic>
        <p:pic>
          <p:nvPicPr>
            <p:cNvPr id="152" name="Graphic 151">
              <a:extLst>
                <a:ext uri="{FF2B5EF4-FFF2-40B4-BE49-F238E27FC236}">
                  <a16:creationId xmlns:a16="http://schemas.microsoft.com/office/drawing/2014/main" id="{D38463C5-262D-7A1B-9408-1D7DFB0B685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391518"/>
              <a:ext cx="619046" cy="463616"/>
            </a:xfrm>
            <a:prstGeom prst="rect">
              <a:avLst/>
            </a:prstGeom>
          </p:spPr>
        </p:pic>
        <p:pic>
          <p:nvPicPr>
            <p:cNvPr id="153" name="Graphic 152">
              <a:extLst>
                <a:ext uri="{FF2B5EF4-FFF2-40B4-BE49-F238E27FC236}">
                  <a16:creationId xmlns:a16="http://schemas.microsoft.com/office/drawing/2014/main" id="{DAD450E2-E776-3E17-811E-3D2967F91B0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391518"/>
              <a:ext cx="619046" cy="463616"/>
            </a:xfrm>
            <a:prstGeom prst="rect">
              <a:avLst/>
            </a:prstGeom>
          </p:spPr>
        </p:pic>
        <p:pic>
          <p:nvPicPr>
            <p:cNvPr id="154" name="Graphic 153">
              <a:extLst>
                <a:ext uri="{FF2B5EF4-FFF2-40B4-BE49-F238E27FC236}">
                  <a16:creationId xmlns:a16="http://schemas.microsoft.com/office/drawing/2014/main" id="{794DF72A-0F95-3802-BFE3-10099E66BC4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391518"/>
              <a:ext cx="619046" cy="463616"/>
            </a:xfrm>
            <a:prstGeom prst="rect">
              <a:avLst/>
            </a:prstGeom>
          </p:spPr>
        </p:pic>
        <p:pic>
          <p:nvPicPr>
            <p:cNvPr id="155" name="Graphic 154">
              <a:extLst>
                <a:ext uri="{FF2B5EF4-FFF2-40B4-BE49-F238E27FC236}">
                  <a16:creationId xmlns:a16="http://schemas.microsoft.com/office/drawing/2014/main" id="{39B024F7-846C-370A-93E0-B63713A1A1E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391518"/>
              <a:ext cx="619046" cy="463616"/>
            </a:xfrm>
            <a:prstGeom prst="rect">
              <a:avLst/>
            </a:prstGeom>
          </p:spPr>
        </p:pic>
        <p:pic>
          <p:nvPicPr>
            <p:cNvPr id="156" name="Graphic 155">
              <a:extLst>
                <a:ext uri="{FF2B5EF4-FFF2-40B4-BE49-F238E27FC236}">
                  <a16:creationId xmlns:a16="http://schemas.microsoft.com/office/drawing/2014/main" id="{8C7CF916-90C8-6C77-0EA9-A7A80E0B605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391518"/>
              <a:ext cx="619046" cy="463616"/>
            </a:xfrm>
            <a:prstGeom prst="rect">
              <a:avLst/>
            </a:prstGeom>
          </p:spPr>
        </p:pic>
        <p:pic>
          <p:nvPicPr>
            <p:cNvPr id="157" name="Graphic 156">
              <a:extLst>
                <a:ext uri="{FF2B5EF4-FFF2-40B4-BE49-F238E27FC236}">
                  <a16:creationId xmlns:a16="http://schemas.microsoft.com/office/drawing/2014/main" id="{57E74DD3-4932-CCFA-0749-361C034181D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391518"/>
              <a:ext cx="619046" cy="463616"/>
            </a:xfrm>
            <a:prstGeom prst="rect">
              <a:avLst/>
            </a:prstGeom>
          </p:spPr>
        </p:pic>
        <p:pic>
          <p:nvPicPr>
            <p:cNvPr id="158" name="Graphic 157">
              <a:extLst>
                <a:ext uri="{FF2B5EF4-FFF2-40B4-BE49-F238E27FC236}">
                  <a16:creationId xmlns:a16="http://schemas.microsoft.com/office/drawing/2014/main" id="{BBF0F82D-365C-B04B-41D6-DD761919CF0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391518"/>
              <a:ext cx="619046" cy="463616"/>
            </a:xfrm>
            <a:prstGeom prst="rect">
              <a:avLst/>
            </a:prstGeom>
          </p:spPr>
        </p:pic>
        <p:pic>
          <p:nvPicPr>
            <p:cNvPr id="159" name="Graphic 158">
              <a:extLst>
                <a:ext uri="{FF2B5EF4-FFF2-40B4-BE49-F238E27FC236}">
                  <a16:creationId xmlns:a16="http://schemas.microsoft.com/office/drawing/2014/main" id="{83E9EF0C-6902-5BE1-A768-0ADB8EBE41F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391518"/>
              <a:ext cx="619046" cy="463616"/>
            </a:xfrm>
            <a:prstGeom prst="rect">
              <a:avLst/>
            </a:prstGeom>
          </p:spPr>
        </p:pic>
        <p:pic>
          <p:nvPicPr>
            <p:cNvPr id="160" name="Graphic 159">
              <a:extLst>
                <a:ext uri="{FF2B5EF4-FFF2-40B4-BE49-F238E27FC236}">
                  <a16:creationId xmlns:a16="http://schemas.microsoft.com/office/drawing/2014/main" id="{DF6730F7-A303-4273-72F2-69923DB7D9F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391518"/>
              <a:ext cx="619046" cy="463616"/>
            </a:xfrm>
            <a:prstGeom prst="rect">
              <a:avLst/>
            </a:prstGeom>
          </p:spPr>
        </p:pic>
      </p:gr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1500" y="457200"/>
            <a:ext cx="11052046" cy="492443"/>
          </a:xfrm>
        </p:spPr>
        <p:txBody>
          <a:bodyPr/>
          <a:lstStyle>
            <a:lvl1pPr>
              <a:defRPr sz="3200">
                <a:solidFill>
                  <a:schemeClr val="bg1"/>
                </a:solidFill>
              </a:defRPr>
            </a:lvl1p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71500" y="292100"/>
            <a:ext cx="11052046" cy="153888"/>
          </a:xfrm>
        </p:spPr>
        <p:txBody>
          <a:bodyPr/>
          <a:lstStyle>
            <a:lvl1pPr marL="0" indent="0">
              <a:buNone/>
              <a:defRPr sz="1000" cap="all" baseline="0">
                <a:solidFill>
                  <a:schemeClr val="bg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pic>
        <p:nvPicPr>
          <p:cNvPr id="161" name="Graphic 160">
            <a:extLst>
              <a:ext uri="{FF2B5EF4-FFF2-40B4-BE49-F238E27FC236}">
                <a16:creationId xmlns:a16="http://schemas.microsoft.com/office/drawing/2014/main" id="{4033CE84-4EE5-2362-0B9A-F8C324F9061E}"/>
              </a:ext>
            </a:extLst>
          </p:cNvPr>
          <p:cNvPicPr>
            <a:picLocks noChangeAspect="1"/>
          </p:cNvPicPr>
          <p:nvPr/>
        </p:nvPicPr>
        <p:blipFill>
          <a:blip>
            <a:lum bright="100000"/>
            <a:extLst>
              <a:ext uri="{96DAC541-7B7A-43D3-8B79-37D633B846F1}">
                <asvg:svgBlip xmlns:asvg="http://schemas.microsoft.com/office/drawing/2016/SVG/main" r:embed="rId3"/>
              </a:ext>
            </a:extLst>
          </a:blip>
          <a:stretch>
            <a:fillRect/>
          </a:stretch>
        </p:blipFill>
        <p:spPr>
          <a:xfrm>
            <a:off x="571501" y="6274974"/>
            <a:ext cx="618133" cy="411576"/>
          </a:xfrm>
          <a:prstGeom prst="rect">
            <a:avLst/>
          </a:prstGeom>
        </p:spPr>
      </p:pic>
      <p:sp>
        <p:nvSpPr>
          <p:cNvPr id="4" name="Rectangle: Rounded Corners 3">
            <a:extLst>
              <a:ext uri="{FF2B5EF4-FFF2-40B4-BE49-F238E27FC236}">
                <a16:creationId xmlns:a16="http://schemas.microsoft.com/office/drawing/2014/main" id="{1D14E82C-4192-6120-1058-5C13ACA3B080}"/>
              </a:ext>
            </a:extLst>
          </p:cNvPr>
          <p:cNvSpPr/>
          <p:nvPr/>
        </p:nvSpPr>
        <p:spPr bwMode="auto">
          <a:xfrm>
            <a:off x="568454" y="1436689"/>
            <a:ext cx="11052046" cy="4583112"/>
          </a:xfrm>
          <a:prstGeom prst="roundRect">
            <a:avLst>
              <a:gd name="adj" fmla="val 3434"/>
            </a:avLst>
          </a:prstGeom>
          <a:solidFill>
            <a:srgbClr val="112633"/>
          </a:solidFill>
          <a:ln w="12700" cap="flat" cmpd="sng" algn="ctr">
            <a:gradFill flip="none" rotWithShape="1">
              <a:gsLst>
                <a:gs pos="0">
                  <a:srgbClr val="0078D4"/>
                </a:gs>
                <a:gs pos="100000">
                  <a:srgbClr val="C03BC4"/>
                </a:gs>
              </a:gsLst>
              <a:lin ang="2700000" scaled="1"/>
              <a:tileRect/>
            </a:gra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274320" tIns="548640" rIns="274320" bIns="0" numCol="1" spcCol="0" rtlCol="0" fromWordArt="0" anchor="ctr" anchorCtr="0" forceAA="0" compatLnSpc="1">
            <a:prstTxWarp prst="textNoShape">
              <a:avLst/>
            </a:prstTxWarp>
            <a:noAutofit/>
          </a:bodyPr>
          <a:lstStyle/>
          <a:p>
            <a:pPr lvl="0" algn="ctr"/>
            <a:endParaRPr lang="en-US" sz="3200">
              <a:solidFill>
                <a:schemeClr val="bg1"/>
              </a:solidFill>
              <a:latin typeface="+mj-lt"/>
              <a:cs typeface="Segoe Sans Display Semilight" pitchFamily="2" charset="0"/>
            </a:endParaRPr>
          </a:p>
        </p:txBody>
      </p:sp>
      <p:sp>
        <p:nvSpPr>
          <p:cNvPr id="5" name="Text Placeholder 5">
            <a:extLst>
              <a:ext uri="{FF2B5EF4-FFF2-40B4-BE49-F238E27FC236}">
                <a16:creationId xmlns:a16="http://schemas.microsoft.com/office/drawing/2014/main" id="{81DC9BEB-E013-3C53-FE57-C3DFFE727015}"/>
              </a:ext>
            </a:extLst>
          </p:cNvPr>
          <p:cNvSpPr>
            <a:spLocks noGrp="1"/>
          </p:cNvSpPr>
          <p:nvPr>
            <p:ph type="body" sz="quarter" idx="13"/>
          </p:nvPr>
        </p:nvSpPr>
        <p:spPr>
          <a:xfrm>
            <a:off x="783770" y="1625600"/>
            <a:ext cx="10537372" cy="4093428"/>
          </a:xfrm>
        </p:spPr>
        <p:txBody>
          <a:bodyPr>
            <a:noAutofit/>
          </a:bodyPr>
          <a:lstStyle>
            <a:lvl1pPr marL="0" indent="0">
              <a:buNone/>
              <a:defRPr lang="en-US" sz="1800" kern="1200" dirty="0" smtClean="0">
                <a:solidFill>
                  <a:schemeClr val="bg1"/>
                </a:solidFill>
                <a:latin typeface="+mn-lt"/>
                <a:ea typeface="+mn-ea"/>
                <a:cs typeface="+mn-cs"/>
              </a:defRPr>
            </a:lvl1pPr>
            <a:lvl2pPr>
              <a:buNone/>
              <a:defRPr lang="en-US" sz="1800" kern="1200" dirty="0" smtClean="0">
                <a:solidFill>
                  <a:schemeClr val="tx1"/>
                </a:solidFill>
                <a:latin typeface="+mn-lt"/>
                <a:ea typeface="+mn-ea"/>
                <a:cs typeface="+mn-cs"/>
              </a:defRPr>
            </a:lvl2pPr>
            <a:lvl3pPr>
              <a:buNone/>
              <a:defRPr lang="en-US" sz="1800" kern="1200" dirty="0" smtClean="0">
                <a:solidFill>
                  <a:schemeClr val="tx1"/>
                </a:solidFill>
                <a:latin typeface="+mn-lt"/>
                <a:ea typeface="+mn-ea"/>
                <a:cs typeface="+mn-cs"/>
              </a:defRPr>
            </a:lvl3pPr>
            <a:lvl4pPr>
              <a:buNone/>
              <a:defRPr lang="en-US" sz="1800" kern="1200" dirty="0" smtClean="0">
                <a:solidFill>
                  <a:schemeClr val="tx1"/>
                </a:solidFill>
                <a:latin typeface="+mn-lt"/>
                <a:ea typeface="+mn-ea"/>
                <a:cs typeface="+mn-cs"/>
              </a:defRPr>
            </a:lvl4pPr>
            <a:lvl5pPr>
              <a:buNone/>
              <a:defRPr lang="en-IN" sz="1800" kern="1200" dirty="0">
                <a:solidFill>
                  <a:schemeClr val="tx1"/>
                </a:solidFill>
                <a:latin typeface="+mn-lt"/>
                <a:ea typeface="+mn-ea"/>
                <a:cs typeface="+mn-cs"/>
              </a:defRPr>
            </a:lvl5pPr>
          </a:lstStyle>
          <a:p>
            <a:pPr lvl="0"/>
            <a:r>
              <a:rPr lang="en-US"/>
              <a:t>Click to edit Master text styles</a:t>
            </a:r>
          </a:p>
        </p:txBody>
      </p:sp>
      <p:sp>
        <p:nvSpPr>
          <p:cNvPr id="6" name="Text Placeholder 4">
            <a:extLst>
              <a:ext uri="{FF2B5EF4-FFF2-40B4-BE49-F238E27FC236}">
                <a16:creationId xmlns:a16="http://schemas.microsoft.com/office/drawing/2014/main" id="{E5516B53-17A7-9E94-AAB9-A019DFB059AA}"/>
              </a:ext>
            </a:extLst>
          </p:cNvPr>
          <p:cNvSpPr>
            <a:spLocks noGrp="1"/>
          </p:cNvSpPr>
          <p:nvPr>
            <p:ph type="body" sz="quarter" idx="12" hasCustomPrompt="1"/>
          </p:nvPr>
        </p:nvSpPr>
        <p:spPr>
          <a:xfrm>
            <a:off x="1939924" y="6400799"/>
            <a:ext cx="9680575" cy="153888"/>
          </a:xfrm>
        </p:spPr>
        <p:txBody>
          <a:bodyPr/>
          <a:lstStyle>
            <a:lvl1pPr marL="0" indent="0">
              <a:buNone/>
              <a:defRPr sz="1000" cap="none" baseline="0">
                <a:solidFill>
                  <a:schemeClr val="bg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Footer</a:t>
            </a:r>
          </a:p>
        </p:txBody>
      </p:sp>
    </p:spTree>
    <p:extLst>
      <p:ext uri="{BB962C8B-B14F-4D97-AF65-F5344CB8AC3E}">
        <p14:creationId xmlns:p14="http://schemas.microsoft.com/office/powerpoint/2010/main" val="245881229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ontent White 2">
    <p:spTree>
      <p:nvGrpSpPr>
        <p:cNvPr id="1" name=""/>
        <p:cNvGrpSpPr/>
        <p:nvPr/>
      </p:nvGrpSpPr>
      <p:grpSpPr>
        <a:xfrm>
          <a:off x="0" y="0"/>
          <a:ext cx="0" cy="0"/>
          <a:chOff x="0" y="0"/>
          <a:chExt cx="0" cy="0"/>
        </a:xfrm>
      </p:grpSpPr>
      <p:grpSp>
        <p:nvGrpSpPr>
          <p:cNvPr id="91" name="Group 90">
            <a:extLst>
              <a:ext uri="{FF2B5EF4-FFF2-40B4-BE49-F238E27FC236}">
                <a16:creationId xmlns:a16="http://schemas.microsoft.com/office/drawing/2014/main" id="{E3312949-5276-F41B-01DB-F1BE8BEF8267}"/>
              </a:ext>
            </a:extLst>
          </p:cNvPr>
          <p:cNvGrpSpPr/>
          <p:nvPr/>
        </p:nvGrpSpPr>
        <p:grpSpPr>
          <a:xfrm>
            <a:off x="19238" y="93940"/>
            <a:ext cx="12225915" cy="6723916"/>
            <a:chOff x="19238" y="93940"/>
            <a:chExt cx="12225915" cy="6723916"/>
          </a:xfrm>
        </p:grpSpPr>
        <p:pic>
          <p:nvPicPr>
            <p:cNvPr id="92" name="Graphic 91">
              <a:extLst>
                <a:ext uri="{FF2B5EF4-FFF2-40B4-BE49-F238E27FC236}">
                  <a16:creationId xmlns:a16="http://schemas.microsoft.com/office/drawing/2014/main" id="{038203EB-13EA-7C2A-5505-C6A175464A0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1190098"/>
              <a:ext cx="679161" cy="508637"/>
            </a:xfrm>
            <a:prstGeom prst="rect">
              <a:avLst/>
            </a:prstGeom>
          </p:spPr>
        </p:pic>
        <p:pic>
          <p:nvPicPr>
            <p:cNvPr id="93" name="Graphic 92">
              <a:extLst>
                <a:ext uri="{FF2B5EF4-FFF2-40B4-BE49-F238E27FC236}">
                  <a16:creationId xmlns:a16="http://schemas.microsoft.com/office/drawing/2014/main" id="{8F4A342D-4AA5-0DE5-2B12-3B4B6F3EB90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1190098"/>
              <a:ext cx="679161" cy="508637"/>
            </a:xfrm>
            <a:prstGeom prst="rect">
              <a:avLst/>
            </a:prstGeom>
          </p:spPr>
        </p:pic>
        <p:pic>
          <p:nvPicPr>
            <p:cNvPr id="94" name="Graphic 93">
              <a:extLst>
                <a:ext uri="{FF2B5EF4-FFF2-40B4-BE49-F238E27FC236}">
                  <a16:creationId xmlns:a16="http://schemas.microsoft.com/office/drawing/2014/main" id="{83C6094D-651A-9ACF-FDCF-C641923D8B0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1190098"/>
              <a:ext cx="679161" cy="508637"/>
            </a:xfrm>
            <a:prstGeom prst="rect">
              <a:avLst/>
            </a:prstGeom>
          </p:spPr>
        </p:pic>
        <p:pic>
          <p:nvPicPr>
            <p:cNvPr id="95" name="Graphic 94">
              <a:extLst>
                <a:ext uri="{FF2B5EF4-FFF2-40B4-BE49-F238E27FC236}">
                  <a16:creationId xmlns:a16="http://schemas.microsoft.com/office/drawing/2014/main" id="{4F97FFC1-D187-0B26-B570-B90BF466F51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1190098"/>
              <a:ext cx="679161" cy="508637"/>
            </a:xfrm>
            <a:prstGeom prst="rect">
              <a:avLst/>
            </a:prstGeom>
          </p:spPr>
        </p:pic>
        <p:pic>
          <p:nvPicPr>
            <p:cNvPr id="96" name="Graphic 95">
              <a:extLst>
                <a:ext uri="{FF2B5EF4-FFF2-40B4-BE49-F238E27FC236}">
                  <a16:creationId xmlns:a16="http://schemas.microsoft.com/office/drawing/2014/main" id="{AE20A145-C7B4-0590-5BC5-E0DC02C2E52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1190098"/>
              <a:ext cx="679161" cy="508637"/>
            </a:xfrm>
            <a:prstGeom prst="rect">
              <a:avLst/>
            </a:prstGeom>
          </p:spPr>
        </p:pic>
        <p:pic>
          <p:nvPicPr>
            <p:cNvPr id="97" name="Graphic 96">
              <a:extLst>
                <a:ext uri="{FF2B5EF4-FFF2-40B4-BE49-F238E27FC236}">
                  <a16:creationId xmlns:a16="http://schemas.microsoft.com/office/drawing/2014/main" id="{B2FF0396-766F-9C64-ABCD-F195291C5C4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1190098"/>
              <a:ext cx="679161" cy="508637"/>
            </a:xfrm>
            <a:prstGeom prst="rect">
              <a:avLst/>
            </a:prstGeom>
          </p:spPr>
        </p:pic>
        <p:pic>
          <p:nvPicPr>
            <p:cNvPr id="98" name="Graphic 97">
              <a:extLst>
                <a:ext uri="{FF2B5EF4-FFF2-40B4-BE49-F238E27FC236}">
                  <a16:creationId xmlns:a16="http://schemas.microsoft.com/office/drawing/2014/main" id="{7A0BA5BF-CC81-78B5-4367-2753EC6D609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1190098"/>
              <a:ext cx="679161" cy="508637"/>
            </a:xfrm>
            <a:prstGeom prst="rect">
              <a:avLst/>
            </a:prstGeom>
          </p:spPr>
        </p:pic>
        <p:pic>
          <p:nvPicPr>
            <p:cNvPr id="99" name="Graphic 98">
              <a:extLst>
                <a:ext uri="{FF2B5EF4-FFF2-40B4-BE49-F238E27FC236}">
                  <a16:creationId xmlns:a16="http://schemas.microsoft.com/office/drawing/2014/main" id="{F561B333-439D-6934-C5DD-448651EABED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1190098"/>
              <a:ext cx="679161" cy="508637"/>
            </a:xfrm>
            <a:prstGeom prst="rect">
              <a:avLst/>
            </a:prstGeom>
          </p:spPr>
        </p:pic>
        <p:pic>
          <p:nvPicPr>
            <p:cNvPr id="100" name="Graphic 99">
              <a:extLst>
                <a:ext uri="{FF2B5EF4-FFF2-40B4-BE49-F238E27FC236}">
                  <a16:creationId xmlns:a16="http://schemas.microsoft.com/office/drawing/2014/main" id="{27966DDD-47E7-663F-3F0F-5152AD90271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1190098"/>
              <a:ext cx="679161" cy="508637"/>
            </a:xfrm>
            <a:prstGeom prst="rect">
              <a:avLst/>
            </a:prstGeom>
          </p:spPr>
        </p:pic>
        <p:pic>
          <p:nvPicPr>
            <p:cNvPr id="101" name="Graphic 100">
              <a:extLst>
                <a:ext uri="{FF2B5EF4-FFF2-40B4-BE49-F238E27FC236}">
                  <a16:creationId xmlns:a16="http://schemas.microsoft.com/office/drawing/2014/main" id="{7EF25049-BDFD-847F-1825-A819D4327D0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1190098"/>
              <a:ext cx="679161" cy="508637"/>
            </a:xfrm>
            <a:prstGeom prst="rect">
              <a:avLst/>
            </a:prstGeom>
          </p:spPr>
        </p:pic>
        <p:pic>
          <p:nvPicPr>
            <p:cNvPr id="102" name="Graphic 101">
              <a:extLst>
                <a:ext uri="{FF2B5EF4-FFF2-40B4-BE49-F238E27FC236}">
                  <a16:creationId xmlns:a16="http://schemas.microsoft.com/office/drawing/2014/main" id="{1936C301-90AC-303B-70AE-C8090A6E659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1190098"/>
              <a:ext cx="679161" cy="508637"/>
            </a:xfrm>
            <a:prstGeom prst="rect">
              <a:avLst/>
            </a:prstGeom>
          </p:spPr>
        </p:pic>
        <p:pic>
          <p:nvPicPr>
            <p:cNvPr id="103" name="Graphic 102">
              <a:extLst>
                <a:ext uri="{FF2B5EF4-FFF2-40B4-BE49-F238E27FC236}">
                  <a16:creationId xmlns:a16="http://schemas.microsoft.com/office/drawing/2014/main" id="{7C2E23F5-6AB0-A46F-C08A-88C3DFB92D6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2213922"/>
              <a:ext cx="679161" cy="508637"/>
            </a:xfrm>
            <a:prstGeom prst="rect">
              <a:avLst/>
            </a:prstGeom>
          </p:spPr>
        </p:pic>
        <p:pic>
          <p:nvPicPr>
            <p:cNvPr id="104" name="Graphic 103">
              <a:extLst>
                <a:ext uri="{FF2B5EF4-FFF2-40B4-BE49-F238E27FC236}">
                  <a16:creationId xmlns:a16="http://schemas.microsoft.com/office/drawing/2014/main" id="{24291E57-8A2D-E93F-651A-F7F0D623543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2213922"/>
              <a:ext cx="679161" cy="508637"/>
            </a:xfrm>
            <a:prstGeom prst="rect">
              <a:avLst/>
            </a:prstGeom>
          </p:spPr>
        </p:pic>
        <p:pic>
          <p:nvPicPr>
            <p:cNvPr id="105" name="Graphic 104">
              <a:extLst>
                <a:ext uri="{FF2B5EF4-FFF2-40B4-BE49-F238E27FC236}">
                  <a16:creationId xmlns:a16="http://schemas.microsoft.com/office/drawing/2014/main" id="{9FB80534-C3CD-E444-A381-666DED4E081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2213922"/>
              <a:ext cx="679161" cy="508637"/>
            </a:xfrm>
            <a:prstGeom prst="rect">
              <a:avLst/>
            </a:prstGeom>
          </p:spPr>
        </p:pic>
        <p:pic>
          <p:nvPicPr>
            <p:cNvPr id="106" name="Graphic 105">
              <a:extLst>
                <a:ext uri="{FF2B5EF4-FFF2-40B4-BE49-F238E27FC236}">
                  <a16:creationId xmlns:a16="http://schemas.microsoft.com/office/drawing/2014/main" id="{7DD72503-8854-13CE-C490-CBC0BEA122E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2213922"/>
              <a:ext cx="679161" cy="508637"/>
            </a:xfrm>
            <a:prstGeom prst="rect">
              <a:avLst/>
            </a:prstGeom>
          </p:spPr>
        </p:pic>
        <p:pic>
          <p:nvPicPr>
            <p:cNvPr id="107" name="Graphic 106">
              <a:extLst>
                <a:ext uri="{FF2B5EF4-FFF2-40B4-BE49-F238E27FC236}">
                  <a16:creationId xmlns:a16="http://schemas.microsoft.com/office/drawing/2014/main" id="{0B45209C-5346-7C36-E654-FBF3628B431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2213922"/>
              <a:ext cx="679161" cy="508637"/>
            </a:xfrm>
            <a:prstGeom prst="rect">
              <a:avLst/>
            </a:prstGeom>
          </p:spPr>
        </p:pic>
        <p:pic>
          <p:nvPicPr>
            <p:cNvPr id="108" name="Graphic 107">
              <a:extLst>
                <a:ext uri="{FF2B5EF4-FFF2-40B4-BE49-F238E27FC236}">
                  <a16:creationId xmlns:a16="http://schemas.microsoft.com/office/drawing/2014/main" id="{D6777886-CF83-640C-CBA9-686F64754DD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2213922"/>
              <a:ext cx="679161" cy="508637"/>
            </a:xfrm>
            <a:prstGeom prst="rect">
              <a:avLst/>
            </a:prstGeom>
          </p:spPr>
        </p:pic>
        <p:pic>
          <p:nvPicPr>
            <p:cNvPr id="109" name="Graphic 108">
              <a:extLst>
                <a:ext uri="{FF2B5EF4-FFF2-40B4-BE49-F238E27FC236}">
                  <a16:creationId xmlns:a16="http://schemas.microsoft.com/office/drawing/2014/main" id="{52899880-38D6-9A55-6632-23C21E4609A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2213922"/>
              <a:ext cx="679161" cy="508637"/>
            </a:xfrm>
            <a:prstGeom prst="rect">
              <a:avLst/>
            </a:prstGeom>
          </p:spPr>
        </p:pic>
        <p:pic>
          <p:nvPicPr>
            <p:cNvPr id="110" name="Graphic 109">
              <a:extLst>
                <a:ext uri="{FF2B5EF4-FFF2-40B4-BE49-F238E27FC236}">
                  <a16:creationId xmlns:a16="http://schemas.microsoft.com/office/drawing/2014/main" id="{0C752E18-1402-F0FC-7A6E-793FE8C356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2213922"/>
              <a:ext cx="679161" cy="508637"/>
            </a:xfrm>
            <a:prstGeom prst="rect">
              <a:avLst/>
            </a:prstGeom>
          </p:spPr>
        </p:pic>
        <p:pic>
          <p:nvPicPr>
            <p:cNvPr id="111" name="Graphic 110">
              <a:extLst>
                <a:ext uri="{FF2B5EF4-FFF2-40B4-BE49-F238E27FC236}">
                  <a16:creationId xmlns:a16="http://schemas.microsoft.com/office/drawing/2014/main" id="{93E0C7EF-7624-29F5-6C94-1E44BDA783D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2213922"/>
              <a:ext cx="679161" cy="508637"/>
            </a:xfrm>
            <a:prstGeom prst="rect">
              <a:avLst/>
            </a:prstGeom>
          </p:spPr>
        </p:pic>
        <p:pic>
          <p:nvPicPr>
            <p:cNvPr id="112" name="Graphic 111">
              <a:extLst>
                <a:ext uri="{FF2B5EF4-FFF2-40B4-BE49-F238E27FC236}">
                  <a16:creationId xmlns:a16="http://schemas.microsoft.com/office/drawing/2014/main" id="{853CFDA0-7EFB-C44F-80DA-7E585069215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2213922"/>
              <a:ext cx="679161" cy="508637"/>
            </a:xfrm>
            <a:prstGeom prst="rect">
              <a:avLst/>
            </a:prstGeom>
          </p:spPr>
        </p:pic>
        <p:pic>
          <p:nvPicPr>
            <p:cNvPr id="113" name="Graphic 112">
              <a:extLst>
                <a:ext uri="{FF2B5EF4-FFF2-40B4-BE49-F238E27FC236}">
                  <a16:creationId xmlns:a16="http://schemas.microsoft.com/office/drawing/2014/main" id="{8B177D22-6C60-69AB-8F93-F91D6EAD947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2213922"/>
              <a:ext cx="679161" cy="508637"/>
            </a:xfrm>
            <a:prstGeom prst="rect">
              <a:avLst/>
            </a:prstGeom>
          </p:spPr>
        </p:pic>
        <p:pic>
          <p:nvPicPr>
            <p:cNvPr id="114" name="Graphic 113">
              <a:extLst>
                <a:ext uri="{FF2B5EF4-FFF2-40B4-BE49-F238E27FC236}">
                  <a16:creationId xmlns:a16="http://schemas.microsoft.com/office/drawing/2014/main" id="{E4B691A7-D5F2-4FA4-AF4F-2EEA4429D86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3237746"/>
              <a:ext cx="679161" cy="508637"/>
            </a:xfrm>
            <a:prstGeom prst="rect">
              <a:avLst/>
            </a:prstGeom>
          </p:spPr>
        </p:pic>
        <p:pic>
          <p:nvPicPr>
            <p:cNvPr id="115" name="Graphic 114">
              <a:extLst>
                <a:ext uri="{FF2B5EF4-FFF2-40B4-BE49-F238E27FC236}">
                  <a16:creationId xmlns:a16="http://schemas.microsoft.com/office/drawing/2014/main" id="{FE3BA9AB-4175-FF3D-FED0-5C76D6206C5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3237746"/>
              <a:ext cx="679161" cy="508637"/>
            </a:xfrm>
            <a:prstGeom prst="rect">
              <a:avLst/>
            </a:prstGeom>
          </p:spPr>
        </p:pic>
        <p:pic>
          <p:nvPicPr>
            <p:cNvPr id="116" name="Graphic 115">
              <a:extLst>
                <a:ext uri="{FF2B5EF4-FFF2-40B4-BE49-F238E27FC236}">
                  <a16:creationId xmlns:a16="http://schemas.microsoft.com/office/drawing/2014/main" id="{DECAB6F9-43AD-3A95-5F8A-15609C1BEFE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3237746"/>
              <a:ext cx="679161" cy="508637"/>
            </a:xfrm>
            <a:prstGeom prst="rect">
              <a:avLst/>
            </a:prstGeom>
          </p:spPr>
        </p:pic>
        <p:pic>
          <p:nvPicPr>
            <p:cNvPr id="117" name="Graphic 116">
              <a:extLst>
                <a:ext uri="{FF2B5EF4-FFF2-40B4-BE49-F238E27FC236}">
                  <a16:creationId xmlns:a16="http://schemas.microsoft.com/office/drawing/2014/main" id="{BCA0F8C3-3139-0218-E3E3-B7D1AEAED32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3237746"/>
              <a:ext cx="679161" cy="508637"/>
            </a:xfrm>
            <a:prstGeom prst="rect">
              <a:avLst/>
            </a:prstGeom>
          </p:spPr>
        </p:pic>
        <p:pic>
          <p:nvPicPr>
            <p:cNvPr id="118" name="Graphic 117">
              <a:extLst>
                <a:ext uri="{FF2B5EF4-FFF2-40B4-BE49-F238E27FC236}">
                  <a16:creationId xmlns:a16="http://schemas.microsoft.com/office/drawing/2014/main" id="{B5B85F60-C446-695D-C44A-80FBB1F28B1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3237746"/>
              <a:ext cx="679161" cy="508637"/>
            </a:xfrm>
            <a:prstGeom prst="rect">
              <a:avLst/>
            </a:prstGeom>
          </p:spPr>
        </p:pic>
        <p:pic>
          <p:nvPicPr>
            <p:cNvPr id="119" name="Graphic 118">
              <a:extLst>
                <a:ext uri="{FF2B5EF4-FFF2-40B4-BE49-F238E27FC236}">
                  <a16:creationId xmlns:a16="http://schemas.microsoft.com/office/drawing/2014/main" id="{85F1AE44-DAF3-935C-D3F2-D0F79183853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3237746"/>
              <a:ext cx="679161" cy="508637"/>
            </a:xfrm>
            <a:prstGeom prst="rect">
              <a:avLst/>
            </a:prstGeom>
          </p:spPr>
        </p:pic>
        <p:pic>
          <p:nvPicPr>
            <p:cNvPr id="120" name="Graphic 119">
              <a:extLst>
                <a:ext uri="{FF2B5EF4-FFF2-40B4-BE49-F238E27FC236}">
                  <a16:creationId xmlns:a16="http://schemas.microsoft.com/office/drawing/2014/main" id="{17E00A9F-B7C6-FE7A-047A-7915F8A1D8A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3237746"/>
              <a:ext cx="679161" cy="508637"/>
            </a:xfrm>
            <a:prstGeom prst="rect">
              <a:avLst/>
            </a:prstGeom>
          </p:spPr>
        </p:pic>
        <p:pic>
          <p:nvPicPr>
            <p:cNvPr id="121" name="Graphic 120">
              <a:extLst>
                <a:ext uri="{FF2B5EF4-FFF2-40B4-BE49-F238E27FC236}">
                  <a16:creationId xmlns:a16="http://schemas.microsoft.com/office/drawing/2014/main" id="{B46F1902-5D2C-FF24-D65F-729D75A4ADE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3237746"/>
              <a:ext cx="679161" cy="508637"/>
            </a:xfrm>
            <a:prstGeom prst="rect">
              <a:avLst/>
            </a:prstGeom>
          </p:spPr>
        </p:pic>
        <p:pic>
          <p:nvPicPr>
            <p:cNvPr id="122" name="Graphic 121">
              <a:extLst>
                <a:ext uri="{FF2B5EF4-FFF2-40B4-BE49-F238E27FC236}">
                  <a16:creationId xmlns:a16="http://schemas.microsoft.com/office/drawing/2014/main" id="{ED7993EA-3338-2201-596A-65977B8B432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3237746"/>
              <a:ext cx="679161" cy="508637"/>
            </a:xfrm>
            <a:prstGeom prst="rect">
              <a:avLst/>
            </a:prstGeom>
          </p:spPr>
        </p:pic>
        <p:pic>
          <p:nvPicPr>
            <p:cNvPr id="123" name="Graphic 122">
              <a:extLst>
                <a:ext uri="{FF2B5EF4-FFF2-40B4-BE49-F238E27FC236}">
                  <a16:creationId xmlns:a16="http://schemas.microsoft.com/office/drawing/2014/main" id="{FE8ACAC4-F813-D649-AA3C-44C39AD3272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3237746"/>
              <a:ext cx="679161" cy="508637"/>
            </a:xfrm>
            <a:prstGeom prst="rect">
              <a:avLst/>
            </a:prstGeom>
          </p:spPr>
        </p:pic>
        <p:pic>
          <p:nvPicPr>
            <p:cNvPr id="124" name="Graphic 123">
              <a:extLst>
                <a:ext uri="{FF2B5EF4-FFF2-40B4-BE49-F238E27FC236}">
                  <a16:creationId xmlns:a16="http://schemas.microsoft.com/office/drawing/2014/main" id="{1F5A95C1-F41F-2F8E-F845-21EFEFF6CD7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3237746"/>
              <a:ext cx="679161" cy="508637"/>
            </a:xfrm>
            <a:prstGeom prst="rect">
              <a:avLst/>
            </a:prstGeom>
          </p:spPr>
        </p:pic>
        <p:pic>
          <p:nvPicPr>
            <p:cNvPr id="125" name="Graphic 124">
              <a:extLst>
                <a:ext uri="{FF2B5EF4-FFF2-40B4-BE49-F238E27FC236}">
                  <a16:creationId xmlns:a16="http://schemas.microsoft.com/office/drawing/2014/main" id="{487D5A2C-590A-82E0-7AF1-1D2C3D59459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4261570"/>
              <a:ext cx="679161" cy="508637"/>
            </a:xfrm>
            <a:prstGeom prst="rect">
              <a:avLst/>
            </a:prstGeom>
          </p:spPr>
        </p:pic>
        <p:pic>
          <p:nvPicPr>
            <p:cNvPr id="126" name="Graphic 125">
              <a:extLst>
                <a:ext uri="{FF2B5EF4-FFF2-40B4-BE49-F238E27FC236}">
                  <a16:creationId xmlns:a16="http://schemas.microsoft.com/office/drawing/2014/main" id="{99C4C0A3-2D8B-0273-1976-1180F93EF85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4261570"/>
              <a:ext cx="679161" cy="508637"/>
            </a:xfrm>
            <a:prstGeom prst="rect">
              <a:avLst/>
            </a:prstGeom>
          </p:spPr>
        </p:pic>
        <p:pic>
          <p:nvPicPr>
            <p:cNvPr id="127" name="Graphic 126">
              <a:extLst>
                <a:ext uri="{FF2B5EF4-FFF2-40B4-BE49-F238E27FC236}">
                  <a16:creationId xmlns:a16="http://schemas.microsoft.com/office/drawing/2014/main" id="{5CCA9EF9-6C8A-46AE-5715-2ADD8AD711D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4261570"/>
              <a:ext cx="679161" cy="508637"/>
            </a:xfrm>
            <a:prstGeom prst="rect">
              <a:avLst/>
            </a:prstGeom>
          </p:spPr>
        </p:pic>
        <p:pic>
          <p:nvPicPr>
            <p:cNvPr id="128" name="Graphic 127">
              <a:extLst>
                <a:ext uri="{FF2B5EF4-FFF2-40B4-BE49-F238E27FC236}">
                  <a16:creationId xmlns:a16="http://schemas.microsoft.com/office/drawing/2014/main" id="{966184A7-0B1D-3E57-D77C-94386532214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4261570"/>
              <a:ext cx="679161" cy="508637"/>
            </a:xfrm>
            <a:prstGeom prst="rect">
              <a:avLst/>
            </a:prstGeom>
          </p:spPr>
        </p:pic>
        <p:pic>
          <p:nvPicPr>
            <p:cNvPr id="129" name="Graphic 128">
              <a:extLst>
                <a:ext uri="{FF2B5EF4-FFF2-40B4-BE49-F238E27FC236}">
                  <a16:creationId xmlns:a16="http://schemas.microsoft.com/office/drawing/2014/main" id="{A0C24750-01C2-6095-8F02-F17B76254FC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4261570"/>
              <a:ext cx="679161" cy="508637"/>
            </a:xfrm>
            <a:prstGeom prst="rect">
              <a:avLst/>
            </a:prstGeom>
          </p:spPr>
        </p:pic>
        <p:pic>
          <p:nvPicPr>
            <p:cNvPr id="130" name="Graphic 129">
              <a:extLst>
                <a:ext uri="{FF2B5EF4-FFF2-40B4-BE49-F238E27FC236}">
                  <a16:creationId xmlns:a16="http://schemas.microsoft.com/office/drawing/2014/main" id="{3A46C4D4-D60B-8971-906E-492BD2D2414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4261570"/>
              <a:ext cx="679161" cy="508637"/>
            </a:xfrm>
            <a:prstGeom prst="rect">
              <a:avLst/>
            </a:prstGeom>
          </p:spPr>
        </p:pic>
        <p:pic>
          <p:nvPicPr>
            <p:cNvPr id="131" name="Graphic 130">
              <a:extLst>
                <a:ext uri="{FF2B5EF4-FFF2-40B4-BE49-F238E27FC236}">
                  <a16:creationId xmlns:a16="http://schemas.microsoft.com/office/drawing/2014/main" id="{5334A16F-71B3-BE80-15DC-AA77C3361C3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4261570"/>
              <a:ext cx="679161" cy="508637"/>
            </a:xfrm>
            <a:prstGeom prst="rect">
              <a:avLst/>
            </a:prstGeom>
          </p:spPr>
        </p:pic>
        <p:pic>
          <p:nvPicPr>
            <p:cNvPr id="132" name="Graphic 131">
              <a:extLst>
                <a:ext uri="{FF2B5EF4-FFF2-40B4-BE49-F238E27FC236}">
                  <a16:creationId xmlns:a16="http://schemas.microsoft.com/office/drawing/2014/main" id="{C3FB7C17-6AD7-C806-C1A2-790A937A302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4261570"/>
              <a:ext cx="679161" cy="508637"/>
            </a:xfrm>
            <a:prstGeom prst="rect">
              <a:avLst/>
            </a:prstGeom>
          </p:spPr>
        </p:pic>
        <p:pic>
          <p:nvPicPr>
            <p:cNvPr id="133" name="Graphic 132">
              <a:extLst>
                <a:ext uri="{FF2B5EF4-FFF2-40B4-BE49-F238E27FC236}">
                  <a16:creationId xmlns:a16="http://schemas.microsoft.com/office/drawing/2014/main" id="{9BB90807-3DCA-7D53-ECF4-E34A998AEDD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4261570"/>
              <a:ext cx="679161" cy="508637"/>
            </a:xfrm>
            <a:prstGeom prst="rect">
              <a:avLst/>
            </a:prstGeom>
          </p:spPr>
        </p:pic>
        <p:pic>
          <p:nvPicPr>
            <p:cNvPr id="134" name="Graphic 133">
              <a:extLst>
                <a:ext uri="{FF2B5EF4-FFF2-40B4-BE49-F238E27FC236}">
                  <a16:creationId xmlns:a16="http://schemas.microsoft.com/office/drawing/2014/main" id="{540FB4E4-8300-8815-AF76-3CCB922CBE7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4261570"/>
              <a:ext cx="679161" cy="508637"/>
            </a:xfrm>
            <a:prstGeom prst="rect">
              <a:avLst/>
            </a:prstGeom>
          </p:spPr>
        </p:pic>
        <p:pic>
          <p:nvPicPr>
            <p:cNvPr id="135" name="Graphic 134">
              <a:extLst>
                <a:ext uri="{FF2B5EF4-FFF2-40B4-BE49-F238E27FC236}">
                  <a16:creationId xmlns:a16="http://schemas.microsoft.com/office/drawing/2014/main" id="{32845721-EF7C-2B5F-F216-33E1AD14994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4261570"/>
              <a:ext cx="679161" cy="508637"/>
            </a:xfrm>
            <a:prstGeom prst="rect">
              <a:avLst/>
            </a:prstGeom>
          </p:spPr>
        </p:pic>
        <p:pic>
          <p:nvPicPr>
            <p:cNvPr id="136" name="Graphic 135">
              <a:extLst>
                <a:ext uri="{FF2B5EF4-FFF2-40B4-BE49-F238E27FC236}">
                  <a16:creationId xmlns:a16="http://schemas.microsoft.com/office/drawing/2014/main" id="{6BCB3A9D-D93D-C89E-1F01-670A72275CE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5285395"/>
              <a:ext cx="679161" cy="508637"/>
            </a:xfrm>
            <a:prstGeom prst="rect">
              <a:avLst/>
            </a:prstGeom>
          </p:spPr>
        </p:pic>
        <p:pic>
          <p:nvPicPr>
            <p:cNvPr id="137" name="Graphic 136">
              <a:extLst>
                <a:ext uri="{FF2B5EF4-FFF2-40B4-BE49-F238E27FC236}">
                  <a16:creationId xmlns:a16="http://schemas.microsoft.com/office/drawing/2014/main" id="{6F1CD254-3A62-768A-2372-EFF5164746C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5285395"/>
              <a:ext cx="679161" cy="508637"/>
            </a:xfrm>
            <a:prstGeom prst="rect">
              <a:avLst/>
            </a:prstGeom>
          </p:spPr>
        </p:pic>
        <p:pic>
          <p:nvPicPr>
            <p:cNvPr id="138" name="Graphic 137">
              <a:extLst>
                <a:ext uri="{FF2B5EF4-FFF2-40B4-BE49-F238E27FC236}">
                  <a16:creationId xmlns:a16="http://schemas.microsoft.com/office/drawing/2014/main" id="{6F877F5F-9101-B59C-F39C-79CD47C9A70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5285395"/>
              <a:ext cx="679161" cy="508637"/>
            </a:xfrm>
            <a:prstGeom prst="rect">
              <a:avLst/>
            </a:prstGeom>
          </p:spPr>
        </p:pic>
        <p:pic>
          <p:nvPicPr>
            <p:cNvPr id="139" name="Graphic 138">
              <a:extLst>
                <a:ext uri="{FF2B5EF4-FFF2-40B4-BE49-F238E27FC236}">
                  <a16:creationId xmlns:a16="http://schemas.microsoft.com/office/drawing/2014/main" id="{F0724BE3-7898-CD24-5C40-44896F36B4D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5285395"/>
              <a:ext cx="679161" cy="508637"/>
            </a:xfrm>
            <a:prstGeom prst="rect">
              <a:avLst/>
            </a:prstGeom>
          </p:spPr>
        </p:pic>
        <p:pic>
          <p:nvPicPr>
            <p:cNvPr id="140" name="Graphic 139">
              <a:extLst>
                <a:ext uri="{FF2B5EF4-FFF2-40B4-BE49-F238E27FC236}">
                  <a16:creationId xmlns:a16="http://schemas.microsoft.com/office/drawing/2014/main" id="{61B30275-DFBE-4BBC-5511-DFD5E11F2E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5285395"/>
              <a:ext cx="679161" cy="508637"/>
            </a:xfrm>
            <a:prstGeom prst="rect">
              <a:avLst/>
            </a:prstGeom>
          </p:spPr>
        </p:pic>
        <p:pic>
          <p:nvPicPr>
            <p:cNvPr id="141" name="Graphic 140">
              <a:extLst>
                <a:ext uri="{FF2B5EF4-FFF2-40B4-BE49-F238E27FC236}">
                  <a16:creationId xmlns:a16="http://schemas.microsoft.com/office/drawing/2014/main" id="{79E2CB96-1EA0-1E8B-203A-A6CF5EEC075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5285395"/>
              <a:ext cx="679161" cy="508637"/>
            </a:xfrm>
            <a:prstGeom prst="rect">
              <a:avLst/>
            </a:prstGeom>
          </p:spPr>
        </p:pic>
        <p:pic>
          <p:nvPicPr>
            <p:cNvPr id="142" name="Graphic 141">
              <a:extLst>
                <a:ext uri="{FF2B5EF4-FFF2-40B4-BE49-F238E27FC236}">
                  <a16:creationId xmlns:a16="http://schemas.microsoft.com/office/drawing/2014/main" id="{64D3EFB6-70DE-4F88-683D-7713B5A6DF9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5285395"/>
              <a:ext cx="679161" cy="508637"/>
            </a:xfrm>
            <a:prstGeom prst="rect">
              <a:avLst/>
            </a:prstGeom>
          </p:spPr>
        </p:pic>
        <p:pic>
          <p:nvPicPr>
            <p:cNvPr id="143" name="Graphic 142">
              <a:extLst>
                <a:ext uri="{FF2B5EF4-FFF2-40B4-BE49-F238E27FC236}">
                  <a16:creationId xmlns:a16="http://schemas.microsoft.com/office/drawing/2014/main" id="{245692F6-89C7-CB36-0B5A-926B199F46D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5285395"/>
              <a:ext cx="679161" cy="508637"/>
            </a:xfrm>
            <a:prstGeom prst="rect">
              <a:avLst/>
            </a:prstGeom>
          </p:spPr>
        </p:pic>
        <p:pic>
          <p:nvPicPr>
            <p:cNvPr id="144" name="Graphic 143">
              <a:extLst>
                <a:ext uri="{FF2B5EF4-FFF2-40B4-BE49-F238E27FC236}">
                  <a16:creationId xmlns:a16="http://schemas.microsoft.com/office/drawing/2014/main" id="{8D18CB66-EA61-F1B1-84B2-B265ECDB28D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5285395"/>
              <a:ext cx="679161" cy="508637"/>
            </a:xfrm>
            <a:prstGeom prst="rect">
              <a:avLst/>
            </a:prstGeom>
          </p:spPr>
        </p:pic>
        <p:pic>
          <p:nvPicPr>
            <p:cNvPr id="145" name="Graphic 144">
              <a:extLst>
                <a:ext uri="{FF2B5EF4-FFF2-40B4-BE49-F238E27FC236}">
                  <a16:creationId xmlns:a16="http://schemas.microsoft.com/office/drawing/2014/main" id="{321E59CD-CDAC-E927-A788-C5F451867DD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5285395"/>
              <a:ext cx="679161" cy="508637"/>
            </a:xfrm>
            <a:prstGeom prst="rect">
              <a:avLst/>
            </a:prstGeom>
          </p:spPr>
        </p:pic>
        <p:pic>
          <p:nvPicPr>
            <p:cNvPr id="146" name="Graphic 145">
              <a:extLst>
                <a:ext uri="{FF2B5EF4-FFF2-40B4-BE49-F238E27FC236}">
                  <a16:creationId xmlns:a16="http://schemas.microsoft.com/office/drawing/2014/main" id="{86DA5630-7EC9-F544-C14B-0125191302E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5285395"/>
              <a:ext cx="679161" cy="508637"/>
            </a:xfrm>
            <a:prstGeom prst="rect">
              <a:avLst/>
            </a:prstGeom>
          </p:spPr>
        </p:pic>
        <p:pic>
          <p:nvPicPr>
            <p:cNvPr id="147" name="Graphic 146">
              <a:extLst>
                <a:ext uri="{FF2B5EF4-FFF2-40B4-BE49-F238E27FC236}">
                  <a16:creationId xmlns:a16="http://schemas.microsoft.com/office/drawing/2014/main" id="{D1F25B9E-36A0-9D5D-1061-81526D5F9B2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6309219"/>
              <a:ext cx="679161" cy="508637"/>
            </a:xfrm>
            <a:prstGeom prst="rect">
              <a:avLst/>
            </a:prstGeom>
          </p:spPr>
        </p:pic>
        <p:pic>
          <p:nvPicPr>
            <p:cNvPr id="148" name="Graphic 147">
              <a:extLst>
                <a:ext uri="{FF2B5EF4-FFF2-40B4-BE49-F238E27FC236}">
                  <a16:creationId xmlns:a16="http://schemas.microsoft.com/office/drawing/2014/main" id="{7716C73C-CA50-6F71-8AF7-B527742148B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6309219"/>
              <a:ext cx="679161" cy="508637"/>
            </a:xfrm>
            <a:prstGeom prst="rect">
              <a:avLst/>
            </a:prstGeom>
          </p:spPr>
        </p:pic>
        <p:pic>
          <p:nvPicPr>
            <p:cNvPr id="149" name="Graphic 148">
              <a:extLst>
                <a:ext uri="{FF2B5EF4-FFF2-40B4-BE49-F238E27FC236}">
                  <a16:creationId xmlns:a16="http://schemas.microsoft.com/office/drawing/2014/main" id="{63F1475B-59EB-8BD9-A687-1659F432859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6309219"/>
              <a:ext cx="679161" cy="508637"/>
            </a:xfrm>
            <a:prstGeom prst="rect">
              <a:avLst/>
            </a:prstGeom>
          </p:spPr>
        </p:pic>
        <p:pic>
          <p:nvPicPr>
            <p:cNvPr id="150" name="Graphic 149">
              <a:extLst>
                <a:ext uri="{FF2B5EF4-FFF2-40B4-BE49-F238E27FC236}">
                  <a16:creationId xmlns:a16="http://schemas.microsoft.com/office/drawing/2014/main" id="{D165B6DF-1279-9726-8742-53D57C84197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6309219"/>
              <a:ext cx="679161" cy="508637"/>
            </a:xfrm>
            <a:prstGeom prst="rect">
              <a:avLst/>
            </a:prstGeom>
          </p:spPr>
        </p:pic>
        <p:pic>
          <p:nvPicPr>
            <p:cNvPr id="151" name="Graphic 150">
              <a:extLst>
                <a:ext uri="{FF2B5EF4-FFF2-40B4-BE49-F238E27FC236}">
                  <a16:creationId xmlns:a16="http://schemas.microsoft.com/office/drawing/2014/main" id="{125BA8B4-7CD1-F2BF-80FE-BCA454B4537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6309219"/>
              <a:ext cx="679161" cy="508637"/>
            </a:xfrm>
            <a:prstGeom prst="rect">
              <a:avLst/>
            </a:prstGeom>
          </p:spPr>
        </p:pic>
        <p:pic>
          <p:nvPicPr>
            <p:cNvPr id="152" name="Graphic 151">
              <a:extLst>
                <a:ext uri="{FF2B5EF4-FFF2-40B4-BE49-F238E27FC236}">
                  <a16:creationId xmlns:a16="http://schemas.microsoft.com/office/drawing/2014/main" id="{4CD4AB4B-C557-0F99-4635-7B77CBA0366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6309219"/>
              <a:ext cx="679161" cy="508637"/>
            </a:xfrm>
            <a:prstGeom prst="rect">
              <a:avLst/>
            </a:prstGeom>
          </p:spPr>
        </p:pic>
        <p:pic>
          <p:nvPicPr>
            <p:cNvPr id="153" name="Graphic 152">
              <a:extLst>
                <a:ext uri="{FF2B5EF4-FFF2-40B4-BE49-F238E27FC236}">
                  <a16:creationId xmlns:a16="http://schemas.microsoft.com/office/drawing/2014/main" id="{C1552958-40EB-5F0A-54B3-E8CC2C41DC1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6309219"/>
              <a:ext cx="679161" cy="508637"/>
            </a:xfrm>
            <a:prstGeom prst="rect">
              <a:avLst/>
            </a:prstGeom>
          </p:spPr>
        </p:pic>
        <p:pic>
          <p:nvPicPr>
            <p:cNvPr id="154" name="Graphic 153">
              <a:extLst>
                <a:ext uri="{FF2B5EF4-FFF2-40B4-BE49-F238E27FC236}">
                  <a16:creationId xmlns:a16="http://schemas.microsoft.com/office/drawing/2014/main" id="{19873E7A-10D6-2833-C6C6-02BB6846C09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6309219"/>
              <a:ext cx="679161" cy="508637"/>
            </a:xfrm>
            <a:prstGeom prst="rect">
              <a:avLst/>
            </a:prstGeom>
          </p:spPr>
        </p:pic>
        <p:pic>
          <p:nvPicPr>
            <p:cNvPr id="155" name="Graphic 154">
              <a:extLst>
                <a:ext uri="{FF2B5EF4-FFF2-40B4-BE49-F238E27FC236}">
                  <a16:creationId xmlns:a16="http://schemas.microsoft.com/office/drawing/2014/main" id="{11220FB4-DBE2-1382-8E35-0BCEEA036F9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6309219"/>
              <a:ext cx="679161" cy="508637"/>
            </a:xfrm>
            <a:prstGeom prst="rect">
              <a:avLst/>
            </a:prstGeom>
          </p:spPr>
        </p:pic>
        <p:pic>
          <p:nvPicPr>
            <p:cNvPr id="156" name="Graphic 155">
              <a:extLst>
                <a:ext uri="{FF2B5EF4-FFF2-40B4-BE49-F238E27FC236}">
                  <a16:creationId xmlns:a16="http://schemas.microsoft.com/office/drawing/2014/main" id="{6A0958F3-0559-A154-C67A-B7EAB72596B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6309219"/>
              <a:ext cx="679161" cy="508637"/>
            </a:xfrm>
            <a:prstGeom prst="rect">
              <a:avLst/>
            </a:prstGeom>
          </p:spPr>
        </p:pic>
        <p:pic>
          <p:nvPicPr>
            <p:cNvPr id="157" name="Graphic 156">
              <a:extLst>
                <a:ext uri="{FF2B5EF4-FFF2-40B4-BE49-F238E27FC236}">
                  <a16:creationId xmlns:a16="http://schemas.microsoft.com/office/drawing/2014/main" id="{1843954B-359C-D58C-1D19-999DCB6B07B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6309219"/>
              <a:ext cx="679161" cy="508637"/>
            </a:xfrm>
            <a:prstGeom prst="rect">
              <a:avLst/>
            </a:prstGeom>
          </p:spPr>
        </p:pic>
        <p:pic>
          <p:nvPicPr>
            <p:cNvPr id="158" name="Graphic 157">
              <a:extLst>
                <a:ext uri="{FF2B5EF4-FFF2-40B4-BE49-F238E27FC236}">
                  <a16:creationId xmlns:a16="http://schemas.microsoft.com/office/drawing/2014/main" id="{A1029286-21BB-3587-EF1D-5872AB7E55F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93940"/>
              <a:ext cx="679161" cy="508637"/>
            </a:xfrm>
            <a:prstGeom prst="rect">
              <a:avLst/>
            </a:prstGeom>
          </p:spPr>
        </p:pic>
        <p:pic>
          <p:nvPicPr>
            <p:cNvPr id="159" name="Graphic 158">
              <a:extLst>
                <a:ext uri="{FF2B5EF4-FFF2-40B4-BE49-F238E27FC236}">
                  <a16:creationId xmlns:a16="http://schemas.microsoft.com/office/drawing/2014/main" id="{7395FF1A-4F5D-2A13-EBC2-EE77813A922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93940"/>
              <a:ext cx="679161" cy="508637"/>
            </a:xfrm>
            <a:prstGeom prst="rect">
              <a:avLst/>
            </a:prstGeom>
          </p:spPr>
        </p:pic>
        <p:pic>
          <p:nvPicPr>
            <p:cNvPr id="160" name="Graphic 159">
              <a:extLst>
                <a:ext uri="{FF2B5EF4-FFF2-40B4-BE49-F238E27FC236}">
                  <a16:creationId xmlns:a16="http://schemas.microsoft.com/office/drawing/2014/main" id="{73480149-1E23-3352-6B45-CE473D4480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93940"/>
              <a:ext cx="679161" cy="508637"/>
            </a:xfrm>
            <a:prstGeom prst="rect">
              <a:avLst/>
            </a:prstGeom>
          </p:spPr>
        </p:pic>
        <p:pic>
          <p:nvPicPr>
            <p:cNvPr id="161" name="Graphic 160">
              <a:extLst>
                <a:ext uri="{FF2B5EF4-FFF2-40B4-BE49-F238E27FC236}">
                  <a16:creationId xmlns:a16="http://schemas.microsoft.com/office/drawing/2014/main" id="{411BF736-415D-A4FD-4AFD-C7D8BB3D0E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93940"/>
              <a:ext cx="679161" cy="508637"/>
            </a:xfrm>
            <a:prstGeom prst="rect">
              <a:avLst/>
            </a:prstGeom>
          </p:spPr>
        </p:pic>
        <p:pic>
          <p:nvPicPr>
            <p:cNvPr id="162" name="Graphic 161">
              <a:extLst>
                <a:ext uri="{FF2B5EF4-FFF2-40B4-BE49-F238E27FC236}">
                  <a16:creationId xmlns:a16="http://schemas.microsoft.com/office/drawing/2014/main" id="{ABE5A9A1-42D2-0D73-3239-55F4E5EB2A0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93940"/>
              <a:ext cx="679161" cy="508637"/>
            </a:xfrm>
            <a:prstGeom prst="rect">
              <a:avLst/>
            </a:prstGeom>
          </p:spPr>
        </p:pic>
        <p:pic>
          <p:nvPicPr>
            <p:cNvPr id="163" name="Graphic 162">
              <a:extLst>
                <a:ext uri="{FF2B5EF4-FFF2-40B4-BE49-F238E27FC236}">
                  <a16:creationId xmlns:a16="http://schemas.microsoft.com/office/drawing/2014/main" id="{88075493-0C12-810F-95D8-BD6F25DEE21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93940"/>
              <a:ext cx="679161" cy="508637"/>
            </a:xfrm>
            <a:prstGeom prst="rect">
              <a:avLst/>
            </a:prstGeom>
          </p:spPr>
        </p:pic>
        <p:pic>
          <p:nvPicPr>
            <p:cNvPr id="164" name="Graphic 163">
              <a:extLst>
                <a:ext uri="{FF2B5EF4-FFF2-40B4-BE49-F238E27FC236}">
                  <a16:creationId xmlns:a16="http://schemas.microsoft.com/office/drawing/2014/main" id="{EE145A4E-040F-F012-5FCB-DEE05DA2FC1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93940"/>
              <a:ext cx="679161" cy="508637"/>
            </a:xfrm>
            <a:prstGeom prst="rect">
              <a:avLst/>
            </a:prstGeom>
          </p:spPr>
        </p:pic>
        <p:pic>
          <p:nvPicPr>
            <p:cNvPr id="165" name="Graphic 164">
              <a:extLst>
                <a:ext uri="{FF2B5EF4-FFF2-40B4-BE49-F238E27FC236}">
                  <a16:creationId xmlns:a16="http://schemas.microsoft.com/office/drawing/2014/main" id="{E9B2F8EF-EF58-A5D7-83EB-81BEEA1B2E9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93940"/>
              <a:ext cx="679161" cy="508637"/>
            </a:xfrm>
            <a:prstGeom prst="rect">
              <a:avLst/>
            </a:prstGeom>
          </p:spPr>
        </p:pic>
        <p:pic>
          <p:nvPicPr>
            <p:cNvPr id="166" name="Graphic 165">
              <a:extLst>
                <a:ext uri="{FF2B5EF4-FFF2-40B4-BE49-F238E27FC236}">
                  <a16:creationId xmlns:a16="http://schemas.microsoft.com/office/drawing/2014/main" id="{A59035F3-62FD-C087-456B-B4F876EA7BE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93940"/>
              <a:ext cx="679161" cy="508637"/>
            </a:xfrm>
            <a:prstGeom prst="rect">
              <a:avLst/>
            </a:prstGeom>
          </p:spPr>
        </p:pic>
        <p:pic>
          <p:nvPicPr>
            <p:cNvPr id="167" name="Graphic 166">
              <a:extLst>
                <a:ext uri="{FF2B5EF4-FFF2-40B4-BE49-F238E27FC236}">
                  <a16:creationId xmlns:a16="http://schemas.microsoft.com/office/drawing/2014/main" id="{7DC77432-5B27-B690-0389-61C9B985F8E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93940"/>
              <a:ext cx="679161" cy="508637"/>
            </a:xfrm>
            <a:prstGeom prst="rect">
              <a:avLst/>
            </a:prstGeom>
          </p:spPr>
        </p:pic>
        <p:pic>
          <p:nvPicPr>
            <p:cNvPr id="168" name="Graphic 167">
              <a:extLst>
                <a:ext uri="{FF2B5EF4-FFF2-40B4-BE49-F238E27FC236}">
                  <a16:creationId xmlns:a16="http://schemas.microsoft.com/office/drawing/2014/main" id="{3FB11D58-2935-AD9F-5B93-5CAC5A61A01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93940"/>
              <a:ext cx="679161" cy="508637"/>
            </a:xfrm>
            <a:prstGeom prst="rect">
              <a:avLst/>
            </a:prstGeom>
          </p:spPr>
        </p:pic>
      </p:grpSp>
      <p:sp>
        <p:nvSpPr>
          <p:cNvPr id="4" name="Rectangle 3">
            <a:extLst>
              <a:ext uri="{FF2B5EF4-FFF2-40B4-BE49-F238E27FC236}">
                <a16:creationId xmlns:a16="http://schemas.microsoft.com/office/drawing/2014/main" id="{ECF97775-AE99-A072-CE81-339EDDEAB24F}"/>
              </a:ext>
            </a:extLst>
          </p:cNvPr>
          <p:cNvSpPr/>
          <p:nvPr/>
        </p:nvSpPr>
        <p:spPr bwMode="auto">
          <a:xfrm>
            <a:off x="0" y="0"/>
            <a:ext cx="12192000" cy="1282700"/>
          </a:xfrm>
          <a:prstGeom prst="rect">
            <a:avLst/>
          </a:prstGeom>
          <a:gradFill flip="none" rotWithShape="1">
            <a:gsLst>
              <a:gs pos="30000">
                <a:srgbClr val="079FE7"/>
              </a:gs>
              <a:gs pos="70100">
                <a:schemeClr val="accent4"/>
              </a:gs>
              <a:gs pos="0">
                <a:srgbClr val="4ACD87"/>
              </a:gs>
              <a:gs pos="50000">
                <a:schemeClr val="accent1"/>
              </a:gs>
              <a:gs pos="100000">
                <a:srgbClr val="E85CB8"/>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6" name="Rectangle: Rounded Corners 5">
            <a:extLst>
              <a:ext uri="{FF2B5EF4-FFF2-40B4-BE49-F238E27FC236}">
                <a16:creationId xmlns:a16="http://schemas.microsoft.com/office/drawing/2014/main" id="{357BEABC-8C1F-3369-2D14-D3B02826CB03}"/>
              </a:ext>
            </a:extLst>
          </p:cNvPr>
          <p:cNvSpPr/>
          <p:nvPr/>
        </p:nvSpPr>
        <p:spPr bwMode="auto">
          <a:xfrm>
            <a:off x="568454" y="1436689"/>
            <a:ext cx="11052046" cy="4481512"/>
          </a:xfrm>
          <a:prstGeom prst="roundRect">
            <a:avLst>
              <a:gd name="adj" fmla="val 3434"/>
            </a:avLst>
          </a:prstGeom>
          <a:solidFill>
            <a:srgbClr val="FFFFFF"/>
          </a:solidFill>
          <a:ln w="12700" cap="flat" cmpd="sng" algn="ctr">
            <a:gradFill flip="none" rotWithShape="1">
              <a:gsLst>
                <a:gs pos="0">
                  <a:srgbClr val="0078D4"/>
                </a:gs>
                <a:gs pos="100000">
                  <a:srgbClr val="C03BC4"/>
                </a:gs>
              </a:gsLst>
              <a:lin ang="2700000" scaled="1"/>
              <a:tileRect/>
            </a:gra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274320" tIns="548640" rIns="274320" bIns="0" numCol="1" spcCol="0" rtlCol="0" fromWordArt="0" anchor="ctr" anchorCtr="0" forceAA="0" compatLnSpc="1">
            <a:prstTxWarp prst="textNoShape">
              <a:avLst/>
            </a:prstTxWarp>
            <a:noAutofit/>
          </a:bodyPr>
          <a:lstStyle/>
          <a:p>
            <a:endParaRPr lang="en-US" sz="1400">
              <a:latin typeface="Segoe Sans Display Semilight" pitchFamily="2" charset="0"/>
              <a:cs typeface="Segoe Sans Display Semilight" pitchFamily="2" charset="0"/>
            </a:endParaRPr>
          </a:p>
        </p:txBody>
      </p:sp>
      <p:sp>
        <p:nvSpPr>
          <p:cNvPr id="5" name="Text Placeholder 5">
            <a:extLst>
              <a:ext uri="{FF2B5EF4-FFF2-40B4-BE49-F238E27FC236}">
                <a16:creationId xmlns:a16="http://schemas.microsoft.com/office/drawing/2014/main" id="{599C3E28-08FF-C0FF-DAA6-BB3976C525A2}"/>
              </a:ext>
            </a:extLst>
          </p:cNvPr>
          <p:cNvSpPr>
            <a:spLocks noGrp="1"/>
          </p:cNvSpPr>
          <p:nvPr>
            <p:ph type="body" sz="quarter" idx="13"/>
          </p:nvPr>
        </p:nvSpPr>
        <p:spPr>
          <a:xfrm>
            <a:off x="783771" y="1625600"/>
            <a:ext cx="10537372" cy="4093428"/>
          </a:xfrm>
        </p:spPr>
        <p:txBody>
          <a:bodyPr>
            <a:noAutofit/>
          </a:bodyPr>
          <a:lstStyle>
            <a:lvl1pPr marL="0" indent="0">
              <a:buNone/>
              <a:defRPr lang="en-US" sz="1800" kern="1200" dirty="0" smtClean="0">
                <a:solidFill>
                  <a:schemeClr val="tx1"/>
                </a:solidFill>
                <a:latin typeface="+mn-lt"/>
                <a:ea typeface="+mn-ea"/>
                <a:cs typeface="+mn-cs"/>
              </a:defRPr>
            </a:lvl1pPr>
            <a:lvl2pPr>
              <a:buNone/>
              <a:defRPr lang="en-US" sz="1800" kern="1200" dirty="0" smtClean="0">
                <a:solidFill>
                  <a:schemeClr val="tx1"/>
                </a:solidFill>
                <a:latin typeface="+mn-lt"/>
                <a:ea typeface="+mn-ea"/>
                <a:cs typeface="+mn-cs"/>
              </a:defRPr>
            </a:lvl2pPr>
            <a:lvl3pPr>
              <a:buNone/>
              <a:defRPr lang="en-US" sz="1800" kern="1200" dirty="0" smtClean="0">
                <a:solidFill>
                  <a:schemeClr val="tx1"/>
                </a:solidFill>
                <a:latin typeface="+mn-lt"/>
                <a:ea typeface="+mn-ea"/>
                <a:cs typeface="+mn-cs"/>
              </a:defRPr>
            </a:lvl3pPr>
            <a:lvl4pPr>
              <a:buNone/>
              <a:defRPr lang="en-US" sz="1800" kern="1200" dirty="0" smtClean="0">
                <a:solidFill>
                  <a:schemeClr val="tx1"/>
                </a:solidFill>
                <a:latin typeface="+mn-lt"/>
                <a:ea typeface="+mn-ea"/>
                <a:cs typeface="+mn-cs"/>
              </a:defRPr>
            </a:lvl4pPr>
            <a:lvl5pPr>
              <a:buNone/>
              <a:defRPr lang="en-IN" sz="1800" kern="1200" dirty="0">
                <a:solidFill>
                  <a:schemeClr val="tx1"/>
                </a:solidFill>
                <a:latin typeface="+mn-lt"/>
                <a:ea typeface="+mn-ea"/>
                <a:cs typeface="+mn-cs"/>
              </a:defRPr>
            </a:lvl5pPr>
          </a:lstStyle>
          <a:p>
            <a:pPr lvl="0"/>
            <a:r>
              <a:rPr lang="en-US"/>
              <a:t>Click to edit Master text styles</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1500" y="457200"/>
            <a:ext cx="11052046" cy="492443"/>
          </a:xfrm>
        </p:spPr>
        <p:txBody>
          <a:bodyPr/>
          <a:lstStyle>
            <a:lvl1pPr>
              <a:defRPr sz="3200"/>
            </a:lvl1p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71500" y="292100"/>
            <a:ext cx="11052046"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pic>
        <p:nvPicPr>
          <p:cNvPr id="9" name="Graphic 8">
            <a:extLst>
              <a:ext uri="{FF2B5EF4-FFF2-40B4-BE49-F238E27FC236}">
                <a16:creationId xmlns:a16="http://schemas.microsoft.com/office/drawing/2014/main" id="{261BC0D1-BFC8-B2CD-9E9E-BE3B757D19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1501" y="6274974"/>
            <a:ext cx="618133" cy="411576"/>
          </a:xfrm>
          <a:prstGeom prst="rect">
            <a:avLst/>
          </a:prstGeom>
        </p:spPr>
      </p:pic>
      <p:sp>
        <p:nvSpPr>
          <p:cNvPr id="7" name="Text Placeholder 4">
            <a:extLst>
              <a:ext uri="{FF2B5EF4-FFF2-40B4-BE49-F238E27FC236}">
                <a16:creationId xmlns:a16="http://schemas.microsoft.com/office/drawing/2014/main" id="{1F7D5A3A-18C2-8E27-7066-C81C4B0DFAB5}"/>
              </a:ext>
            </a:extLst>
          </p:cNvPr>
          <p:cNvSpPr>
            <a:spLocks noGrp="1"/>
          </p:cNvSpPr>
          <p:nvPr>
            <p:ph type="body" sz="quarter" idx="12" hasCustomPrompt="1"/>
          </p:nvPr>
        </p:nvSpPr>
        <p:spPr>
          <a:xfrm>
            <a:off x="1939924" y="6400799"/>
            <a:ext cx="9680575" cy="153888"/>
          </a:xfrm>
        </p:spPr>
        <p:txBody>
          <a:bodyPr/>
          <a:lstStyle>
            <a:lvl1pPr marL="0" indent="0">
              <a:buNone/>
              <a:defRPr sz="1000" cap="none" baseline="0"/>
            </a:lvl1pPr>
            <a:lvl2pPr marL="228600" indent="0">
              <a:buNone/>
              <a:defRPr/>
            </a:lvl2pPr>
            <a:lvl3pPr marL="457200" indent="0">
              <a:buNone/>
              <a:defRPr/>
            </a:lvl3pPr>
            <a:lvl4pPr marL="661988" indent="0">
              <a:buNone/>
              <a:defRPr/>
            </a:lvl4pPr>
            <a:lvl5pPr marL="855663" indent="0">
              <a:buNone/>
              <a:defRPr/>
            </a:lvl5pPr>
          </a:lstStyle>
          <a:p>
            <a:pPr lvl="0"/>
            <a:r>
              <a:rPr lang="en-US"/>
              <a:t>Footer</a:t>
            </a:r>
          </a:p>
        </p:txBody>
      </p:sp>
    </p:spTree>
    <p:extLst>
      <p:ext uri="{BB962C8B-B14F-4D97-AF65-F5344CB8AC3E}">
        <p14:creationId xmlns:p14="http://schemas.microsoft.com/office/powerpoint/2010/main" val="75774044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nd Content Dark 2">
    <p:bg>
      <p:bgPr>
        <a:solidFill>
          <a:schemeClr val="tx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8DB0D193-2580-BD11-0521-029D74C5E95D}"/>
              </a:ext>
            </a:extLst>
          </p:cNvPr>
          <p:cNvGrpSpPr/>
          <p:nvPr/>
        </p:nvGrpSpPr>
        <p:grpSpPr>
          <a:xfrm>
            <a:off x="-95560" y="93940"/>
            <a:ext cx="12383120" cy="6723916"/>
            <a:chOff x="452167" y="391518"/>
            <a:chExt cx="11287046" cy="6128759"/>
          </a:xfrm>
          <a:solidFill>
            <a:schemeClr val="tx2">
              <a:alpha val="6000"/>
            </a:schemeClr>
          </a:solidFill>
        </p:grpSpPr>
        <p:pic>
          <p:nvPicPr>
            <p:cNvPr id="84" name="Graphic 83">
              <a:extLst>
                <a:ext uri="{FF2B5EF4-FFF2-40B4-BE49-F238E27FC236}">
                  <a16:creationId xmlns:a16="http://schemas.microsoft.com/office/drawing/2014/main" id="{472D4E12-D2D5-803D-1D30-64DC5FB49B7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1390651"/>
              <a:ext cx="619046" cy="463616"/>
            </a:xfrm>
            <a:prstGeom prst="rect">
              <a:avLst/>
            </a:prstGeom>
          </p:spPr>
        </p:pic>
        <p:pic>
          <p:nvPicPr>
            <p:cNvPr id="85" name="Graphic 84">
              <a:extLst>
                <a:ext uri="{FF2B5EF4-FFF2-40B4-BE49-F238E27FC236}">
                  <a16:creationId xmlns:a16="http://schemas.microsoft.com/office/drawing/2014/main" id="{59F38254-BD8E-F2DC-0C15-4805DA75D3B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1390651"/>
              <a:ext cx="619046" cy="463616"/>
            </a:xfrm>
            <a:prstGeom prst="rect">
              <a:avLst/>
            </a:prstGeom>
          </p:spPr>
        </p:pic>
        <p:pic>
          <p:nvPicPr>
            <p:cNvPr id="86" name="Graphic 85">
              <a:extLst>
                <a:ext uri="{FF2B5EF4-FFF2-40B4-BE49-F238E27FC236}">
                  <a16:creationId xmlns:a16="http://schemas.microsoft.com/office/drawing/2014/main" id="{C85841AE-EEB8-0E85-9E87-AFB1EECFE2C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1390651"/>
              <a:ext cx="619046" cy="463616"/>
            </a:xfrm>
            <a:prstGeom prst="rect">
              <a:avLst/>
            </a:prstGeom>
          </p:spPr>
        </p:pic>
        <p:pic>
          <p:nvPicPr>
            <p:cNvPr id="87" name="Graphic 86">
              <a:extLst>
                <a:ext uri="{FF2B5EF4-FFF2-40B4-BE49-F238E27FC236}">
                  <a16:creationId xmlns:a16="http://schemas.microsoft.com/office/drawing/2014/main" id="{5F974E27-4B5B-E4CA-6C98-1D85BAE6E9A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1390651"/>
              <a:ext cx="619046" cy="463616"/>
            </a:xfrm>
            <a:prstGeom prst="rect">
              <a:avLst/>
            </a:prstGeom>
          </p:spPr>
        </p:pic>
        <p:pic>
          <p:nvPicPr>
            <p:cNvPr id="88" name="Graphic 87">
              <a:extLst>
                <a:ext uri="{FF2B5EF4-FFF2-40B4-BE49-F238E27FC236}">
                  <a16:creationId xmlns:a16="http://schemas.microsoft.com/office/drawing/2014/main" id="{05222EAD-EF4E-C831-03A9-7A241F5C7D3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1390651"/>
              <a:ext cx="619046" cy="463616"/>
            </a:xfrm>
            <a:prstGeom prst="rect">
              <a:avLst/>
            </a:prstGeom>
          </p:spPr>
        </p:pic>
        <p:pic>
          <p:nvPicPr>
            <p:cNvPr id="89" name="Graphic 88">
              <a:extLst>
                <a:ext uri="{FF2B5EF4-FFF2-40B4-BE49-F238E27FC236}">
                  <a16:creationId xmlns:a16="http://schemas.microsoft.com/office/drawing/2014/main" id="{44A3866E-75EF-014F-7B97-2407EDB9500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1390651"/>
              <a:ext cx="619046" cy="463616"/>
            </a:xfrm>
            <a:prstGeom prst="rect">
              <a:avLst/>
            </a:prstGeom>
          </p:spPr>
        </p:pic>
        <p:pic>
          <p:nvPicPr>
            <p:cNvPr id="90" name="Graphic 89">
              <a:extLst>
                <a:ext uri="{FF2B5EF4-FFF2-40B4-BE49-F238E27FC236}">
                  <a16:creationId xmlns:a16="http://schemas.microsoft.com/office/drawing/2014/main" id="{B6D4C301-E0BB-901E-8ABC-5B708571380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1390651"/>
              <a:ext cx="619046" cy="463616"/>
            </a:xfrm>
            <a:prstGeom prst="rect">
              <a:avLst/>
            </a:prstGeom>
          </p:spPr>
        </p:pic>
        <p:pic>
          <p:nvPicPr>
            <p:cNvPr id="91" name="Graphic 90">
              <a:extLst>
                <a:ext uri="{FF2B5EF4-FFF2-40B4-BE49-F238E27FC236}">
                  <a16:creationId xmlns:a16="http://schemas.microsoft.com/office/drawing/2014/main" id="{9CF111EA-6371-AA23-DAE1-A42D04FE100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1390651"/>
              <a:ext cx="619046" cy="463616"/>
            </a:xfrm>
            <a:prstGeom prst="rect">
              <a:avLst/>
            </a:prstGeom>
          </p:spPr>
        </p:pic>
        <p:pic>
          <p:nvPicPr>
            <p:cNvPr id="92" name="Graphic 91">
              <a:extLst>
                <a:ext uri="{FF2B5EF4-FFF2-40B4-BE49-F238E27FC236}">
                  <a16:creationId xmlns:a16="http://schemas.microsoft.com/office/drawing/2014/main" id="{8E269B53-9F53-D023-1489-76D1269A45B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1390651"/>
              <a:ext cx="619046" cy="463616"/>
            </a:xfrm>
            <a:prstGeom prst="rect">
              <a:avLst/>
            </a:prstGeom>
          </p:spPr>
        </p:pic>
        <p:pic>
          <p:nvPicPr>
            <p:cNvPr id="93" name="Graphic 92">
              <a:extLst>
                <a:ext uri="{FF2B5EF4-FFF2-40B4-BE49-F238E27FC236}">
                  <a16:creationId xmlns:a16="http://schemas.microsoft.com/office/drawing/2014/main" id="{1557DEFB-E2D4-61CA-DA26-E791D3DD945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1390651"/>
              <a:ext cx="619046" cy="463616"/>
            </a:xfrm>
            <a:prstGeom prst="rect">
              <a:avLst/>
            </a:prstGeom>
          </p:spPr>
        </p:pic>
        <p:pic>
          <p:nvPicPr>
            <p:cNvPr id="94" name="Graphic 93">
              <a:extLst>
                <a:ext uri="{FF2B5EF4-FFF2-40B4-BE49-F238E27FC236}">
                  <a16:creationId xmlns:a16="http://schemas.microsoft.com/office/drawing/2014/main" id="{469BB6D7-C8BD-E229-B8A6-05E7B358276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1390651"/>
              <a:ext cx="619046" cy="463616"/>
            </a:xfrm>
            <a:prstGeom prst="rect">
              <a:avLst/>
            </a:prstGeom>
          </p:spPr>
        </p:pic>
        <p:pic>
          <p:nvPicPr>
            <p:cNvPr id="95" name="Graphic 94">
              <a:extLst>
                <a:ext uri="{FF2B5EF4-FFF2-40B4-BE49-F238E27FC236}">
                  <a16:creationId xmlns:a16="http://schemas.microsoft.com/office/drawing/2014/main" id="{A29BAA92-C04F-CC1D-6682-16E496A3E27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2323853"/>
              <a:ext cx="619046" cy="463616"/>
            </a:xfrm>
            <a:prstGeom prst="rect">
              <a:avLst/>
            </a:prstGeom>
          </p:spPr>
        </p:pic>
        <p:pic>
          <p:nvPicPr>
            <p:cNvPr id="96" name="Graphic 95">
              <a:extLst>
                <a:ext uri="{FF2B5EF4-FFF2-40B4-BE49-F238E27FC236}">
                  <a16:creationId xmlns:a16="http://schemas.microsoft.com/office/drawing/2014/main" id="{9BC9F756-7519-A990-7F24-DBAE37AA7D9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2323853"/>
              <a:ext cx="619046" cy="463616"/>
            </a:xfrm>
            <a:prstGeom prst="rect">
              <a:avLst/>
            </a:prstGeom>
          </p:spPr>
        </p:pic>
        <p:pic>
          <p:nvPicPr>
            <p:cNvPr id="97" name="Graphic 96">
              <a:extLst>
                <a:ext uri="{FF2B5EF4-FFF2-40B4-BE49-F238E27FC236}">
                  <a16:creationId xmlns:a16="http://schemas.microsoft.com/office/drawing/2014/main" id="{0ECE9A22-C236-9510-7E61-82BBCF40225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2323853"/>
              <a:ext cx="619046" cy="463616"/>
            </a:xfrm>
            <a:prstGeom prst="rect">
              <a:avLst/>
            </a:prstGeom>
          </p:spPr>
        </p:pic>
        <p:pic>
          <p:nvPicPr>
            <p:cNvPr id="98" name="Graphic 97">
              <a:extLst>
                <a:ext uri="{FF2B5EF4-FFF2-40B4-BE49-F238E27FC236}">
                  <a16:creationId xmlns:a16="http://schemas.microsoft.com/office/drawing/2014/main" id="{0E3153DB-AECE-3D71-8712-7F84893DE7C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2323853"/>
              <a:ext cx="619046" cy="463616"/>
            </a:xfrm>
            <a:prstGeom prst="rect">
              <a:avLst/>
            </a:prstGeom>
          </p:spPr>
        </p:pic>
        <p:pic>
          <p:nvPicPr>
            <p:cNvPr id="99" name="Graphic 98">
              <a:extLst>
                <a:ext uri="{FF2B5EF4-FFF2-40B4-BE49-F238E27FC236}">
                  <a16:creationId xmlns:a16="http://schemas.microsoft.com/office/drawing/2014/main" id="{6955455B-E0DC-0892-82E2-C5D1794AE9B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2323853"/>
              <a:ext cx="619046" cy="463616"/>
            </a:xfrm>
            <a:prstGeom prst="rect">
              <a:avLst/>
            </a:prstGeom>
          </p:spPr>
        </p:pic>
        <p:pic>
          <p:nvPicPr>
            <p:cNvPr id="100" name="Graphic 99">
              <a:extLst>
                <a:ext uri="{FF2B5EF4-FFF2-40B4-BE49-F238E27FC236}">
                  <a16:creationId xmlns:a16="http://schemas.microsoft.com/office/drawing/2014/main" id="{E9772B38-5D94-B75E-C759-BC035865022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2323853"/>
              <a:ext cx="619046" cy="463616"/>
            </a:xfrm>
            <a:prstGeom prst="rect">
              <a:avLst/>
            </a:prstGeom>
          </p:spPr>
        </p:pic>
        <p:pic>
          <p:nvPicPr>
            <p:cNvPr id="101" name="Graphic 100">
              <a:extLst>
                <a:ext uri="{FF2B5EF4-FFF2-40B4-BE49-F238E27FC236}">
                  <a16:creationId xmlns:a16="http://schemas.microsoft.com/office/drawing/2014/main" id="{F641592A-EA6A-6133-5207-787F0984C29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2323853"/>
              <a:ext cx="619046" cy="463616"/>
            </a:xfrm>
            <a:prstGeom prst="rect">
              <a:avLst/>
            </a:prstGeom>
          </p:spPr>
        </p:pic>
        <p:pic>
          <p:nvPicPr>
            <p:cNvPr id="102" name="Graphic 101">
              <a:extLst>
                <a:ext uri="{FF2B5EF4-FFF2-40B4-BE49-F238E27FC236}">
                  <a16:creationId xmlns:a16="http://schemas.microsoft.com/office/drawing/2014/main" id="{F0155121-D22B-CF4A-4354-18038119CB8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2323853"/>
              <a:ext cx="619046" cy="463616"/>
            </a:xfrm>
            <a:prstGeom prst="rect">
              <a:avLst/>
            </a:prstGeom>
          </p:spPr>
        </p:pic>
        <p:pic>
          <p:nvPicPr>
            <p:cNvPr id="103" name="Graphic 102">
              <a:extLst>
                <a:ext uri="{FF2B5EF4-FFF2-40B4-BE49-F238E27FC236}">
                  <a16:creationId xmlns:a16="http://schemas.microsoft.com/office/drawing/2014/main" id="{66751CF8-B55A-893E-6066-0334D396DA8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2323853"/>
              <a:ext cx="619046" cy="463616"/>
            </a:xfrm>
            <a:prstGeom prst="rect">
              <a:avLst/>
            </a:prstGeom>
          </p:spPr>
        </p:pic>
        <p:pic>
          <p:nvPicPr>
            <p:cNvPr id="104" name="Graphic 103">
              <a:extLst>
                <a:ext uri="{FF2B5EF4-FFF2-40B4-BE49-F238E27FC236}">
                  <a16:creationId xmlns:a16="http://schemas.microsoft.com/office/drawing/2014/main" id="{9A423A81-70B6-43CF-E8CC-FFD2E8C4309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2323853"/>
              <a:ext cx="619046" cy="463616"/>
            </a:xfrm>
            <a:prstGeom prst="rect">
              <a:avLst/>
            </a:prstGeom>
          </p:spPr>
        </p:pic>
        <p:pic>
          <p:nvPicPr>
            <p:cNvPr id="105" name="Graphic 104">
              <a:extLst>
                <a:ext uri="{FF2B5EF4-FFF2-40B4-BE49-F238E27FC236}">
                  <a16:creationId xmlns:a16="http://schemas.microsoft.com/office/drawing/2014/main" id="{3F0FFBE2-0D31-368B-EFE1-944B8C6E7B1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2323853"/>
              <a:ext cx="619046" cy="463616"/>
            </a:xfrm>
            <a:prstGeom prst="rect">
              <a:avLst/>
            </a:prstGeom>
          </p:spPr>
        </p:pic>
        <p:pic>
          <p:nvPicPr>
            <p:cNvPr id="106" name="Graphic 105">
              <a:extLst>
                <a:ext uri="{FF2B5EF4-FFF2-40B4-BE49-F238E27FC236}">
                  <a16:creationId xmlns:a16="http://schemas.microsoft.com/office/drawing/2014/main" id="{41863D4E-4CF6-B610-9E4D-AB5BB9BAA56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3257055"/>
              <a:ext cx="619046" cy="463616"/>
            </a:xfrm>
            <a:prstGeom prst="rect">
              <a:avLst/>
            </a:prstGeom>
          </p:spPr>
        </p:pic>
        <p:pic>
          <p:nvPicPr>
            <p:cNvPr id="107" name="Graphic 106">
              <a:extLst>
                <a:ext uri="{FF2B5EF4-FFF2-40B4-BE49-F238E27FC236}">
                  <a16:creationId xmlns:a16="http://schemas.microsoft.com/office/drawing/2014/main" id="{341B5F90-3EE8-C269-4745-A5A36905558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3257055"/>
              <a:ext cx="619046" cy="463616"/>
            </a:xfrm>
            <a:prstGeom prst="rect">
              <a:avLst/>
            </a:prstGeom>
          </p:spPr>
        </p:pic>
        <p:pic>
          <p:nvPicPr>
            <p:cNvPr id="108" name="Graphic 107">
              <a:extLst>
                <a:ext uri="{FF2B5EF4-FFF2-40B4-BE49-F238E27FC236}">
                  <a16:creationId xmlns:a16="http://schemas.microsoft.com/office/drawing/2014/main" id="{17287430-09AF-313F-337C-FCCE2418660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3257055"/>
              <a:ext cx="619046" cy="463616"/>
            </a:xfrm>
            <a:prstGeom prst="rect">
              <a:avLst/>
            </a:prstGeom>
          </p:spPr>
        </p:pic>
        <p:pic>
          <p:nvPicPr>
            <p:cNvPr id="109" name="Graphic 108">
              <a:extLst>
                <a:ext uri="{FF2B5EF4-FFF2-40B4-BE49-F238E27FC236}">
                  <a16:creationId xmlns:a16="http://schemas.microsoft.com/office/drawing/2014/main" id="{A2D9A575-8C02-D715-9657-202F4774610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3257055"/>
              <a:ext cx="619046" cy="463616"/>
            </a:xfrm>
            <a:prstGeom prst="rect">
              <a:avLst/>
            </a:prstGeom>
          </p:spPr>
        </p:pic>
        <p:pic>
          <p:nvPicPr>
            <p:cNvPr id="110" name="Graphic 109">
              <a:extLst>
                <a:ext uri="{FF2B5EF4-FFF2-40B4-BE49-F238E27FC236}">
                  <a16:creationId xmlns:a16="http://schemas.microsoft.com/office/drawing/2014/main" id="{5CB6E456-81C8-7200-C89B-5A260F5513A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3257055"/>
              <a:ext cx="619046" cy="463616"/>
            </a:xfrm>
            <a:prstGeom prst="rect">
              <a:avLst/>
            </a:prstGeom>
          </p:spPr>
        </p:pic>
        <p:pic>
          <p:nvPicPr>
            <p:cNvPr id="111" name="Graphic 110">
              <a:extLst>
                <a:ext uri="{FF2B5EF4-FFF2-40B4-BE49-F238E27FC236}">
                  <a16:creationId xmlns:a16="http://schemas.microsoft.com/office/drawing/2014/main" id="{F9A6BF51-26FD-A790-4E58-34922DA78C3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3257055"/>
              <a:ext cx="619046" cy="463616"/>
            </a:xfrm>
            <a:prstGeom prst="rect">
              <a:avLst/>
            </a:prstGeom>
          </p:spPr>
        </p:pic>
        <p:pic>
          <p:nvPicPr>
            <p:cNvPr id="112" name="Graphic 111">
              <a:extLst>
                <a:ext uri="{FF2B5EF4-FFF2-40B4-BE49-F238E27FC236}">
                  <a16:creationId xmlns:a16="http://schemas.microsoft.com/office/drawing/2014/main" id="{27541F17-FB77-577C-2042-B787D9B29A3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3257055"/>
              <a:ext cx="619046" cy="463616"/>
            </a:xfrm>
            <a:prstGeom prst="rect">
              <a:avLst/>
            </a:prstGeom>
          </p:spPr>
        </p:pic>
        <p:pic>
          <p:nvPicPr>
            <p:cNvPr id="113" name="Graphic 112">
              <a:extLst>
                <a:ext uri="{FF2B5EF4-FFF2-40B4-BE49-F238E27FC236}">
                  <a16:creationId xmlns:a16="http://schemas.microsoft.com/office/drawing/2014/main" id="{B5C85A8C-6848-E547-489F-2C2A9E21419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3257055"/>
              <a:ext cx="619046" cy="463616"/>
            </a:xfrm>
            <a:prstGeom prst="rect">
              <a:avLst/>
            </a:prstGeom>
          </p:spPr>
        </p:pic>
        <p:pic>
          <p:nvPicPr>
            <p:cNvPr id="114" name="Graphic 113">
              <a:extLst>
                <a:ext uri="{FF2B5EF4-FFF2-40B4-BE49-F238E27FC236}">
                  <a16:creationId xmlns:a16="http://schemas.microsoft.com/office/drawing/2014/main" id="{B2F4AC1C-143C-7798-BB9C-15867BE4169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3257055"/>
              <a:ext cx="619046" cy="463616"/>
            </a:xfrm>
            <a:prstGeom prst="rect">
              <a:avLst/>
            </a:prstGeom>
          </p:spPr>
        </p:pic>
        <p:pic>
          <p:nvPicPr>
            <p:cNvPr id="115" name="Graphic 114">
              <a:extLst>
                <a:ext uri="{FF2B5EF4-FFF2-40B4-BE49-F238E27FC236}">
                  <a16:creationId xmlns:a16="http://schemas.microsoft.com/office/drawing/2014/main" id="{3E10FD6E-F3B3-D616-C654-626A4B6A257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3257055"/>
              <a:ext cx="619046" cy="463616"/>
            </a:xfrm>
            <a:prstGeom prst="rect">
              <a:avLst/>
            </a:prstGeom>
          </p:spPr>
        </p:pic>
        <p:pic>
          <p:nvPicPr>
            <p:cNvPr id="116" name="Graphic 115">
              <a:extLst>
                <a:ext uri="{FF2B5EF4-FFF2-40B4-BE49-F238E27FC236}">
                  <a16:creationId xmlns:a16="http://schemas.microsoft.com/office/drawing/2014/main" id="{CE705564-1B3C-65CD-9771-E6959FD6D9D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3257055"/>
              <a:ext cx="619046" cy="463616"/>
            </a:xfrm>
            <a:prstGeom prst="rect">
              <a:avLst/>
            </a:prstGeom>
          </p:spPr>
        </p:pic>
        <p:pic>
          <p:nvPicPr>
            <p:cNvPr id="117" name="Graphic 116">
              <a:extLst>
                <a:ext uri="{FF2B5EF4-FFF2-40B4-BE49-F238E27FC236}">
                  <a16:creationId xmlns:a16="http://schemas.microsoft.com/office/drawing/2014/main" id="{049ABADD-A927-E425-C356-9D0A91BA460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4190257"/>
              <a:ext cx="619046" cy="463616"/>
            </a:xfrm>
            <a:prstGeom prst="rect">
              <a:avLst/>
            </a:prstGeom>
          </p:spPr>
        </p:pic>
        <p:pic>
          <p:nvPicPr>
            <p:cNvPr id="118" name="Graphic 117">
              <a:extLst>
                <a:ext uri="{FF2B5EF4-FFF2-40B4-BE49-F238E27FC236}">
                  <a16:creationId xmlns:a16="http://schemas.microsoft.com/office/drawing/2014/main" id="{6EC60429-5FA6-C6C9-D9FF-F0F81E1415D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4190257"/>
              <a:ext cx="619046" cy="463616"/>
            </a:xfrm>
            <a:prstGeom prst="rect">
              <a:avLst/>
            </a:prstGeom>
          </p:spPr>
        </p:pic>
        <p:pic>
          <p:nvPicPr>
            <p:cNvPr id="119" name="Graphic 118">
              <a:extLst>
                <a:ext uri="{FF2B5EF4-FFF2-40B4-BE49-F238E27FC236}">
                  <a16:creationId xmlns:a16="http://schemas.microsoft.com/office/drawing/2014/main" id="{72461288-F41C-2B46-82F2-694A487F9D6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4190257"/>
              <a:ext cx="619046" cy="463616"/>
            </a:xfrm>
            <a:prstGeom prst="rect">
              <a:avLst/>
            </a:prstGeom>
          </p:spPr>
        </p:pic>
        <p:pic>
          <p:nvPicPr>
            <p:cNvPr id="120" name="Graphic 119">
              <a:extLst>
                <a:ext uri="{FF2B5EF4-FFF2-40B4-BE49-F238E27FC236}">
                  <a16:creationId xmlns:a16="http://schemas.microsoft.com/office/drawing/2014/main" id="{DF60F389-094A-F8DE-C578-E911731A77F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4190257"/>
              <a:ext cx="619046" cy="463616"/>
            </a:xfrm>
            <a:prstGeom prst="rect">
              <a:avLst/>
            </a:prstGeom>
          </p:spPr>
        </p:pic>
        <p:pic>
          <p:nvPicPr>
            <p:cNvPr id="121" name="Graphic 120">
              <a:extLst>
                <a:ext uri="{FF2B5EF4-FFF2-40B4-BE49-F238E27FC236}">
                  <a16:creationId xmlns:a16="http://schemas.microsoft.com/office/drawing/2014/main" id="{910494AD-8A3E-B733-412B-F0B39774FAD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4190257"/>
              <a:ext cx="619046" cy="463616"/>
            </a:xfrm>
            <a:prstGeom prst="rect">
              <a:avLst/>
            </a:prstGeom>
          </p:spPr>
        </p:pic>
        <p:pic>
          <p:nvPicPr>
            <p:cNvPr id="122" name="Graphic 121">
              <a:extLst>
                <a:ext uri="{FF2B5EF4-FFF2-40B4-BE49-F238E27FC236}">
                  <a16:creationId xmlns:a16="http://schemas.microsoft.com/office/drawing/2014/main" id="{E8F0BFC8-E9B0-0A91-0C67-69DDDDDFF43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4190257"/>
              <a:ext cx="619046" cy="463616"/>
            </a:xfrm>
            <a:prstGeom prst="rect">
              <a:avLst/>
            </a:prstGeom>
          </p:spPr>
        </p:pic>
        <p:pic>
          <p:nvPicPr>
            <p:cNvPr id="123" name="Graphic 122">
              <a:extLst>
                <a:ext uri="{FF2B5EF4-FFF2-40B4-BE49-F238E27FC236}">
                  <a16:creationId xmlns:a16="http://schemas.microsoft.com/office/drawing/2014/main" id="{37C5F60F-3F85-78FB-9E07-293935021BE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4190257"/>
              <a:ext cx="619046" cy="463616"/>
            </a:xfrm>
            <a:prstGeom prst="rect">
              <a:avLst/>
            </a:prstGeom>
          </p:spPr>
        </p:pic>
        <p:pic>
          <p:nvPicPr>
            <p:cNvPr id="124" name="Graphic 123">
              <a:extLst>
                <a:ext uri="{FF2B5EF4-FFF2-40B4-BE49-F238E27FC236}">
                  <a16:creationId xmlns:a16="http://schemas.microsoft.com/office/drawing/2014/main" id="{17A8343C-B6E5-B466-908E-913E7959A8C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4190257"/>
              <a:ext cx="619046" cy="463616"/>
            </a:xfrm>
            <a:prstGeom prst="rect">
              <a:avLst/>
            </a:prstGeom>
          </p:spPr>
        </p:pic>
        <p:pic>
          <p:nvPicPr>
            <p:cNvPr id="125" name="Graphic 124">
              <a:extLst>
                <a:ext uri="{FF2B5EF4-FFF2-40B4-BE49-F238E27FC236}">
                  <a16:creationId xmlns:a16="http://schemas.microsoft.com/office/drawing/2014/main" id="{89A97D9A-333D-9A92-76FE-B77501AE74C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4190257"/>
              <a:ext cx="619046" cy="463616"/>
            </a:xfrm>
            <a:prstGeom prst="rect">
              <a:avLst/>
            </a:prstGeom>
          </p:spPr>
        </p:pic>
        <p:pic>
          <p:nvPicPr>
            <p:cNvPr id="126" name="Graphic 125">
              <a:extLst>
                <a:ext uri="{FF2B5EF4-FFF2-40B4-BE49-F238E27FC236}">
                  <a16:creationId xmlns:a16="http://schemas.microsoft.com/office/drawing/2014/main" id="{D9A75551-0A27-ED1A-7DCA-A6E794B5661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4190257"/>
              <a:ext cx="619046" cy="463616"/>
            </a:xfrm>
            <a:prstGeom prst="rect">
              <a:avLst/>
            </a:prstGeom>
          </p:spPr>
        </p:pic>
        <p:pic>
          <p:nvPicPr>
            <p:cNvPr id="127" name="Graphic 126">
              <a:extLst>
                <a:ext uri="{FF2B5EF4-FFF2-40B4-BE49-F238E27FC236}">
                  <a16:creationId xmlns:a16="http://schemas.microsoft.com/office/drawing/2014/main" id="{14A0FF94-41E6-9CA6-1455-E28D33F7D41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4190257"/>
              <a:ext cx="619046" cy="463616"/>
            </a:xfrm>
            <a:prstGeom prst="rect">
              <a:avLst/>
            </a:prstGeom>
          </p:spPr>
        </p:pic>
        <p:pic>
          <p:nvPicPr>
            <p:cNvPr id="128" name="Graphic 127">
              <a:extLst>
                <a:ext uri="{FF2B5EF4-FFF2-40B4-BE49-F238E27FC236}">
                  <a16:creationId xmlns:a16="http://schemas.microsoft.com/office/drawing/2014/main" id="{743AC535-5203-8235-85B8-8306A4B4CAF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5123459"/>
              <a:ext cx="619046" cy="463616"/>
            </a:xfrm>
            <a:prstGeom prst="rect">
              <a:avLst/>
            </a:prstGeom>
          </p:spPr>
        </p:pic>
        <p:pic>
          <p:nvPicPr>
            <p:cNvPr id="129" name="Graphic 128">
              <a:extLst>
                <a:ext uri="{FF2B5EF4-FFF2-40B4-BE49-F238E27FC236}">
                  <a16:creationId xmlns:a16="http://schemas.microsoft.com/office/drawing/2014/main" id="{4B05DD42-AB14-BE51-1260-F49C5AE94AE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5123459"/>
              <a:ext cx="619046" cy="463616"/>
            </a:xfrm>
            <a:prstGeom prst="rect">
              <a:avLst/>
            </a:prstGeom>
          </p:spPr>
        </p:pic>
        <p:pic>
          <p:nvPicPr>
            <p:cNvPr id="130" name="Graphic 129">
              <a:extLst>
                <a:ext uri="{FF2B5EF4-FFF2-40B4-BE49-F238E27FC236}">
                  <a16:creationId xmlns:a16="http://schemas.microsoft.com/office/drawing/2014/main" id="{0035862F-AFFA-CF29-ECCF-1645BD2E4BA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5123459"/>
              <a:ext cx="619046" cy="463616"/>
            </a:xfrm>
            <a:prstGeom prst="rect">
              <a:avLst/>
            </a:prstGeom>
          </p:spPr>
        </p:pic>
        <p:pic>
          <p:nvPicPr>
            <p:cNvPr id="131" name="Graphic 130">
              <a:extLst>
                <a:ext uri="{FF2B5EF4-FFF2-40B4-BE49-F238E27FC236}">
                  <a16:creationId xmlns:a16="http://schemas.microsoft.com/office/drawing/2014/main" id="{31EA1230-BC1D-059B-EACB-99C612A8EB9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5123459"/>
              <a:ext cx="619046" cy="463616"/>
            </a:xfrm>
            <a:prstGeom prst="rect">
              <a:avLst/>
            </a:prstGeom>
          </p:spPr>
        </p:pic>
        <p:pic>
          <p:nvPicPr>
            <p:cNvPr id="132" name="Graphic 131">
              <a:extLst>
                <a:ext uri="{FF2B5EF4-FFF2-40B4-BE49-F238E27FC236}">
                  <a16:creationId xmlns:a16="http://schemas.microsoft.com/office/drawing/2014/main" id="{3705882A-C604-3ACD-0131-96E475995F4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5123459"/>
              <a:ext cx="619046" cy="463616"/>
            </a:xfrm>
            <a:prstGeom prst="rect">
              <a:avLst/>
            </a:prstGeom>
          </p:spPr>
        </p:pic>
        <p:pic>
          <p:nvPicPr>
            <p:cNvPr id="133" name="Graphic 132">
              <a:extLst>
                <a:ext uri="{FF2B5EF4-FFF2-40B4-BE49-F238E27FC236}">
                  <a16:creationId xmlns:a16="http://schemas.microsoft.com/office/drawing/2014/main" id="{B9CA684A-1820-8C24-BBD7-05580C77271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5123459"/>
              <a:ext cx="619046" cy="463616"/>
            </a:xfrm>
            <a:prstGeom prst="rect">
              <a:avLst/>
            </a:prstGeom>
          </p:spPr>
        </p:pic>
        <p:pic>
          <p:nvPicPr>
            <p:cNvPr id="134" name="Graphic 133">
              <a:extLst>
                <a:ext uri="{FF2B5EF4-FFF2-40B4-BE49-F238E27FC236}">
                  <a16:creationId xmlns:a16="http://schemas.microsoft.com/office/drawing/2014/main" id="{1A1538F9-0A87-9C0B-0D3A-B08A9293AEB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5123459"/>
              <a:ext cx="619046" cy="463616"/>
            </a:xfrm>
            <a:prstGeom prst="rect">
              <a:avLst/>
            </a:prstGeom>
          </p:spPr>
        </p:pic>
        <p:pic>
          <p:nvPicPr>
            <p:cNvPr id="135" name="Graphic 134">
              <a:extLst>
                <a:ext uri="{FF2B5EF4-FFF2-40B4-BE49-F238E27FC236}">
                  <a16:creationId xmlns:a16="http://schemas.microsoft.com/office/drawing/2014/main" id="{C1D3D21B-130A-F24D-9CD2-058246E3F78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5123459"/>
              <a:ext cx="619046" cy="463616"/>
            </a:xfrm>
            <a:prstGeom prst="rect">
              <a:avLst/>
            </a:prstGeom>
          </p:spPr>
        </p:pic>
        <p:pic>
          <p:nvPicPr>
            <p:cNvPr id="136" name="Graphic 135">
              <a:extLst>
                <a:ext uri="{FF2B5EF4-FFF2-40B4-BE49-F238E27FC236}">
                  <a16:creationId xmlns:a16="http://schemas.microsoft.com/office/drawing/2014/main" id="{78DCE6AF-3D86-7D24-BB34-A38CE4E4C4D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5123459"/>
              <a:ext cx="619046" cy="463616"/>
            </a:xfrm>
            <a:prstGeom prst="rect">
              <a:avLst/>
            </a:prstGeom>
          </p:spPr>
        </p:pic>
        <p:pic>
          <p:nvPicPr>
            <p:cNvPr id="137" name="Graphic 136">
              <a:extLst>
                <a:ext uri="{FF2B5EF4-FFF2-40B4-BE49-F238E27FC236}">
                  <a16:creationId xmlns:a16="http://schemas.microsoft.com/office/drawing/2014/main" id="{8991E21F-6B94-7E31-AC15-5F54D763010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5123459"/>
              <a:ext cx="619046" cy="463616"/>
            </a:xfrm>
            <a:prstGeom prst="rect">
              <a:avLst/>
            </a:prstGeom>
          </p:spPr>
        </p:pic>
        <p:pic>
          <p:nvPicPr>
            <p:cNvPr id="138" name="Graphic 137">
              <a:extLst>
                <a:ext uri="{FF2B5EF4-FFF2-40B4-BE49-F238E27FC236}">
                  <a16:creationId xmlns:a16="http://schemas.microsoft.com/office/drawing/2014/main" id="{92735C63-E4D0-5DBE-AA6C-1A42E3A33E4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5123459"/>
              <a:ext cx="619046" cy="463616"/>
            </a:xfrm>
            <a:prstGeom prst="rect">
              <a:avLst/>
            </a:prstGeom>
          </p:spPr>
        </p:pic>
        <p:pic>
          <p:nvPicPr>
            <p:cNvPr id="139" name="Graphic 138">
              <a:extLst>
                <a:ext uri="{FF2B5EF4-FFF2-40B4-BE49-F238E27FC236}">
                  <a16:creationId xmlns:a16="http://schemas.microsoft.com/office/drawing/2014/main" id="{D891E894-520A-5365-3A4E-AB84B5643F5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6056661"/>
              <a:ext cx="619046" cy="463616"/>
            </a:xfrm>
            <a:prstGeom prst="rect">
              <a:avLst/>
            </a:prstGeom>
          </p:spPr>
        </p:pic>
        <p:pic>
          <p:nvPicPr>
            <p:cNvPr id="140" name="Graphic 139">
              <a:extLst>
                <a:ext uri="{FF2B5EF4-FFF2-40B4-BE49-F238E27FC236}">
                  <a16:creationId xmlns:a16="http://schemas.microsoft.com/office/drawing/2014/main" id="{0A4900EF-E9BC-2CBD-3B31-2641A2968A7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6056661"/>
              <a:ext cx="619046" cy="463616"/>
            </a:xfrm>
            <a:prstGeom prst="rect">
              <a:avLst/>
            </a:prstGeom>
          </p:spPr>
        </p:pic>
        <p:pic>
          <p:nvPicPr>
            <p:cNvPr id="141" name="Graphic 140">
              <a:extLst>
                <a:ext uri="{FF2B5EF4-FFF2-40B4-BE49-F238E27FC236}">
                  <a16:creationId xmlns:a16="http://schemas.microsoft.com/office/drawing/2014/main" id="{02467B6B-E65D-A1C3-49DB-3849211558F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6056661"/>
              <a:ext cx="619046" cy="463616"/>
            </a:xfrm>
            <a:prstGeom prst="rect">
              <a:avLst/>
            </a:prstGeom>
          </p:spPr>
        </p:pic>
        <p:pic>
          <p:nvPicPr>
            <p:cNvPr id="142" name="Graphic 141">
              <a:extLst>
                <a:ext uri="{FF2B5EF4-FFF2-40B4-BE49-F238E27FC236}">
                  <a16:creationId xmlns:a16="http://schemas.microsoft.com/office/drawing/2014/main" id="{7FB2DFBC-27C4-A5E4-6369-C522DF240B9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6056661"/>
              <a:ext cx="619046" cy="463616"/>
            </a:xfrm>
            <a:prstGeom prst="rect">
              <a:avLst/>
            </a:prstGeom>
          </p:spPr>
        </p:pic>
        <p:pic>
          <p:nvPicPr>
            <p:cNvPr id="143" name="Graphic 142">
              <a:extLst>
                <a:ext uri="{FF2B5EF4-FFF2-40B4-BE49-F238E27FC236}">
                  <a16:creationId xmlns:a16="http://schemas.microsoft.com/office/drawing/2014/main" id="{072CB05B-94FA-3247-6375-302ECDC57C0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6056661"/>
              <a:ext cx="619046" cy="463616"/>
            </a:xfrm>
            <a:prstGeom prst="rect">
              <a:avLst/>
            </a:prstGeom>
          </p:spPr>
        </p:pic>
        <p:pic>
          <p:nvPicPr>
            <p:cNvPr id="144" name="Graphic 143">
              <a:extLst>
                <a:ext uri="{FF2B5EF4-FFF2-40B4-BE49-F238E27FC236}">
                  <a16:creationId xmlns:a16="http://schemas.microsoft.com/office/drawing/2014/main" id="{9B0DE820-D8CA-6CA3-0711-4A83872595F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6056661"/>
              <a:ext cx="619046" cy="463616"/>
            </a:xfrm>
            <a:prstGeom prst="rect">
              <a:avLst/>
            </a:prstGeom>
          </p:spPr>
        </p:pic>
        <p:pic>
          <p:nvPicPr>
            <p:cNvPr id="145" name="Graphic 144">
              <a:extLst>
                <a:ext uri="{FF2B5EF4-FFF2-40B4-BE49-F238E27FC236}">
                  <a16:creationId xmlns:a16="http://schemas.microsoft.com/office/drawing/2014/main" id="{3FB1C5D2-7B8C-F746-4AE1-F23DFA3B636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6056661"/>
              <a:ext cx="619046" cy="463616"/>
            </a:xfrm>
            <a:prstGeom prst="rect">
              <a:avLst/>
            </a:prstGeom>
          </p:spPr>
        </p:pic>
        <p:pic>
          <p:nvPicPr>
            <p:cNvPr id="146" name="Graphic 145">
              <a:extLst>
                <a:ext uri="{FF2B5EF4-FFF2-40B4-BE49-F238E27FC236}">
                  <a16:creationId xmlns:a16="http://schemas.microsoft.com/office/drawing/2014/main" id="{C69F3F3D-6D5E-841A-7BE9-35E41C21011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6056661"/>
              <a:ext cx="619046" cy="463616"/>
            </a:xfrm>
            <a:prstGeom prst="rect">
              <a:avLst/>
            </a:prstGeom>
          </p:spPr>
        </p:pic>
        <p:pic>
          <p:nvPicPr>
            <p:cNvPr id="147" name="Graphic 146">
              <a:extLst>
                <a:ext uri="{FF2B5EF4-FFF2-40B4-BE49-F238E27FC236}">
                  <a16:creationId xmlns:a16="http://schemas.microsoft.com/office/drawing/2014/main" id="{FC47FE46-F3BF-CA39-AC64-6D342D23A88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6056661"/>
              <a:ext cx="619046" cy="463616"/>
            </a:xfrm>
            <a:prstGeom prst="rect">
              <a:avLst/>
            </a:prstGeom>
          </p:spPr>
        </p:pic>
        <p:pic>
          <p:nvPicPr>
            <p:cNvPr id="148" name="Graphic 147">
              <a:extLst>
                <a:ext uri="{FF2B5EF4-FFF2-40B4-BE49-F238E27FC236}">
                  <a16:creationId xmlns:a16="http://schemas.microsoft.com/office/drawing/2014/main" id="{D6D77EA1-FE5B-84E8-4BB6-1A658F47B22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6056661"/>
              <a:ext cx="619046" cy="463616"/>
            </a:xfrm>
            <a:prstGeom prst="rect">
              <a:avLst/>
            </a:prstGeom>
          </p:spPr>
        </p:pic>
        <p:pic>
          <p:nvPicPr>
            <p:cNvPr id="149" name="Graphic 148">
              <a:extLst>
                <a:ext uri="{FF2B5EF4-FFF2-40B4-BE49-F238E27FC236}">
                  <a16:creationId xmlns:a16="http://schemas.microsoft.com/office/drawing/2014/main" id="{DDCC8DAC-3003-ECC9-AD0B-A03602186A3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6056661"/>
              <a:ext cx="619046" cy="463616"/>
            </a:xfrm>
            <a:prstGeom prst="rect">
              <a:avLst/>
            </a:prstGeom>
          </p:spPr>
        </p:pic>
        <p:pic>
          <p:nvPicPr>
            <p:cNvPr id="150" name="Graphic 149">
              <a:extLst>
                <a:ext uri="{FF2B5EF4-FFF2-40B4-BE49-F238E27FC236}">
                  <a16:creationId xmlns:a16="http://schemas.microsoft.com/office/drawing/2014/main" id="{FFF38E46-D136-6B22-7FD4-DD7789D1E29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391518"/>
              <a:ext cx="619046" cy="463616"/>
            </a:xfrm>
            <a:prstGeom prst="rect">
              <a:avLst/>
            </a:prstGeom>
          </p:spPr>
        </p:pic>
        <p:pic>
          <p:nvPicPr>
            <p:cNvPr id="151" name="Graphic 150">
              <a:extLst>
                <a:ext uri="{FF2B5EF4-FFF2-40B4-BE49-F238E27FC236}">
                  <a16:creationId xmlns:a16="http://schemas.microsoft.com/office/drawing/2014/main" id="{E3092072-92F1-6918-CCC1-CAFE9C6D407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391518"/>
              <a:ext cx="619046" cy="463616"/>
            </a:xfrm>
            <a:prstGeom prst="rect">
              <a:avLst/>
            </a:prstGeom>
          </p:spPr>
        </p:pic>
        <p:pic>
          <p:nvPicPr>
            <p:cNvPr id="152" name="Graphic 151">
              <a:extLst>
                <a:ext uri="{FF2B5EF4-FFF2-40B4-BE49-F238E27FC236}">
                  <a16:creationId xmlns:a16="http://schemas.microsoft.com/office/drawing/2014/main" id="{D38463C5-262D-7A1B-9408-1D7DFB0B685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391518"/>
              <a:ext cx="619046" cy="463616"/>
            </a:xfrm>
            <a:prstGeom prst="rect">
              <a:avLst/>
            </a:prstGeom>
          </p:spPr>
        </p:pic>
        <p:pic>
          <p:nvPicPr>
            <p:cNvPr id="153" name="Graphic 152">
              <a:extLst>
                <a:ext uri="{FF2B5EF4-FFF2-40B4-BE49-F238E27FC236}">
                  <a16:creationId xmlns:a16="http://schemas.microsoft.com/office/drawing/2014/main" id="{DAD450E2-E776-3E17-811E-3D2967F91B0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391518"/>
              <a:ext cx="619046" cy="463616"/>
            </a:xfrm>
            <a:prstGeom prst="rect">
              <a:avLst/>
            </a:prstGeom>
          </p:spPr>
        </p:pic>
        <p:pic>
          <p:nvPicPr>
            <p:cNvPr id="154" name="Graphic 153">
              <a:extLst>
                <a:ext uri="{FF2B5EF4-FFF2-40B4-BE49-F238E27FC236}">
                  <a16:creationId xmlns:a16="http://schemas.microsoft.com/office/drawing/2014/main" id="{794DF72A-0F95-3802-BFE3-10099E66BC4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391518"/>
              <a:ext cx="619046" cy="463616"/>
            </a:xfrm>
            <a:prstGeom prst="rect">
              <a:avLst/>
            </a:prstGeom>
          </p:spPr>
        </p:pic>
        <p:pic>
          <p:nvPicPr>
            <p:cNvPr id="155" name="Graphic 154">
              <a:extLst>
                <a:ext uri="{FF2B5EF4-FFF2-40B4-BE49-F238E27FC236}">
                  <a16:creationId xmlns:a16="http://schemas.microsoft.com/office/drawing/2014/main" id="{39B024F7-846C-370A-93E0-B63713A1A1E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391518"/>
              <a:ext cx="619046" cy="463616"/>
            </a:xfrm>
            <a:prstGeom prst="rect">
              <a:avLst/>
            </a:prstGeom>
          </p:spPr>
        </p:pic>
        <p:pic>
          <p:nvPicPr>
            <p:cNvPr id="156" name="Graphic 155">
              <a:extLst>
                <a:ext uri="{FF2B5EF4-FFF2-40B4-BE49-F238E27FC236}">
                  <a16:creationId xmlns:a16="http://schemas.microsoft.com/office/drawing/2014/main" id="{8C7CF916-90C8-6C77-0EA9-A7A80E0B605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391518"/>
              <a:ext cx="619046" cy="463616"/>
            </a:xfrm>
            <a:prstGeom prst="rect">
              <a:avLst/>
            </a:prstGeom>
          </p:spPr>
        </p:pic>
        <p:pic>
          <p:nvPicPr>
            <p:cNvPr id="157" name="Graphic 156">
              <a:extLst>
                <a:ext uri="{FF2B5EF4-FFF2-40B4-BE49-F238E27FC236}">
                  <a16:creationId xmlns:a16="http://schemas.microsoft.com/office/drawing/2014/main" id="{57E74DD3-4932-CCFA-0749-361C034181D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391518"/>
              <a:ext cx="619046" cy="463616"/>
            </a:xfrm>
            <a:prstGeom prst="rect">
              <a:avLst/>
            </a:prstGeom>
          </p:spPr>
        </p:pic>
        <p:pic>
          <p:nvPicPr>
            <p:cNvPr id="158" name="Graphic 157">
              <a:extLst>
                <a:ext uri="{FF2B5EF4-FFF2-40B4-BE49-F238E27FC236}">
                  <a16:creationId xmlns:a16="http://schemas.microsoft.com/office/drawing/2014/main" id="{BBF0F82D-365C-B04B-41D6-DD761919CF0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391518"/>
              <a:ext cx="619046" cy="463616"/>
            </a:xfrm>
            <a:prstGeom prst="rect">
              <a:avLst/>
            </a:prstGeom>
          </p:spPr>
        </p:pic>
        <p:pic>
          <p:nvPicPr>
            <p:cNvPr id="159" name="Graphic 158">
              <a:extLst>
                <a:ext uri="{FF2B5EF4-FFF2-40B4-BE49-F238E27FC236}">
                  <a16:creationId xmlns:a16="http://schemas.microsoft.com/office/drawing/2014/main" id="{83E9EF0C-6902-5BE1-A768-0ADB8EBE41F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391518"/>
              <a:ext cx="619046" cy="463616"/>
            </a:xfrm>
            <a:prstGeom prst="rect">
              <a:avLst/>
            </a:prstGeom>
          </p:spPr>
        </p:pic>
        <p:pic>
          <p:nvPicPr>
            <p:cNvPr id="160" name="Graphic 159">
              <a:extLst>
                <a:ext uri="{FF2B5EF4-FFF2-40B4-BE49-F238E27FC236}">
                  <a16:creationId xmlns:a16="http://schemas.microsoft.com/office/drawing/2014/main" id="{DF6730F7-A303-4273-72F2-69923DB7D9F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391518"/>
              <a:ext cx="619046" cy="463616"/>
            </a:xfrm>
            <a:prstGeom prst="rect">
              <a:avLst/>
            </a:prstGeom>
          </p:spPr>
        </p:pic>
      </p:grpSp>
      <p:sp>
        <p:nvSpPr>
          <p:cNvPr id="4" name="Rectangle 3">
            <a:extLst>
              <a:ext uri="{FF2B5EF4-FFF2-40B4-BE49-F238E27FC236}">
                <a16:creationId xmlns:a16="http://schemas.microsoft.com/office/drawing/2014/main" id="{34F37BB5-90D0-56CE-AD54-A70D5C0931A3}"/>
              </a:ext>
            </a:extLst>
          </p:cNvPr>
          <p:cNvSpPr/>
          <p:nvPr/>
        </p:nvSpPr>
        <p:spPr bwMode="auto">
          <a:xfrm>
            <a:off x="0" y="0"/>
            <a:ext cx="12192000" cy="1282700"/>
          </a:xfrm>
          <a:prstGeom prst="rect">
            <a:avLst/>
          </a:prstGeom>
          <a:gradFill flip="none" rotWithShape="1">
            <a:gsLst>
              <a:gs pos="30000">
                <a:srgbClr val="079FE7"/>
              </a:gs>
              <a:gs pos="70100">
                <a:schemeClr val="accent4"/>
              </a:gs>
              <a:gs pos="0">
                <a:srgbClr val="4ACD87"/>
              </a:gs>
              <a:gs pos="50000">
                <a:schemeClr val="accent1"/>
              </a:gs>
              <a:gs pos="100000">
                <a:srgbClr val="E85CB8"/>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5" name="Rectangle: Rounded Corners 4">
            <a:extLst>
              <a:ext uri="{FF2B5EF4-FFF2-40B4-BE49-F238E27FC236}">
                <a16:creationId xmlns:a16="http://schemas.microsoft.com/office/drawing/2014/main" id="{84DA8CDB-8A1F-AA3D-DE09-BD36C7E744EA}"/>
              </a:ext>
            </a:extLst>
          </p:cNvPr>
          <p:cNvSpPr/>
          <p:nvPr/>
        </p:nvSpPr>
        <p:spPr bwMode="auto">
          <a:xfrm>
            <a:off x="568454" y="1436689"/>
            <a:ext cx="11052046" cy="4481512"/>
          </a:xfrm>
          <a:prstGeom prst="roundRect">
            <a:avLst>
              <a:gd name="adj" fmla="val 3434"/>
            </a:avLst>
          </a:prstGeom>
          <a:solidFill>
            <a:srgbClr val="112633"/>
          </a:solidFill>
          <a:ln w="12700" cap="flat" cmpd="sng" algn="ctr">
            <a:gradFill flip="none" rotWithShape="1">
              <a:gsLst>
                <a:gs pos="0">
                  <a:srgbClr val="0078D4"/>
                </a:gs>
                <a:gs pos="100000">
                  <a:srgbClr val="C03BC4"/>
                </a:gs>
              </a:gsLst>
              <a:lin ang="2700000" scaled="1"/>
              <a:tileRect/>
            </a:gra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274320" tIns="548640" rIns="274320" bIns="0" numCol="1" spcCol="0" rtlCol="0" fromWordArt="0" anchor="ctr" anchorCtr="0" forceAA="0" compatLnSpc="1">
            <a:prstTxWarp prst="textNoShape">
              <a:avLst/>
            </a:prstTxWarp>
            <a:noAutofit/>
          </a:bodyPr>
          <a:lstStyle/>
          <a:p>
            <a:pPr lvl="0" algn="ctr"/>
            <a:endParaRPr lang="en-US" sz="3200">
              <a:solidFill>
                <a:schemeClr val="bg1"/>
              </a:solidFill>
              <a:latin typeface="+mj-lt"/>
              <a:cs typeface="Segoe Sans Display Semilight" pitchFamily="2" charset="0"/>
            </a:endParaRPr>
          </a:p>
        </p:txBody>
      </p:sp>
      <p:sp>
        <p:nvSpPr>
          <p:cNvPr id="6" name="Text Placeholder 5">
            <a:extLst>
              <a:ext uri="{FF2B5EF4-FFF2-40B4-BE49-F238E27FC236}">
                <a16:creationId xmlns:a16="http://schemas.microsoft.com/office/drawing/2014/main" id="{E2A1B6F2-11C1-3493-0AA3-65E0EEDFB7E0}"/>
              </a:ext>
            </a:extLst>
          </p:cNvPr>
          <p:cNvSpPr>
            <a:spLocks noGrp="1"/>
          </p:cNvSpPr>
          <p:nvPr>
            <p:ph type="body" sz="quarter" idx="13"/>
          </p:nvPr>
        </p:nvSpPr>
        <p:spPr>
          <a:xfrm>
            <a:off x="783771" y="1625600"/>
            <a:ext cx="10537372" cy="4093428"/>
          </a:xfrm>
        </p:spPr>
        <p:txBody>
          <a:bodyPr>
            <a:noAutofit/>
          </a:bodyPr>
          <a:lstStyle>
            <a:lvl1pPr marL="0" indent="0">
              <a:buNone/>
              <a:defRPr lang="en-US" sz="1800" kern="1200" dirty="0" smtClean="0">
                <a:solidFill>
                  <a:schemeClr val="bg1"/>
                </a:solidFill>
                <a:latin typeface="+mn-lt"/>
                <a:ea typeface="+mn-ea"/>
                <a:cs typeface="+mn-cs"/>
              </a:defRPr>
            </a:lvl1pPr>
            <a:lvl2pPr>
              <a:buNone/>
              <a:defRPr lang="en-US" sz="1800" kern="1200" dirty="0" smtClean="0">
                <a:solidFill>
                  <a:schemeClr val="tx1"/>
                </a:solidFill>
                <a:latin typeface="+mn-lt"/>
                <a:ea typeface="+mn-ea"/>
                <a:cs typeface="+mn-cs"/>
              </a:defRPr>
            </a:lvl2pPr>
            <a:lvl3pPr>
              <a:buNone/>
              <a:defRPr lang="en-US" sz="1800" kern="1200" dirty="0" smtClean="0">
                <a:solidFill>
                  <a:schemeClr val="tx1"/>
                </a:solidFill>
                <a:latin typeface="+mn-lt"/>
                <a:ea typeface="+mn-ea"/>
                <a:cs typeface="+mn-cs"/>
              </a:defRPr>
            </a:lvl3pPr>
            <a:lvl4pPr>
              <a:buNone/>
              <a:defRPr lang="en-US" sz="1800" kern="1200" dirty="0" smtClean="0">
                <a:solidFill>
                  <a:schemeClr val="tx1"/>
                </a:solidFill>
                <a:latin typeface="+mn-lt"/>
                <a:ea typeface="+mn-ea"/>
                <a:cs typeface="+mn-cs"/>
              </a:defRPr>
            </a:lvl4pPr>
            <a:lvl5pPr>
              <a:buNone/>
              <a:defRPr lang="en-IN" sz="1800" kern="1200" dirty="0">
                <a:solidFill>
                  <a:schemeClr val="tx1"/>
                </a:solidFill>
                <a:latin typeface="+mn-lt"/>
                <a:ea typeface="+mn-ea"/>
                <a:cs typeface="+mn-cs"/>
              </a:defRPr>
            </a:lvl5pPr>
          </a:lstStyle>
          <a:p>
            <a:pPr lvl="0"/>
            <a:r>
              <a:rPr lang="en-US"/>
              <a:t>Click to edit Master text styles</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1500" y="457200"/>
            <a:ext cx="11052046" cy="492443"/>
          </a:xfrm>
        </p:spPr>
        <p:txBody>
          <a:bodyPr/>
          <a:lstStyle>
            <a:lvl1pPr>
              <a:defRPr sz="3200">
                <a:solidFill>
                  <a:schemeClr val="tx1"/>
                </a:solidFill>
              </a:defRPr>
            </a:lvl1p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71500" y="292100"/>
            <a:ext cx="11052046" cy="153888"/>
          </a:xfrm>
        </p:spPr>
        <p:txBody>
          <a:bodyPr/>
          <a:lstStyle>
            <a:lvl1pPr marL="0" indent="0">
              <a:buNone/>
              <a:defRPr sz="1000" cap="all" baseline="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pic>
        <p:nvPicPr>
          <p:cNvPr id="161" name="Graphic 160">
            <a:extLst>
              <a:ext uri="{FF2B5EF4-FFF2-40B4-BE49-F238E27FC236}">
                <a16:creationId xmlns:a16="http://schemas.microsoft.com/office/drawing/2014/main" id="{4033CE84-4EE5-2362-0B9A-F8C324F9061E}"/>
              </a:ext>
            </a:extLst>
          </p:cNvPr>
          <p:cNvPicPr>
            <a:picLocks noChangeAspect="1"/>
          </p:cNvPicPr>
          <p:nvPr/>
        </p:nvPicPr>
        <p:blipFill>
          <a:blip>
            <a:lum bright="100000"/>
            <a:extLst>
              <a:ext uri="{96DAC541-7B7A-43D3-8B79-37D633B846F1}">
                <asvg:svgBlip xmlns:asvg="http://schemas.microsoft.com/office/drawing/2016/SVG/main" r:embed="rId3"/>
              </a:ext>
            </a:extLst>
          </a:blip>
          <a:stretch>
            <a:fillRect/>
          </a:stretch>
        </p:blipFill>
        <p:spPr>
          <a:xfrm>
            <a:off x="571501" y="6274974"/>
            <a:ext cx="618133" cy="411576"/>
          </a:xfrm>
          <a:prstGeom prst="rect">
            <a:avLst/>
          </a:prstGeom>
        </p:spPr>
      </p:pic>
      <p:sp>
        <p:nvSpPr>
          <p:cNvPr id="7" name="Text Placeholder 4">
            <a:extLst>
              <a:ext uri="{FF2B5EF4-FFF2-40B4-BE49-F238E27FC236}">
                <a16:creationId xmlns:a16="http://schemas.microsoft.com/office/drawing/2014/main" id="{AA1CE898-CFF8-F9C5-FDF8-816CE70F8D29}"/>
              </a:ext>
            </a:extLst>
          </p:cNvPr>
          <p:cNvSpPr>
            <a:spLocks noGrp="1"/>
          </p:cNvSpPr>
          <p:nvPr>
            <p:ph type="body" sz="quarter" idx="12" hasCustomPrompt="1"/>
          </p:nvPr>
        </p:nvSpPr>
        <p:spPr>
          <a:xfrm>
            <a:off x="1939924" y="6400799"/>
            <a:ext cx="9680575" cy="153888"/>
          </a:xfrm>
        </p:spPr>
        <p:txBody>
          <a:bodyPr/>
          <a:lstStyle>
            <a:lvl1pPr marL="0" indent="0">
              <a:buNone/>
              <a:defRPr sz="1000" cap="none" baseline="0">
                <a:solidFill>
                  <a:schemeClr val="bg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Footer</a:t>
            </a:r>
          </a:p>
        </p:txBody>
      </p:sp>
    </p:spTree>
    <p:extLst>
      <p:ext uri="{BB962C8B-B14F-4D97-AF65-F5344CB8AC3E}">
        <p14:creationId xmlns:p14="http://schemas.microsoft.com/office/powerpoint/2010/main" val="185618081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lank slide whit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CCA87CE8-0B7A-14EC-1708-06F65742B74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1501" y="6274974"/>
            <a:ext cx="618133" cy="411576"/>
          </a:xfrm>
          <a:prstGeom prst="rect">
            <a:avLst/>
          </a:prstGeom>
        </p:spPr>
      </p:pic>
      <p:sp>
        <p:nvSpPr>
          <p:cNvPr id="5" name="Text Placeholder 4">
            <a:extLst>
              <a:ext uri="{FF2B5EF4-FFF2-40B4-BE49-F238E27FC236}">
                <a16:creationId xmlns:a16="http://schemas.microsoft.com/office/drawing/2014/main" id="{3A1437B1-CB51-CB43-F49D-CB4851E7F7D2}"/>
              </a:ext>
            </a:extLst>
          </p:cNvPr>
          <p:cNvSpPr>
            <a:spLocks noGrp="1"/>
          </p:cNvSpPr>
          <p:nvPr>
            <p:ph type="body" sz="quarter" idx="12" hasCustomPrompt="1"/>
          </p:nvPr>
        </p:nvSpPr>
        <p:spPr>
          <a:xfrm>
            <a:off x="1939924" y="6400799"/>
            <a:ext cx="9680575" cy="153888"/>
          </a:xfrm>
        </p:spPr>
        <p:txBody>
          <a:bodyPr/>
          <a:lstStyle>
            <a:lvl1pPr marL="0" indent="0">
              <a:buNone/>
              <a:defRPr sz="1000" cap="none" baseline="0"/>
            </a:lvl1pPr>
            <a:lvl2pPr marL="228600" indent="0">
              <a:buNone/>
              <a:defRPr/>
            </a:lvl2pPr>
            <a:lvl3pPr marL="457200" indent="0">
              <a:buNone/>
              <a:defRPr/>
            </a:lvl3pPr>
            <a:lvl4pPr marL="661988" indent="0">
              <a:buNone/>
              <a:defRPr/>
            </a:lvl4pPr>
            <a:lvl5pPr marL="855663" indent="0">
              <a:buNone/>
              <a:defRPr/>
            </a:lvl5pPr>
          </a:lstStyle>
          <a:p>
            <a:pPr lvl="0"/>
            <a:r>
              <a:rPr lang="en-US"/>
              <a:t>Footer</a:t>
            </a:r>
          </a:p>
        </p:txBody>
      </p:sp>
    </p:spTree>
    <p:extLst>
      <p:ext uri="{BB962C8B-B14F-4D97-AF65-F5344CB8AC3E}">
        <p14:creationId xmlns:p14="http://schemas.microsoft.com/office/powerpoint/2010/main" val="138265924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12">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lank slide Dark">
    <p:bg>
      <p:bgPr>
        <a:solidFill>
          <a:schemeClr val="tx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E5493FF-3809-B03E-2389-357AAAEEAAB0}"/>
              </a:ext>
            </a:extLst>
          </p:cNvPr>
          <p:cNvGrpSpPr/>
          <p:nvPr/>
        </p:nvGrpSpPr>
        <p:grpSpPr>
          <a:xfrm>
            <a:off x="-95560" y="93940"/>
            <a:ext cx="12383120" cy="6723916"/>
            <a:chOff x="452167" y="391518"/>
            <a:chExt cx="11287046" cy="6128759"/>
          </a:xfrm>
          <a:solidFill>
            <a:schemeClr val="tx2">
              <a:alpha val="4000"/>
            </a:schemeClr>
          </a:solidFill>
        </p:grpSpPr>
        <p:pic>
          <p:nvPicPr>
            <p:cNvPr id="5" name="Graphic 4">
              <a:extLst>
                <a:ext uri="{FF2B5EF4-FFF2-40B4-BE49-F238E27FC236}">
                  <a16:creationId xmlns:a16="http://schemas.microsoft.com/office/drawing/2014/main" id="{B47494AE-EDD0-B44C-4261-398DE64AACD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1390651"/>
              <a:ext cx="619046" cy="463616"/>
            </a:xfrm>
            <a:prstGeom prst="rect">
              <a:avLst/>
            </a:prstGeom>
          </p:spPr>
        </p:pic>
        <p:pic>
          <p:nvPicPr>
            <p:cNvPr id="6" name="Graphic 5">
              <a:extLst>
                <a:ext uri="{FF2B5EF4-FFF2-40B4-BE49-F238E27FC236}">
                  <a16:creationId xmlns:a16="http://schemas.microsoft.com/office/drawing/2014/main" id="{0228871F-6E9F-CC4C-21ED-9CB818656BC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1390651"/>
              <a:ext cx="619046" cy="463616"/>
            </a:xfrm>
            <a:prstGeom prst="rect">
              <a:avLst/>
            </a:prstGeom>
          </p:spPr>
        </p:pic>
        <p:pic>
          <p:nvPicPr>
            <p:cNvPr id="7" name="Graphic 6">
              <a:extLst>
                <a:ext uri="{FF2B5EF4-FFF2-40B4-BE49-F238E27FC236}">
                  <a16:creationId xmlns:a16="http://schemas.microsoft.com/office/drawing/2014/main" id="{39234ADF-E37A-2890-4137-26B410CB814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1390651"/>
              <a:ext cx="619046" cy="463616"/>
            </a:xfrm>
            <a:prstGeom prst="rect">
              <a:avLst/>
            </a:prstGeom>
          </p:spPr>
        </p:pic>
        <p:pic>
          <p:nvPicPr>
            <p:cNvPr id="8" name="Graphic 7">
              <a:extLst>
                <a:ext uri="{FF2B5EF4-FFF2-40B4-BE49-F238E27FC236}">
                  <a16:creationId xmlns:a16="http://schemas.microsoft.com/office/drawing/2014/main" id="{63F3A74C-0A4C-0629-CB61-9EC200133B6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1390651"/>
              <a:ext cx="619046" cy="463616"/>
            </a:xfrm>
            <a:prstGeom prst="rect">
              <a:avLst/>
            </a:prstGeom>
          </p:spPr>
        </p:pic>
        <p:pic>
          <p:nvPicPr>
            <p:cNvPr id="10" name="Graphic 9">
              <a:extLst>
                <a:ext uri="{FF2B5EF4-FFF2-40B4-BE49-F238E27FC236}">
                  <a16:creationId xmlns:a16="http://schemas.microsoft.com/office/drawing/2014/main" id="{EA4164B6-1533-ECEA-4CD0-C7DC431D2CE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1390651"/>
              <a:ext cx="619046" cy="463616"/>
            </a:xfrm>
            <a:prstGeom prst="rect">
              <a:avLst/>
            </a:prstGeom>
          </p:spPr>
        </p:pic>
        <p:pic>
          <p:nvPicPr>
            <p:cNvPr id="11" name="Graphic 10">
              <a:extLst>
                <a:ext uri="{FF2B5EF4-FFF2-40B4-BE49-F238E27FC236}">
                  <a16:creationId xmlns:a16="http://schemas.microsoft.com/office/drawing/2014/main" id="{9B7DF13D-B001-CE2D-A482-7D2C6DF3B69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1390651"/>
              <a:ext cx="619046" cy="463616"/>
            </a:xfrm>
            <a:prstGeom prst="rect">
              <a:avLst/>
            </a:prstGeom>
          </p:spPr>
        </p:pic>
        <p:pic>
          <p:nvPicPr>
            <p:cNvPr id="12" name="Graphic 11">
              <a:extLst>
                <a:ext uri="{FF2B5EF4-FFF2-40B4-BE49-F238E27FC236}">
                  <a16:creationId xmlns:a16="http://schemas.microsoft.com/office/drawing/2014/main" id="{6B9E4410-B776-A0A5-7244-631CA062F61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1390651"/>
              <a:ext cx="619046" cy="463616"/>
            </a:xfrm>
            <a:prstGeom prst="rect">
              <a:avLst/>
            </a:prstGeom>
          </p:spPr>
        </p:pic>
        <p:pic>
          <p:nvPicPr>
            <p:cNvPr id="13" name="Graphic 12">
              <a:extLst>
                <a:ext uri="{FF2B5EF4-FFF2-40B4-BE49-F238E27FC236}">
                  <a16:creationId xmlns:a16="http://schemas.microsoft.com/office/drawing/2014/main" id="{94494EB9-588F-BE3C-5179-DB0DE5AB70F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1390651"/>
              <a:ext cx="619046" cy="463616"/>
            </a:xfrm>
            <a:prstGeom prst="rect">
              <a:avLst/>
            </a:prstGeom>
          </p:spPr>
        </p:pic>
        <p:pic>
          <p:nvPicPr>
            <p:cNvPr id="14" name="Graphic 13">
              <a:extLst>
                <a:ext uri="{FF2B5EF4-FFF2-40B4-BE49-F238E27FC236}">
                  <a16:creationId xmlns:a16="http://schemas.microsoft.com/office/drawing/2014/main" id="{04645A40-DE76-7EE6-5E70-FCF7D118AD2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1390651"/>
              <a:ext cx="619046" cy="463616"/>
            </a:xfrm>
            <a:prstGeom prst="rect">
              <a:avLst/>
            </a:prstGeom>
          </p:spPr>
        </p:pic>
        <p:pic>
          <p:nvPicPr>
            <p:cNvPr id="15" name="Graphic 14">
              <a:extLst>
                <a:ext uri="{FF2B5EF4-FFF2-40B4-BE49-F238E27FC236}">
                  <a16:creationId xmlns:a16="http://schemas.microsoft.com/office/drawing/2014/main" id="{DE03B6B7-4F64-3CBC-F012-58D86899E25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1390651"/>
              <a:ext cx="619046" cy="463616"/>
            </a:xfrm>
            <a:prstGeom prst="rect">
              <a:avLst/>
            </a:prstGeom>
          </p:spPr>
        </p:pic>
        <p:pic>
          <p:nvPicPr>
            <p:cNvPr id="16" name="Graphic 15">
              <a:extLst>
                <a:ext uri="{FF2B5EF4-FFF2-40B4-BE49-F238E27FC236}">
                  <a16:creationId xmlns:a16="http://schemas.microsoft.com/office/drawing/2014/main" id="{F51AB579-C8BD-F4B5-CD6C-C6EFF92D39B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1390651"/>
              <a:ext cx="619046" cy="463616"/>
            </a:xfrm>
            <a:prstGeom prst="rect">
              <a:avLst/>
            </a:prstGeom>
          </p:spPr>
        </p:pic>
        <p:pic>
          <p:nvPicPr>
            <p:cNvPr id="17" name="Graphic 16">
              <a:extLst>
                <a:ext uri="{FF2B5EF4-FFF2-40B4-BE49-F238E27FC236}">
                  <a16:creationId xmlns:a16="http://schemas.microsoft.com/office/drawing/2014/main" id="{8D745759-FADB-D89F-DC6D-D46759056F1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2323853"/>
              <a:ext cx="619046" cy="463616"/>
            </a:xfrm>
            <a:prstGeom prst="rect">
              <a:avLst/>
            </a:prstGeom>
          </p:spPr>
        </p:pic>
        <p:pic>
          <p:nvPicPr>
            <p:cNvPr id="18" name="Graphic 17">
              <a:extLst>
                <a:ext uri="{FF2B5EF4-FFF2-40B4-BE49-F238E27FC236}">
                  <a16:creationId xmlns:a16="http://schemas.microsoft.com/office/drawing/2014/main" id="{D53E2261-4D27-1287-14ED-F99025FAC60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2323853"/>
              <a:ext cx="619046" cy="463616"/>
            </a:xfrm>
            <a:prstGeom prst="rect">
              <a:avLst/>
            </a:prstGeom>
          </p:spPr>
        </p:pic>
        <p:pic>
          <p:nvPicPr>
            <p:cNvPr id="19" name="Graphic 18">
              <a:extLst>
                <a:ext uri="{FF2B5EF4-FFF2-40B4-BE49-F238E27FC236}">
                  <a16:creationId xmlns:a16="http://schemas.microsoft.com/office/drawing/2014/main" id="{D66BE140-26D5-8EBD-42A2-5C485A0F8F3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2323853"/>
              <a:ext cx="619046" cy="463616"/>
            </a:xfrm>
            <a:prstGeom prst="rect">
              <a:avLst/>
            </a:prstGeom>
          </p:spPr>
        </p:pic>
        <p:pic>
          <p:nvPicPr>
            <p:cNvPr id="20" name="Graphic 19">
              <a:extLst>
                <a:ext uri="{FF2B5EF4-FFF2-40B4-BE49-F238E27FC236}">
                  <a16:creationId xmlns:a16="http://schemas.microsoft.com/office/drawing/2014/main" id="{699C0F67-F5C3-94CD-3B91-E5D83C0A00F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2323853"/>
              <a:ext cx="619046" cy="463616"/>
            </a:xfrm>
            <a:prstGeom prst="rect">
              <a:avLst/>
            </a:prstGeom>
          </p:spPr>
        </p:pic>
        <p:pic>
          <p:nvPicPr>
            <p:cNvPr id="21" name="Graphic 20">
              <a:extLst>
                <a:ext uri="{FF2B5EF4-FFF2-40B4-BE49-F238E27FC236}">
                  <a16:creationId xmlns:a16="http://schemas.microsoft.com/office/drawing/2014/main" id="{E1551712-8A1E-7EF0-3F38-6BF3D7D8411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2323853"/>
              <a:ext cx="619046" cy="463616"/>
            </a:xfrm>
            <a:prstGeom prst="rect">
              <a:avLst/>
            </a:prstGeom>
          </p:spPr>
        </p:pic>
        <p:pic>
          <p:nvPicPr>
            <p:cNvPr id="22" name="Graphic 21">
              <a:extLst>
                <a:ext uri="{FF2B5EF4-FFF2-40B4-BE49-F238E27FC236}">
                  <a16:creationId xmlns:a16="http://schemas.microsoft.com/office/drawing/2014/main" id="{08FC5FA2-65C7-957A-5F67-9C48826C77F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2323853"/>
              <a:ext cx="619046" cy="463616"/>
            </a:xfrm>
            <a:prstGeom prst="rect">
              <a:avLst/>
            </a:prstGeom>
          </p:spPr>
        </p:pic>
        <p:pic>
          <p:nvPicPr>
            <p:cNvPr id="23" name="Graphic 22">
              <a:extLst>
                <a:ext uri="{FF2B5EF4-FFF2-40B4-BE49-F238E27FC236}">
                  <a16:creationId xmlns:a16="http://schemas.microsoft.com/office/drawing/2014/main" id="{8FF9E2DE-23E8-A512-F2BF-AB9BAE02BE4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2323853"/>
              <a:ext cx="619046" cy="463616"/>
            </a:xfrm>
            <a:prstGeom prst="rect">
              <a:avLst/>
            </a:prstGeom>
          </p:spPr>
        </p:pic>
        <p:pic>
          <p:nvPicPr>
            <p:cNvPr id="24" name="Graphic 23">
              <a:extLst>
                <a:ext uri="{FF2B5EF4-FFF2-40B4-BE49-F238E27FC236}">
                  <a16:creationId xmlns:a16="http://schemas.microsoft.com/office/drawing/2014/main" id="{6AE1639A-6D3A-A7E4-7CB6-D62893091EE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2323853"/>
              <a:ext cx="619046" cy="463616"/>
            </a:xfrm>
            <a:prstGeom prst="rect">
              <a:avLst/>
            </a:prstGeom>
          </p:spPr>
        </p:pic>
        <p:pic>
          <p:nvPicPr>
            <p:cNvPr id="25" name="Graphic 24">
              <a:extLst>
                <a:ext uri="{FF2B5EF4-FFF2-40B4-BE49-F238E27FC236}">
                  <a16:creationId xmlns:a16="http://schemas.microsoft.com/office/drawing/2014/main" id="{247B8AF4-DC29-55D0-0C8E-E92DBCA8A13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2323853"/>
              <a:ext cx="619046" cy="463616"/>
            </a:xfrm>
            <a:prstGeom prst="rect">
              <a:avLst/>
            </a:prstGeom>
          </p:spPr>
        </p:pic>
        <p:pic>
          <p:nvPicPr>
            <p:cNvPr id="26" name="Graphic 25">
              <a:extLst>
                <a:ext uri="{FF2B5EF4-FFF2-40B4-BE49-F238E27FC236}">
                  <a16:creationId xmlns:a16="http://schemas.microsoft.com/office/drawing/2014/main" id="{7DDCC954-C305-C5AA-F3DE-5166970E9F2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2323853"/>
              <a:ext cx="619046" cy="463616"/>
            </a:xfrm>
            <a:prstGeom prst="rect">
              <a:avLst/>
            </a:prstGeom>
          </p:spPr>
        </p:pic>
        <p:pic>
          <p:nvPicPr>
            <p:cNvPr id="27" name="Graphic 26">
              <a:extLst>
                <a:ext uri="{FF2B5EF4-FFF2-40B4-BE49-F238E27FC236}">
                  <a16:creationId xmlns:a16="http://schemas.microsoft.com/office/drawing/2014/main" id="{985E0DD8-4F76-F1CE-6300-8D20E905FF8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2323853"/>
              <a:ext cx="619046" cy="463616"/>
            </a:xfrm>
            <a:prstGeom prst="rect">
              <a:avLst/>
            </a:prstGeom>
          </p:spPr>
        </p:pic>
        <p:pic>
          <p:nvPicPr>
            <p:cNvPr id="28" name="Graphic 27">
              <a:extLst>
                <a:ext uri="{FF2B5EF4-FFF2-40B4-BE49-F238E27FC236}">
                  <a16:creationId xmlns:a16="http://schemas.microsoft.com/office/drawing/2014/main" id="{6E94FCC8-27D5-B149-77F0-41BCFD5339A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3257055"/>
              <a:ext cx="619046" cy="463616"/>
            </a:xfrm>
            <a:prstGeom prst="rect">
              <a:avLst/>
            </a:prstGeom>
          </p:spPr>
        </p:pic>
        <p:pic>
          <p:nvPicPr>
            <p:cNvPr id="29" name="Graphic 28">
              <a:extLst>
                <a:ext uri="{FF2B5EF4-FFF2-40B4-BE49-F238E27FC236}">
                  <a16:creationId xmlns:a16="http://schemas.microsoft.com/office/drawing/2014/main" id="{9D550B79-8FDC-A2FD-F6B7-2E9611CB1FB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3257055"/>
              <a:ext cx="619046" cy="463616"/>
            </a:xfrm>
            <a:prstGeom prst="rect">
              <a:avLst/>
            </a:prstGeom>
          </p:spPr>
        </p:pic>
        <p:pic>
          <p:nvPicPr>
            <p:cNvPr id="30" name="Graphic 29">
              <a:extLst>
                <a:ext uri="{FF2B5EF4-FFF2-40B4-BE49-F238E27FC236}">
                  <a16:creationId xmlns:a16="http://schemas.microsoft.com/office/drawing/2014/main" id="{5F807943-6247-30CE-D541-D5A2D5EDCF4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3257055"/>
              <a:ext cx="619046" cy="463616"/>
            </a:xfrm>
            <a:prstGeom prst="rect">
              <a:avLst/>
            </a:prstGeom>
          </p:spPr>
        </p:pic>
        <p:pic>
          <p:nvPicPr>
            <p:cNvPr id="31" name="Graphic 30">
              <a:extLst>
                <a:ext uri="{FF2B5EF4-FFF2-40B4-BE49-F238E27FC236}">
                  <a16:creationId xmlns:a16="http://schemas.microsoft.com/office/drawing/2014/main" id="{61113BAB-3E4F-96C7-8348-965EFE01111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3257055"/>
              <a:ext cx="619046" cy="463616"/>
            </a:xfrm>
            <a:prstGeom prst="rect">
              <a:avLst/>
            </a:prstGeom>
          </p:spPr>
        </p:pic>
        <p:pic>
          <p:nvPicPr>
            <p:cNvPr id="32" name="Graphic 31">
              <a:extLst>
                <a:ext uri="{FF2B5EF4-FFF2-40B4-BE49-F238E27FC236}">
                  <a16:creationId xmlns:a16="http://schemas.microsoft.com/office/drawing/2014/main" id="{E7A53BBB-19F1-5673-6B66-AF6DAFFF13F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3257055"/>
              <a:ext cx="619046" cy="463616"/>
            </a:xfrm>
            <a:prstGeom prst="rect">
              <a:avLst/>
            </a:prstGeom>
          </p:spPr>
        </p:pic>
        <p:pic>
          <p:nvPicPr>
            <p:cNvPr id="33" name="Graphic 32">
              <a:extLst>
                <a:ext uri="{FF2B5EF4-FFF2-40B4-BE49-F238E27FC236}">
                  <a16:creationId xmlns:a16="http://schemas.microsoft.com/office/drawing/2014/main" id="{6E653243-5A70-6AE0-78D3-3E59137B7A1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3257055"/>
              <a:ext cx="619046" cy="463616"/>
            </a:xfrm>
            <a:prstGeom prst="rect">
              <a:avLst/>
            </a:prstGeom>
          </p:spPr>
        </p:pic>
        <p:pic>
          <p:nvPicPr>
            <p:cNvPr id="34" name="Graphic 33">
              <a:extLst>
                <a:ext uri="{FF2B5EF4-FFF2-40B4-BE49-F238E27FC236}">
                  <a16:creationId xmlns:a16="http://schemas.microsoft.com/office/drawing/2014/main" id="{7B90FA53-4D02-35A8-6637-EAAD491527B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3257055"/>
              <a:ext cx="619046" cy="463616"/>
            </a:xfrm>
            <a:prstGeom prst="rect">
              <a:avLst/>
            </a:prstGeom>
          </p:spPr>
        </p:pic>
        <p:pic>
          <p:nvPicPr>
            <p:cNvPr id="35" name="Graphic 34">
              <a:extLst>
                <a:ext uri="{FF2B5EF4-FFF2-40B4-BE49-F238E27FC236}">
                  <a16:creationId xmlns:a16="http://schemas.microsoft.com/office/drawing/2014/main" id="{5B987F35-CF5A-D83C-C7CF-B039EBDFC6C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3257055"/>
              <a:ext cx="619046" cy="463616"/>
            </a:xfrm>
            <a:prstGeom prst="rect">
              <a:avLst/>
            </a:prstGeom>
          </p:spPr>
        </p:pic>
        <p:pic>
          <p:nvPicPr>
            <p:cNvPr id="36" name="Graphic 35">
              <a:extLst>
                <a:ext uri="{FF2B5EF4-FFF2-40B4-BE49-F238E27FC236}">
                  <a16:creationId xmlns:a16="http://schemas.microsoft.com/office/drawing/2014/main" id="{67925649-66AE-8749-6778-50460BF6020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3257055"/>
              <a:ext cx="619046" cy="463616"/>
            </a:xfrm>
            <a:prstGeom prst="rect">
              <a:avLst/>
            </a:prstGeom>
          </p:spPr>
        </p:pic>
        <p:pic>
          <p:nvPicPr>
            <p:cNvPr id="37" name="Graphic 36">
              <a:extLst>
                <a:ext uri="{FF2B5EF4-FFF2-40B4-BE49-F238E27FC236}">
                  <a16:creationId xmlns:a16="http://schemas.microsoft.com/office/drawing/2014/main" id="{E3EC20F5-CC68-5CE6-5A4E-FB4BB189853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3257055"/>
              <a:ext cx="619046" cy="463616"/>
            </a:xfrm>
            <a:prstGeom prst="rect">
              <a:avLst/>
            </a:prstGeom>
          </p:spPr>
        </p:pic>
        <p:pic>
          <p:nvPicPr>
            <p:cNvPr id="38" name="Graphic 37">
              <a:extLst>
                <a:ext uri="{FF2B5EF4-FFF2-40B4-BE49-F238E27FC236}">
                  <a16:creationId xmlns:a16="http://schemas.microsoft.com/office/drawing/2014/main" id="{9EBCF702-B4D9-4895-77CE-CC3A5735C6A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3257055"/>
              <a:ext cx="619046" cy="463616"/>
            </a:xfrm>
            <a:prstGeom prst="rect">
              <a:avLst/>
            </a:prstGeom>
          </p:spPr>
        </p:pic>
        <p:pic>
          <p:nvPicPr>
            <p:cNvPr id="39" name="Graphic 38">
              <a:extLst>
                <a:ext uri="{FF2B5EF4-FFF2-40B4-BE49-F238E27FC236}">
                  <a16:creationId xmlns:a16="http://schemas.microsoft.com/office/drawing/2014/main" id="{C4F35BBB-EA86-FD09-2099-E52C357DA80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4190257"/>
              <a:ext cx="619046" cy="463616"/>
            </a:xfrm>
            <a:prstGeom prst="rect">
              <a:avLst/>
            </a:prstGeom>
          </p:spPr>
        </p:pic>
        <p:pic>
          <p:nvPicPr>
            <p:cNvPr id="40" name="Graphic 39">
              <a:extLst>
                <a:ext uri="{FF2B5EF4-FFF2-40B4-BE49-F238E27FC236}">
                  <a16:creationId xmlns:a16="http://schemas.microsoft.com/office/drawing/2014/main" id="{531B79A6-E590-B771-C812-84A1A3E9A20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4190257"/>
              <a:ext cx="619046" cy="463616"/>
            </a:xfrm>
            <a:prstGeom prst="rect">
              <a:avLst/>
            </a:prstGeom>
          </p:spPr>
        </p:pic>
        <p:pic>
          <p:nvPicPr>
            <p:cNvPr id="41" name="Graphic 40">
              <a:extLst>
                <a:ext uri="{FF2B5EF4-FFF2-40B4-BE49-F238E27FC236}">
                  <a16:creationId xmlns:a16="http://schemas.microsoft.com/office/drawing/2014/main" id="{B5A96F32-5B3D-38A7-2C92-EBD42D82E58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4190257"/>
              <a:ext cx="619046" cy="463616"/>
            </a:xfrm>
            <a:prstGeom prst="rect">
              <a:avLst/>
            </a:prstGeom>
          </p:spPr>
        </p:pic>
        <p:pic>
          <p:nvPicPr>
            <p:cNvPr id="42" name="Graphic 41">
              <a:extLst>
                <a:ext uri="{FF2B5EF4-FFF2-40B4-BE49-F238E27FC236}">
                  <a16:creationId xmlns:a16="http://schemas.microsoft.com/office/drawing/2014/main" id="{42C2C9EF-2E85-DBA6-9153-59D44BB02C2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4190257"/>
              <a:ext cx="619046" cy="463616"/>
            </a:xfrm>
            <a:prstGeom prst="rect">
              <a:avLst/>
            </a:prstGeom>
          </p:spPr>
        </p:pic>
        <p:pic>
          <p:nvPicPr>
            <p:cNvPr id="43" name="Graphic 42">
              <a:extLst>
                <a:ext uri="{FF2B5EF4-FFF2-40B4-BE49-F238E27FC236}">
                  <a16:creationId xmlns:a16="http://schemas.microsoft.com/office/drawing/2014/main" id="{D668FE64-AA7E-332C-BC03-AEE657C9549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4190257"/>
              <a:ext cx="619046" cy="463616"/>
            </a:xfrm>
            <a:prstGeom prst="rect">
              <a:avLst/>
            </a:prstGeom>
          </p:spPr>
        </p:pic>
        <p:pic>
          <p:nvPicPr>
            <p:cNvPr id="44" name="Graphic 43">
              <a:extLst>
                <a:ext uri="{FF2B5EF4-FFF2-40B4-BE49-F238E27FC236}">
                  <a16:creationId xmlns:a16="http://schemas.microsoft.com/office/drawing/2014/main" id="{F40D727A-F77D-2703-FD8D-7801066B3C4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4190257"/>
              <a:ext cx="619046" cy="463616"/>
            </a:xfrm>
            <a:prstGeom prst="rect">
              <a:avLst/>
            </a:prstGeom>
          </p:spPr>
        </p:pic>
        <p:pic>
          <p:nvPicPr>
            <p:cNvPr id="45" name="Graphic 44">
              <a:extLst>
                <a:ext uri="{FF2B5EF4-FFF2-40B4-BE49-F238E27FC236}">
                  <a16:creationId xmlns:a16="http://schemas.microsoft.com/office/drawing/2014/main" id="{AF2E89FC-B100-071C-C97B-13D51793DF4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4190257"/>
              <a:ext cx="619046" cy="463616"/>
            </a:xfrm>
            <a:prstGeom prst="rect">
              <a:avLst/>
            </a:prstGeom>
          </p:spPr>
        </p:pic>
        <p:pic>
          <p:nvPicPr>
            <p:cNvPr id="46" name="Graphic 45">
              <a:extLst>
                <a:ext uri="{FF2B5EF4-FFF2-40B4-BE49-F238E27FC236}">
                  <a16:creationId xmlns:a16="http://schemas.microsoft.com/office/drawing/2014/main" id="{528C7888-AC92-2005-EC24-DB2B1882795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4190257"/>
              <a:ext cx="619046" cy="463616"/>
            </a:xfrm>
            <a:prstGeom prst="rect">
              <a:avLst/>
            </a:prstGeom>
          </p:spPr>
        </p:pic>
        <p:pic>
          <p:nvPicPr>
            <p:cNvPr id="47" name="Graphic 46">
              <a:extLst>
                <a:ext uri="{FF2B5EF4-FFF2-40B4-BE49-F238E27FC236}">
                  <a16:creationId xmlns:a16="http://schemas.microsoft.com/office/drawing/2014/main" id="{89D07E8E-9B2F-0344-D04E-37386AE1227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4190257"/>
              <a:ext cx="619046" cy="463616"/>
            </a:xfrm>
            <a:prstGeom prst="rect">
              <a:avLst/>
            </a:prstGeom>
          </p:spPr>
        </p:pic>
        <p:pic>
          <p:nvPicPr>
            <p:cNvPr id="48" name="Graphic 47">
              <a:extLst>
                <a:ext uri="{FF2B5EF4-FFF2-40B4-BE49-F238E27FC236}">
                  <a16:creationId xmlns:a16="http://schemas.microsoft.com/office/drawing/2014/main" id="{BF0013B3-90CC-D62E-88C2-FE0D36C331A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4190257"/>
              <a:ext cx="619046" cy="463616"/>
            </a:xfrm>
            <a:prstGeom prst="rect">
              <a:avLst/>
            </a:prstGeom>
          </p:spPr>
        </p:pic>
        <p:pic>
          <p:nvPicPr>
            <p:cNvPr id="49" name="Graphic 48">
              <a:extLst>
                <a:ext uri="{FF2B5EF4-FFF2-40B4-BE49-F238E27FC236}">
                  <a16:creationId xmlns:a16="http://schemas.microsoft.com/office/drawing/2014/main" id="{26CD55D7-CDA9-9595-F00B-67B26C6CC34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4190257"/>
              <a:ext cx="619046" cy="463616"/>
            </a:xfrm>
            <a:prstGeom prst="rect">
              <a:avLst/>
            </a:prstGeom>
          </p:spPr>
        </p:pic>
        <p:pic>
          <p:nvPicPr>
            <p:cNvPr id="50" name="Graphic 49">
              <a:extLst>
                <a:ext uri="{FF2B5EF4-FFF2-40B4-BE49-F238E27FC236}">
                  <a16:creationId xmlns:a16="http://schemas.microsoft.com/office/drawing/2014/main" id="{98296C0A-BA6A-E723-979A-70CF7713E06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5123459"/>
              <a:ext cx="619046" cy="463616"/>
            </a:xfrm>
            <a:prstGeom prst="rect">
              <a:avLst/>
            </a:prstGeom>
          </p:spPr>
        </p:pic>
        <p:pic>
          <p:nvPicPr>
            <p:cNvPr id="51" name="Graphic 50">
              <a:extLst>
                <a:ext uri="{FF2B5EF4-FFF2-40B4-BE49-F238E27FC236}">
                  <a16:creationId xmlns:a16="http://schemas.microsoft.com/office/drawing/2014/main" id="{5233E87B-DF4A-0823-7C45-C064D3A3468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5123459"/>
              <a:ext cx="619046" cy="463616"/>
            </a:xfrm>
            <a:prstGeom prst="rect">
              <a:avLst/>
            </a:prstGeom>
          </p:spPr>
        </p:pic>
        <p:pic>
          <p:nvPicPr>
            <p:cNvPr id="52" name="Graphic 51">
              <a:extLst>
                <a:ext uri="{FF2B5EF4-FFF2-40B4-BE49-F238E27FC236}">
                  <a16:creationId xmlns:a16="http://schemas.microsoft.com/office/drawing/2014/main" id="{9CD73691-92D9-B8A3-9DB0-F065227EADD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5123459"/>
              <a:ext cx="619046" cy="463616"/>
            </a:xfrm>
            <a:prstGeom prst="rect">
              <a:avLst/>
            </a:prstGeom>
          </p:spPr>
        </p:pic>
        <p:pic>
          <p:nvPicPr>
            <p:cNvPr id="53" name="Graphic 52">
              <a:extLst>
                <a:ext uri="{FF2B5EF4-FFF2-40B4-BE49-F238E27FC236}">
                  <a16:creationId xmlns:a16="http://schemas.microsoft.com/office/drawing/2014/main" id="{44E5F319-7DD5-92BD-347A-CEB4A5584E9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5123459"/>
              <a:ext cx="619046" cy="463616"/>
            </a:xfrm>
            <a:prstGeom prst="rect">
              <a:avLst/>
            </a:prstGeom>
          </p:spPr>
        </p:pic>
        <p:pic>
          <p:nvPicPr>
            <p:cNvPr id="54" name="Graphic 53">
              <a:extLst>
                <a:ext uri="{FF2B5EF4-FFF2-40B4-BE49-F238E27FC236}">
                  <a16:creationId xmlns:a16="http://schemas.microsoft.com/office/drawing/2014/main" id="{2808D736-8A73-FF79-B6C2-62D5FF58C4B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5123459"/>
              <a:ext cx="619046" cy="463616"/>
            </a:xfrm>
            <a:prstGeom prst="rect">
              <a:avLst/>
            </a:prstGeom>
          </p:spPr>
        </p:pic>
        <p:pic>
          <p:nvPicPr>
            <p:cNvPr id="55" name="Graphic 54">
              <a:extLst>
                <a:ext uri="{FF2B5EF4-FFF2-40B4-BE49-F238E27FC236}">
                  <a16:creationId xmlns:a16="http://schemas.microsoft.com/office/drawing/2014/main" id="{8C6E22DC-D78A-D9BA-E4A8-326CEEEBC74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5123459"/>
              <a:ext cx="619046" cy="463616"/>
            </a:xfrm>
            <a:prstGeom prst="rect">
              <a:avLst/>
            </a:prstGeom>
          </p:spPr>
        </p:pic>
        <p:pic>
          <p:nvPicPr>
            <p:cNvPr id="56" name="Graphic 55">
              <a:extLst>
                <a:ext uri="{FF2B5EF4-FFF2-40B4-BE49-F238E27FC236}">
                  <a16:creationId xmlns:a16="http://schemas.microsoft.com/office/drawing/2014/main" id="{EFD36FE4-77E7-7ADC-2143-E1BCD014696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5123459"/>
              <a:ext cx="619046" cy="463616"/>
            </a:xfrm>
            <a:prstGeom prst="rect">
              <a:avLst/>
            </a:prstGeom>
          </p:spPr>
        </p:pic>
        <p:pic>
          <p:nvPicPr>
            <p:cNvPr id="57" name="Graphic 56">
              <a:extLst>
                <a:ext uri="{FF2B5EF4-FFF2-40B4-BE49-F238E27FC236}">
                  <a16:creationId xmlns:a16="http://schemas.microsoft.com/office/drawing/2014/main" id="{EF7142A9-C5AD-72CC-CF82-C5835915207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5123459"/>
              <a:ext cx="619046" cy="463616"/>
            </a:xfrm>
            <a:prstGeom prst="rect">
              <a:avLst/>
            </a:prstGeom>
          </p:spPr>
        </p:pic>
        <p:pic>
          <p:nvPicPr>
            <p:cNvPr id="58" name="Graphic 57">
              <a:extLst>
                <a:ext uri="{FF2B5EF4-FFF2-40B4-BE49-F238E27FC236}">
                  <a16:creationId xmlns:a16="http://schemas.microsoft.com/office/drawing/2014/main" id="{95CFBE6D-EF08-4639-8B2F-A3271F77072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5123459"/>
              <a:ext cx="619046" cy="463616"/>
            </a:xfrm>
            <a:prstGeom prst="rect">
              <a:avLst/>
            </a:prstGeom>
          </p:spPr>
        </p:pic>
        <p:pic>
          <p:nvPicPr>
            <p:cNvPr id="59" name="Graphic 58">
              <a:extLst>
                <a:ext uri="{FF2B5EF4-FFF2-40B4-BE49-F238E27FC236}">
                  <a16:creationId xmlns:a16="http://schemas.microsoft.com/office/drawing/2014/main" id="{279336E2-C111-999F-1420-CE2BBFBD243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5123459"/>
              <a:ext cx="619046" cy="463616"/>
            </a:xfrm>
            <a:prstGeom prst="rect">
              <a:avLst/>
            </a:prstGeom>
          </p:spPr>
        </p:pic>
        <p:pic>
          <p:nvPicPr>
            <p:cNvPr id="60" name="Graphic 59">
              <a:extLst>
                <a:ext uri="{FF2B5EF4-FFF2-40B4-BE49-F238E27FC236}">
                  <a16:creationId xmlns:a16="http://schemas.microsoft.com/office/drawing/2014/main" id="{DA3FB643-9B7C-85FB-A6D6-CAF690C2394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5123459"/>
              <a:ext cx="619046" cy="463616"/>
            </a:xfrm>
            <a:prstGeom prst="rect">
              <a:avLst/>
            </a:prstGeom>
          </p:spPr>
        </p:pic>
        <p:pic>
          <p:nvPicPr>
            <p:cNvPr id="61" name="Graphic 60">
              <a:extLst>
                <a:ext uri="{FF2B5EF4-FFF2-40B4-BE49-F238E27FC236}">
                  <a16:creationId xmlns:a16="http://schemas.microsoft.com/office/drawing/2014/main" id="{A6D7E06F-68E6-0377-0A03-EFDC67C3864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6056661"/>
              <a:ext cx="619046" cy="463616"/>
            </a:xfrm>
            <a:prstGeom prst="rect">
              <a:avLst/>
            </a:prstGeom>
          </p:spPr>
        </p:pic>
        <p:pic>
          <p:nvPicPr>
            <p:cNvPr id="62" name="Graphic 61">
              <a:extLst>
                <a:ext uri="{FF2B5EF4-FFF2-40B4-BE49-F238E27FC236}">
                  <a16:creationId xmlns:a16="http://schemas.microsoft.com/office/drawing/2014/main" id="{7BFE9C0A-9DA5-6C2C-4595-66C802F8B1B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6056661"/>
              <a:ext cx="619046" cy="463616"/>
            </a:xfrm>
            <a:prstGeom prst="rect">
              <a:avLst/>
            </a:prstGeom>
          </p:spPr>
        </p:pic>
        <p:pic>
          <p:nvPicPr>
            <p:cNvPr id="63" name="Graphic 62">
              <a:extLst>
                <a:ext uri="{FF2B5EF4-FFF2-40B4-BE49-F238E27FC236}">
                  <a16:creationId xmlns:a16="http://schemas.microsoft.com/office/drawing/2014/main" id="{EF979721-49AD-232C-0A9A-EA561E0E81F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6056661"/>
              <a:ext cx="619046" cy="463616"/>
            </a:xfrm>
            <a:prstGeom prst="rect">
              <a:avLst/>
            </a:prstGeom>
          </p:spPr>
        </p:pic>
        <p:pic>
          <p:nvPicPr>
            <p:cNvPr id="64" name="Graphic 63">
              <a:extLst>
                <a:ext uri="{FF2B5EF4-FFF2-40B4-BE49-F238E27FC236}">
                  <a16:creationId xmlns:a16="http://schemas.microsoft.com/office/drawing/2014/main" id="{0581DC35-E2A5-2CB2-7D18-978776F2B92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6056661"/>
              <a:ext cx="619046" cy="463616"/>
            </a:xfrm>
            <a:prstGeom prst="rect">
              <a:avLst/>
            </a:prstGeom>
          </p:spPr>
        </p:pic>
        <p:pic>
          <p:nvPicPr>
            <p:cNvPr id="65" name="Graphic 64">
              <a:extLst>
                <a:ext uri="{FF2B5EF4-FFF2-40B4-BE49-F238E27FC236}">
                  <a16:creationId xmlns:a16="http://schemas.microsoft.com/office/drawing/2014/main" id="{086AB143-2039-C68F-B0BD-8F0FF85ED77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6056661"/>
              <a:ext cx="619046" cy="463616"/>
            </a:xfrm>
            <a:prstGeom prst="rect">
              <a:avLst/>
            </a:prstGeom>
          </p:spPr>
        </p:pic>
        <p:pic>
          <p:nvPicPr>
            <p:cNvPr id="66" name="Graphic 65">
              <a:extLst>
                <a:ext uri="{FF2B5EF4-FFF2-40B4-BE49-F238E27FC236}">
                  <a16:creationId xmlns:a16="http://schemas.microsoft.com/office/drawing/2014/main" id="{9E26154D-1E9B-1D46-439D-395C75EC2AA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6056661"/>
              <a:ext cx="619046" cy="463616"/>
            </a:xfrm>
            <a:prstGeom prst="rect">
              <a:avLst/>
            </a:prstGeom>
          </p:spPr>
        </p:pic>
        <p:pic>
          <p:nvPicPr>
            <p:cNvPr id="67" name="Graphic 66">
              <a:extLst>
                <a:ext uri="{FF2B5EF4-FFF2-40B4-BE49-F238E27FC236}">
                  <a16:creationId xmlns:a16="http://schemas.microsoft.com/office/drawing/2014/main" id="{B0B0015C-651A-46C2-47AF-9BAF2BD6AFF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6056661"/>
              <a:ext cx="619046" cy="463616"/>
            </a:xfrm>
            <a:prstGeom prst="rect">
              <a:avLst/>
            </a:prstGeom>
          </p:spPr>
        </p:pic>
        <p:pic>
          <p:nvPicPr>
            <p:cNvPr id="68" name="Graphic 67">
              <a:extLst>
                <a:ext uri="{FF2B5EF4-FFF2-40B4-BE49-F238E27FC236}">
                  <a16:creationId xmlns:a16="http://schemas.microsoft.com/office/drawing/2014/main" id="{231D646A-8211-5790-3CD1-12248822F39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6056661"/>
              <a:ext cx="619046" cy="463616"/>
            </a:xfrm>
            <a:prstGeom prst="rect">
              <a:avLst/>
            </a:prstGeom>
          </p:spPr>
        </p:pic>
        <p:pic>
          <p:nvPicPr>
            <p:cNvPr id="69" name="Graphic 68">
              <a:extLst>
                <a:ext uri="{FF2B5EF4-FFF2-40B4-BE49-F238E27FC236}">
                  <a16:creationId xmlns:a16="http://schemas.microsoft.com/office/drawing/2014/main" id="{DCFBEF49-5937-449C-CEC3-0B9701EAFF5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6056661"/>
              <a:ext cx="619046" cy="463616"/>
            </a:xfrm>
            <a:prstGeom prst="rect">
              <a:avLst/>
            </a:prstGeom>
          </p:spPr>
        </p:pic>
        <p:pic>
          <p:nvPicPr>
            <p:cNvPr id="70" name="Graphic 69">
              <a:extLst>
                <a:ext uri="{FF2B5EF4-FFF2-40B4-BE49-F238E27FC236}">
                  <a16:creationId xmlns:a16="http://schemas.microsoft.com/office/drawing/2014/main" id="{57E7CC47-5FEB-288D-33E3-9111D57914A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6056661"/>
              <a:ext cx="619046" cy="463616"/>
            </a:xfrm>
            <a:prstGeom prst="rect">
              <a:avLst/>
            </a:prstGeom>
          </p:spPr>
        </p:pic>
        <p:pic>
          <p:nvPicPr>
            <p:cNvPr id="71" name="Graphic 70">
              <a:extLst>
                <a:ext uri="{FF2B5EF4-FFF2-40B4-BE49-F238E27FC236}">
                  <a16:creationId xmlns:a16="http://schemas.microsoft.com/office/drawing/2014/main" id="{6A42F606-9288-639D-8F6A-AE390B228C5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6056661"/>
              <a:ext cx="619046" cy="463616"/>
            </a:xfrm>
            <a:prstGeom prst="rect">
              <a:avLst/>
            </a:prstGeom>
          </p:spPr>
        </p:pic>
        <p:pic>
          <p:nvPicPr>
            <p:cNvPr id="72" name="Graphic 71">
              <a:extLst>
                <a:ext uri="{FF2B5EF4-FFF2-40B4-BE49-F238E27FC236}">
                  <a16:creationId xmlns:a16="http://schemas.microsoft.com/office/drawing/2014/main" id="{547B71B3-57C5-7BFC-FF11-047F18EA321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2167" y="391518"/>
              <a:ext cx="619046" cy="463616"/>
            </a:xfrm>
            <a:prstGeom prst="rect">
              <a:avLst/>
            </a:prstGeom>
          </p:spPr>
        </p:pic>
        <p:pic>
          <p:nvPicPr>
            <p:cNvPr id="73" name="Graphic 72">
              <a:extLst>
                <a:ext uri="{FF2B5EF4-FFF2-40B4-BE49-F238E27FC236}">
                  <a16:creationId xmlns:a16="http://schemas.microsoft.com/office/drawing/2014/main" id="{4B1EF7A0-960B-9E93-B327-463A0793DF3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518967" y="391518"/>
              <a:ext cx="619046" cy="463616"/>
            </a:xfrm>
            <a:prstGeom prst="rect">
              <a:avLst/>
            </a:prstGeom>
          </p:spPr>
        </p:pic>
        <p:pic>
          <p:nvPicPr>
            <p:cNvPr id="74" name="Graphic 73">
              <a:extLst>
                <a:ext uri="{FF2B5EF4-FFF2-40B4-BE49-F238E27FC236}">
                  <a16:creationId xmlns:a16="http://schemas.microsoft.com/office/drawing/2014/main" id="{27D4AE3B-380A-2DC6-42D8-625B4D30BD0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585767" y="391518"/>
              <a:ext cx="619046" cy="463616"/>
            </a:xfrm>
            <a:prstGeom prst="rect">
              <a:avLst/>
            </a:prstGeom>
          </p:spPr>
        </p:pic>
        <p:pic>
          <p:nvPicPr>
            <p:cNvPr id="75" name="Graphic 74">
              <a:extLst>
                <a:ext uri="{FF2B5EF4-FFF2-40B4-BE49-F238E27FC236}">
                  <a16:creationId xmlns:a16="http://schemas.microsoft.com/office/drawing/2014/main" id="{92F9F7F8-CFEE-F55D-8030-401819225D4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652567" y="391518"/>
              <a:ext cx="619046" cy="463616"/>
            </a:xfrm>
            <a:prstGeom prst="rect">
              <a:avLst/>
            </a:prstGeom>
          </p:spPr>
        </p:pic>
        <p:pic>
          <p:nvPicPr>
            <p:cNvPr id="76" name="Graphic 75">
              <a:extLst>
                <a:ext uri="{FF2B5EF4-FFF2-40B4-BE49-F238E27FC236}">
                  <a16:creationId xmlns:a16="http://schemas.microsoft.com/office/drawing/2014/main" id="{B63F2A84-441E-9455-8176-3B942F48961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719367" y="391518"/>
              <a:ext cx="619046" cy="463616"/>
            </a:xfrm>
            <a:prstGeom prst="rect">
              <a:avLst/>
            </a:prstGeom>
          </p:spPr>
        </p:pic>
        <p:pic>
          <p:nvPicPr>
            <p:cNvPr id="77" name="Graphic 76">
              <a:extLst>
                <a:ext uri="{FF2B5EF4-FFF2-40B4-BE49-F238E27FC236}">
                  <a16:creationId xmlns:a16="http://schemas.microsoft.com/office/drawing/2014/main" id="{B3183250-1610-6559-FD26-93B13A66F81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86167" y="391518"/>
              <a:ext cx="619046" cy="463616"/>
            </a:xfrm>
            <a:prstGeom prst="rect">
              <a:avLst/>
            </a:prstGeom>
          </p:spPr>
        </p:pic>
        <p:pic>
          <p:nvPicPr>
            <p:cNvPr id="78" name="Graphic 77">
              <a:extLst>
                <a:ext uri="{FF2B5EF4-FFF2-40B4-BE49-F238E27FC236}">
                  <a16:creationId xmlns:a16="http://schemas.microsoft.com/office/drawing/2014/main" id="{8D9180BE-152D-7730-9226-EBEFE6E9800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852967" y="391518"/>
              <a:ext cx="619046" cy="463616"/>
            </a:xfrm>
            <a:prstGeom prst="rect">
              <a:avLst/>
            </a:prstGeom>
          </p:spPr>
        </p:pic>
        <p:pic>
          <p:nvPicPr>
            <p:cNvPr id="79" name="Graphic 78">
              <a:extLst>
                <a:ext uri="{FF2B5EF4-FFF2-40B4-BE49-F238E27FC236}">
                  <a16:creationId xmlns:a16="http://schemas.microsoft.com/office/drawing/2014/main" id="{52164614-F962-317F-EA3F-3A135F6B5BB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7919767" y="391518"/>
              <a:ext cx="619046" cy="463616"/>
            </a:xfrm>
            <a:prstGeom prst="rect">
              <a:avLst/>
            </a:prstGeom>
          </p:spPr>
        </p:pic>
        <p:pic>
          <p:nvPicPr>
            <p:cNvPr id="80" name="Graphic 79">
              <a:extLst>
                <a:ext uri="{FF2B5EF4-FFF2-40B4-BE49-F238E27FC236}">
                  <a16:creationId xmlns:a16="http://schemas.microsoft.com/office/drawing/2014/main" id="{84728B60-0734-DE72-5471-97573FF5992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986567" y="391518"/>
              <a:ext cx="619046" cy="463616"/>
            </a:xfrm>
            <a:prstGeom prst="rect">
              <a:avLst/>
            </a:prstGeom>
          </p:spPr>
        </p:pic>
        <p:pic>
          <p:nvPicPr>
            <p:cNvPr id="81" name="Graphic 80">
              <a:extLst>
                <a:ext uri="{FF2B5EF4-FFF2-40B4-BE49-F238E27FC236}">
                  <a16:creationId xmlns:a16="http://schemas.microsoft.com/office/drawing/2014/main" id="{6A1B2626-91F5-5491-AA91-C2C36CFEE22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053367" y="391518"/>
              <a:ext cx="619046" cy="463616"/>
            </a:xfrm>
            <a:prstGeom prst="rect">
              <a:avLst/>
            </a:prstGeom>
          </p:spPr>
        </p:pic>
        <p:pic>
          <p:nvPicPr>
            <p:cNvPr id="82" name="Graphic 81">
              <a:extLst>
                <a:ext uri="{FF2B5EF4-FFF2-40B4-BE49-F238E27FC236}">
                  <a16:creationId xmlns:a16="http://schemas.microsoft.com/office/drawing/2014/main" id="{7091C544-D7C3-1AE9-F5BC-5DF55206B1A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120167" y="391518"/>
              <a:ext cx="619046" cy="463616"/>
            </a:xfrm>
            <a:prstGeom prst="rect">
              <a:avLst/>
            </a:prstGeom>
          </p:spPr>
        </p:pic>
      </p:grpSp>
      <p:pic>
        <p:nvPicPr>
          <p:cNvPr id="2" name="Graphic 1">
            <a:extLst>
              <a:ext uri="{FF2B5EF4-FFF2-40B4-BE49-F238E27FC236}">
                <a16:creationId xmlns:a16="http://schemas.microsoft.com/office/drawing/2014/main" id="{CCA87CE8-0B7A-14EC-1708-06F65742B742}"/>
              </a:ext>
            </a:extLst>
          </p:cNvPr>
          <p:cNvPicPr>
            <a:picLocks noChangeAspect="1"/>
          </p:cNvPicPr>
          <p:nvPr/>
        </p:nvPicPr>
        <p:blipFill>
          <a:blip>
            <a:lum bright="100000"/>
            <a:extLst>
              <a:ext uri="{96DAC541-7B7A-43D3-8B79-37D633B846F1}">
                <asvg:svgBlip xmlns:asvg="http://schemas.microsoft.com/office/drawing/2016/SVG/main" r:embed="rId3"/>
              </a:ext>
            </a:extLst>
          </a:blip>
          <a:stretch>
            <a:fillRect/>
          </a:stretch>
        </p:blipFill>
        <p:spPr>
          <a:xfrm>
            <a:off x="571501" y="6274974"/>
            <a:ext cx="618133" cy="411576"/>
          </a:xfrm>
          <a:prstGeom prst="rect">
            <a:avLst/>
          </a:prstGeom>
        </p:spPr>
      </p:pic>
      <p:sp>
        <p:nvSpPr>
          <p:cNvPr id="83" name="Text Placeholder 4">
            <a:extLst>
              <a:ext uri="{FF2B5EF4-FFF2-40B4-BE49-F238E27FC236}">
                <a16:creationId xmlns:a16="http://schemas.microsoft.com/office/drawing/2014/main" id="{4E7B97D5-904F-835D-84BB-53A039999F4A}"/>
              </a:ext>
            </a:extLst>
          </p:cNvPr>
          <p:cNvSpPr>
            <a:spLocks noGrp="1"/>
          </p:cNvSpPr>
          <p:nvPr>
            <p:ph type="body" sz="quarter" idx="12" hasCustomPrompt="1"/>
          </p:nvPr>
        </p:nvSpPr>
        <p:spPr>
          <a:xfrm>
            <a:off x="1939924" y="6400799"/>
            <a:ext cx="9680575" cy="153888"/>
          </a:xfrm>
        </p:spPr>
        <p:txBody>
          <a:bodyPr/>
          <a:lstStyle>
            <a:lvl1pPr marL="0" indent="0">
              <a:buNone/>
              <a:defRPr sz="1000" cap="none" baseline="0">
                <a:solidFill>
                  <a:schemeClr val="bg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Footer</a:t>
            </a:r>
          </a:p>
        </p:txBody>
      </p:sp>
    </p:spTree>
    <p:extLst>
      <p:ext uri="{BB962C8B-B14F-4D97-AF65-F5344CB8AC3E}">
        <p14:creationId xmlns:p14="http://schemas.microsoft.com/office/powerpoint/2010/main" val="30769013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12">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8439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3804018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theme" Target="../theme/theme1.xml"/><Relationship Id="rId33" Type="http://schemas.openxmlformats.org/officeDocument/2006/relationships/tags" Target="../tags/tag1.xml"/><Relationship Id="rId34" Type="http://schemas.openxmlformats.org/officeDocument/2006/relationships/oleObject" Target="../embeddings/oleObject1.bin"/><Relationship Id="rId35" Type="http://schemas.openxmlformats.org/officeDocument/2006/relationships/image" Target="../media/image1.emf"/><Relationship Id="rId36"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823B2A0-7548-F3ED-CE7D-848EF15F132C}"/>
              </a:ext>
            </a:extLst>
          </p:cNvPr>
          <p:cNvGraphicFramePr>
            <a:graphicFrameLocks noChangeAspect="1"/>
          </p:cNvGraphicFramePr>
          <p:nvPr>
            <p:custDataLst>
              <p:tags r:id="rId3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4" imgW="532" imgH="530" progId="TCLayout.ActiveDocument.1">
                  <p:embed/>
                </p:oleObj>
              </mc:Choice>
              <mc:Fallback>
                <p:oleObj name="think-cell Slide" r:id="rId34" imgW="532" imgH="530" progId="TCLayout.ActiveDocument.1">
                  <p:embed/>
                  <p:pic>
                    <p:nvPicPr>
                      <p:cNvPr id="6" name="think-cell data - do not delete" hidden="1">
                        <a:extLst>
                          <a:ext uri="{FF2B5EF4-FFF2-40B4-BE49-F238E27FC236}">
                            <a16:creationId xmlns:a16="http://schemas.microsoft.com/office/drawing/2014/main" id="{4823B2A0-7548-F3ED-CE7D-848EF15F132C}"/>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36"/>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4111757519"/>
      </p:ext>
    </p:extLst>
  </p:cSld>
  <p:clrMap bg1="lt1" tx1="dk1" bg2="lt2" tx2="dk2" accent1="accent1" accent2="accent2" accent3="accent3" accent4="accent4" accent5="accent5" accent6="accent6" hlink="hlink" folHlink="folHlink"/>
  <p:sldLayoutIdLst>
    <p:sldLayoutId id="2147484356" r:id="rId1"/>
    <p:sldLayoutId id="2147484357" r:id="rId2"/>
    <p:sldLayoutId id="2147484358" r:id="rId3"/>
    <p:sldLayoutId id="2147484359" r:id="rId4"/>
    <p:sldLayoutId id="2147484360" r:id="rId5"/>
    <p:sldLayoutId id="2147484361" r:id="rId6"/>
    <p:sldLayoutId id="2147484362" r:id="rId7"/>
    <p:sldLayoutId id="2147484363" r:id="rId8"/>
    <p:sldLayoutId id="2147484364" r:id="rId9"/>
    <p:sldLayoutId id="2147484365" r:id="rId10"/>
    <p:sldLayoutId id="2147484366" r:id="rId11"/>
    <p:sldLayoutId id="2147484367" r:id="rId12"/>
    <p:sldLayoutId id="2147484368" r:id="rId13"/>
    <p:sldLayoutId id="2147484369" r:id="rId14"/>
    <p:sldLayoutId id="2147484370" r:id="rId15"/>
    <p:sldLayoutId id="2147484371" r:id="rId16"/>
    <p:sldLayoutId id="2147484372" r:id="rId17"/>
    <p:sldLayoutId id="2147484373" r:id="rId18"/>
    <p:sldLayoutId id="2147484374" r:id="rId19"/>
    <p:sldLayoutId id="2147484375" r:id="rId20"/>
    <p:sldLayoutId id="2147484376" r:id="rId21"/>
    <p:sldLayoutId id="2147484377" r:id="rId22"/>
    <p:sldLayoutId id="2147484378" r:id="rId23"/>
    <p:sldLayoutId id="2147484387" r:id="rId24"/>
    <p:sldLayoutId id="2147484379" r:id="rId25"/>
    <p:sldLayoutId id="2147484380" r:id="rId26"/>
    <p:sldLayoutId id="2147484381" r:id="rId27"/>
    <p:sldLayoutId id="2147484382" r:id="rId28"/>
    <p:sldLayoutId id="2147484383" r:id="rId29"/>
    <p:sldLayoutId id="2147484388" r:id="rId30"/>
    <p:sldLayoutId id="2147484389" r:id="rId31"/>
  </p:sldLayoutIdLst>
  <p:transition>
    <p:fade/>
  </p:transition>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3" Type="http://schemas.openxmlformats.org/officeDocument/2006/relationships/image" Target="../media/image12.sv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16.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 Id="rId3" Type="http://schemas.openxmlformats.org/officeDocument/2006/relationships/image" Target="../media/image17.svg"/><Relationship Id="rId4" Type="http://schemas.openxmlformats.org/officeDocument/2006/relationships/image" Target="../media/image18.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 Id="rId4" Type="http://schemas.openxmlformats.org/officeDocument/2006/relationships/image" Target="../media/image20.svg"/><Relationship Id="rId5" Type="http://schemas.openxmlformats.org/officeDocument/2006/relationships/image" Target="../media/image21.svg"/><Relationship Id="rId6" Type="http://schemas.openxmlformats.org/officeDocument/2006/relationships/image" Target="../media/image22.svg"/><Relationship Id="rId7" Type="http://schemas.openxmlformats.org/officeDocument/2006/relationships/image" Target="../media/image23.sv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4.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 Id="rId3" Type="http://schemas.openxmlformats.org/officeDocument/2006/relationships/image" Target="../media/image26.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 Id="rId4" Type="http://schemas.openxmlformats.org/officeDocument/2006/relationships/hyperlink" Target="https://microsoft.github.io/mcscatblog/posts/human-in-the-loop-custom-connector/" TargetMode="External"/><Relationship Id="rId5" Type="http://schemas.openxmlformats.org/officeDocument/2006/relationships/image" Target="../media/image28.svg"/><Relationship Id="rId6" Type="http://schemas.openxmlformats.org/officeDocument/2006/relationships/image" Target="../media/image29.png"/><Relationship Id="rId7"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hyperlink" Target="https://github.com/microsoft/copilot-studio-plugin"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xml"/><Relationship Id="rId3" Type="http://schemas.openxmlformats.org/officeDocument/2006/relationships/hyperlink" Target="https://aka.ms/CopilotStudioPlugin" TargetMode="External"/><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forms.cloud.microsoft/r/Lz69nx4H73" TargetMode="External"/><Relationship Id="rId3" Type="http://schemas.openxmlformats.org/officeDocument/2006/relationships/hyperlink" Target="https://github.com/microsoft/new-copilot-studio-tech-guide/issues/new?template=deck-feedback.yml" TargetMode="External"/></Relationships>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2B8C8-8049-E258-C021-6A2AE5ECBEC2}"/>
              </a:ext>
            </a:extLst>
          </p:cNvPr>
          <p:cNvSpPr>
            <a:spLocks noGrp="1"/>
          </p:cNvSpPr>
          <p:nvPr>
            <p:ph type="title"/>
          </p:nvPr>
        </p:nvSpPr>
        <p:spPr>
          <a:xfrm>
            <a:off x="531745" y="3177477"/>
            <a:ext cx="8300829" cy="738664"/>
          </a:xfrm>
        </p:spPr>
        <p:txBody>
          <a:bodyPr/>
          <a:lstStyle/>
          <a:p>
            <a:r>
              <a:rPr lang="en-US" b="1">
                <a:cs typeface="Segoe Sans Display"/>
              </a:rPr>
              <a:t>Copilot Studio</a:t>
            </a:r>
          </a:p>
        </p:txBody>
      </p:sp>
      <p:sp>
        <p:nvSpPr>
          <p:cNvPr id="3" name="Text Placeholder 2">
            <a:extLst>
              <a:ext uri="{FF2B5EF4-FFF2-40B4-BE49-F238E27FC236}">
                <a16:creationId xmlns:a16="http://schemas.microsoft.com/office/drawing/2014/main" id="{77ABC9BF-EC35-75CF-D617-093D21B712A5}"/>
              </a:ext>
            </a:extLst>
          </p:cNvPr>
          <p:cNvSpPr>
            <a:spLocks noGrp="1"/>
          </p:cNvSpPr>
          <p:nvPr>
            <p:ph type="body" sz="quarter" idx="12"/>
          </p:nvPr>
        </p:nvSpPr>
        <p:spPr>
          <a:xfrm>
            <a:off x="531745" y="4275527"/>
            <a:ext cx="5524499" cy="276999"/>
          </a:xfrm>
        </p:spPr>
        <p:txBody>
          <a:bodyPr/>
          <a:lstStyle/>
          <a:p>
            <a:r>
              <a:rPr lang="en-US"/>
              <a:t>Technical Deep Dive</a:t>
            </a:r>
          </a:p>
        </p:txBody>
      </p:sp>
    </p:spTree>
    <p:extLst>
      <p:ext uri="{BB962C8B-B14F-4D97-AF65-F5344CB8AC3E}">
        <p14:creationId xmlns:p14="http://schemas.microsoft.com/office/powerpoint/2010/main" val="130382028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2040D-1D80-710F-DE72-871CDD48E718}"/>
            </a:ext>
          </a:extLst>
        </p:cNvPr>
        <p:cNvGrpSpPr/>
        <p:nvPr/>
      </p:nvGrpSpPr>
      <p:grpSpPr>
        <a:xfrm>
          <a:off x="0" y="0"/>
          <a:ext cx="0" cy="0"/>
          <a:chOff x="0" y="0"/>
          <a:chExt cx="0" cy="0"/>
        </a:xfrm>
      </p:grpSpPr>
      <p:cxnSp>
        <p:nvCxnSpPr>
          <p:cNvPr id="6" name="conn">
            <a:extLst>
              <a:ext uri="{FF2B5EF4-FFF2-40B4-BE49-F238E27FC236}">
                <a16:creationId xmlns:a16="http://schemas.microsoft.com/office/drawing/2014/main" id="{5E7737FD-DE82-7AD8-6664-395EE279CCDA}"/>
              </a:ext>
            </a:extLst>
          </p:cNvPr>
          <p:cNvCxnSpPr>
            <a:cxnSpLocks/>
            <a:endCxn id="5" idx="0"/>
          </p:cNvCxnSpPr>
          <p:nvPr/>
        </p:nvCxnSpPr>
        <p:spPr>
          <a:xfrm>
            <a:off x="3268980" y="5072301"/>
            <a:ext cx="0" cy="236482"/>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sp>
        <p:nvSpPr>
          <p:cNvPr id="3" name="Top Accent">
            <a:extLst>
              <a:ext uri="{FF2B5EF4-FFF2-40B4-BE49-F238E27FC236}">
                <a16:creationId xmlns:a16="http://schemas.microsoft.com/office/drawing/2014/main" id="{F234E026-7469-0A97-38F9-BC4B7196D665}"/>
              </a:ext>
            </a:extLst>
          </p:cNvPr>
          <p:cNvSpPr/>
          <p:nvPr/>
        </p:nvSpPr>
        <p:spPr>
          <a:xfrm>
            <a:off x="0" y="0"/>
            <a:ext cx="12188952" cy="54864"/>
          </a:xfrm>
          <a:prstGeom prst="rect">
            <a:avLst/>
          </a:prstGeom>
          <a:solidFill>
            <a:srgbClr val="C239B3"/>
          </a:solidFill>
          <a:ln w="12700">
            <a:solidFill>
              <a:srgbClr val="C239B3"/>
            </a:solidFill>
          </a:ln>
        </p:spPr>
        <p:txBody>
          <a:bodyPr rtlCol="0" anchor="ctr"/>
          <a:lstStyle/>
          <a:p>
            <a:pPr algn="ctr"/>
            <a:endParaRPr/>
          </a:p>
        </p:txBody>
      </p:sp>
      <p:sp>
        <p:nvSpPr>
          <p:cNvPr id="59" name="Eyebrow">
            <a:extLst>
              <a:ext uri="{FF2B5EF4-FFF2-40B4-BE49-F238E27FC236}">
                <a16:creationId xmlns:a16="http://schemas.microsoft.com/office/drawing/2014/main" id="{B84FF738-E701-094F-B4FD-3A3DC5BAB680}"/>
              </a:ext>
            </a:extLst>
          </p:cNvPr>
          <p:cNvSpPr txBox="1"/>
          <p:nvPr/>
        </p:nvSpPr>
        <p:spPr>
          <a:xfrm>
            <a:off x="554737" y="300000"/>
            <a:ext cx="11052046" cy="200000"/>
          </a:xfrm>
          <a:prstGeom prst="rect">
            <a:avLst/>
          </a:prstGeom>
        </p:spPr>
        <p:txBody>
          <a:bodyPr vert="horz" wrap="square" lIns="0" tIns="0" rIns="0" bIns="0" rtlCol="0">
            <a:spAutoFit/>
          </a:bodyPr>
          <a:lstStyle>
            <a:lvl1pPr marR="0" indent="0" defTabSz="932742" fontAlgn="auto">
              <a:lnSpc>
                <a:spcPct val="100000"/>
              </a:lnSpc>
              <a:spcBef>
                <a:spcPct val="20000"/>
              </a:spcBef>
              <a:spcAft>
                <a:spcPts val="0"/>
              </a:spcAft>
              <a:buClrTx/>
              <a:buSzPct val="90000"/>
              <a:buFont typeface="Wingdings" panose="05000000000000000000" pitchFamily="2" charset="2"/>
              <a:buNone/>
              <a:tabLst/>
              <a:defRPr sz="1000" cap="all" spc="0" baseline="0">
                <a:solidFill>
                  <a:srgbClr val="4B5563"/>
                </a:solidFill>
                <a:latin typeface="Aptos"/>
                <a:cs typeface="Segoe Sans Display" pitchFamily="2"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a:t>You are here: Agents · Introduction</a:t>
            </a:r>
          </a:p>
        </p:txBody>
      </p:sp>
      <p:sp>
        <p:nvSpPr>
          <p:cNvPr id="2" name="Title 1">
            <a:extLst>
              <a:ext uri="{FF2B5EF4-FFF2-40B4-BE49-F238E27FC236}">
                <a16:creationId xmlns:a16="http://schemas.microsoft.com/office/drawing/2014/main" id="{008B4ADE-3252-8C39-7515-5627AE4C22E2}"/>
              </a:ext>
            </a:extLst>
          </p:cNvPr>
          <p:cNvSpPr>
            <a:spLocks noGrp="1"/>
          </p:cNvSpPr>
          <p:nvPr>
            <p:ph type="title"/>
          </p:nvPr>
        </p:nvSpPr>
        <p:spPr>
          <a:xfrm>
            <a:off x="571500" y="519543"/>
            <a:ext cx="11052046" cy="492443"/>
          </a:xfrm>
        </p:spPr>
        <p:txBody>
          <a:bodyPr/>
          <a:lstStyle/>
          <a:p>
            <a:r>
              <a:rPr lang="en-US" sz="3000" b="1"/>
              <a:t>Contents</a:t>
            </a:r>
          </a:p>
        </p:txBody>
      </p:sp>
      <p:sp>
        <p:nvSpPr>
          <p:cNvPr id="301" name="Introduction">
            <a:extLst>
              <a:ext uri="{FF2B5EF4-FFF2-40B4-BE49-F238E27FC236}">
                <a16:creationId xmlns:a16="http://schemas.microsoft.com/office/drawing/2014/main" id="{763F9B14-4F51-77C3-D470-45B89069AED1}"/>
              </a:ext>
            </a:extLst>
          </p:cNvPr>
          <p:cNvSpPr/>
          <p:nvPr/>
        </p:nvSpPr>
        <p:spPr bwMode="auto">
          <a:xfrm>
            <a:off x="548640" y="1327961"/>
            <a:ext cx="11091672" cy="593088"/>
          </a:xfrm>
          <a:prstGeom prst="roundRect">
            <a:avLst>
              <a:gd name="adj" fmla="val 6000"/>
            </a:avLst>
          </a:prstGeom>
          <a:solidFill>
            <a:srgbClr val="EEF1F5"/>
          </a:solidFill>
          <a:ln w="12700">
            <a:solidFill>
              <a:srgbClr val="DFE4EA"/>
            </a:solidFill>
          </a:ln>
        </p:spPr>
        <p:txBody>
          <a:bodyPr wrap="square" lIns="160020" tIns="91440" rIns="160020" bIns="91440" anchor="t">
            <a:noAutofit/>
          </a:bodyPr>
          <a:lstStyle/>
          <a:p>
            <a:pPr>
              <a:spcAft>
                <a:spcPts val="300"/>
              </a:spcAft>
            </a:pPr>
            <a:r>
              <a:rPr lang="en-US" sz="1100" b="1">
                <a:solidFill>
                  <a:srgbClr val="1F1F1F"/>
                </a:solidFill>
                <a:cs typeface="Segoe UI" pitchFamily="34" charset="0"/>
              </a:rPr>
              <a:t>Introduction</a:t>
            </a:r>
          </a:p>
          <a:p>
            <a:pPr marL="171450" indent="-171450">
              <a:spcAft>
                <a:spcPts val="200"/>
              </a:spcAft>
              <a:buFont typeface="Arial"/>
              <a:buChar char="•"/>
            </a:pPr>
            <a:r>
              <a:rPr lang="en-US" sz="1250">
                <a:solidFill>
                  <a:srgbClr val="1F1F1F"/>
                </a:solidFill>
                <a:cs typeface="Segoe UI" pitchFamily="34" charset="0"/>
              </a:rPr>
              <a:t>What this guide is about: agents and workflows at a glance</a:t>
            </a:r>
          </a:p>
        </p:txBody>
      </p:sp>
      <p:sp>
        <p:nvSpPr>
          <p:cNvPr id="302" name="Agents · introduction">
            <a:extLst>
              <a:ext uri="{FF2B5EF4-FFF2-40B4-BE49-F238E27FC236}">
                <a16:creationId xmlns:a16="http://schemas.microsoft.com/office/drawing/2014/main" id="{A8E9100F-F07C-096E-EF02-2B42785FB0BA}"/>
              </a:ext>
            </a:extLst>
          </p:cNvPr>
          <p:cNvSpPr/>
          <p:nvPr/>
        </p:nvSpPr>
        <p:spPr bwMode="auto">
          <a:xfrm>
            <a:off x="548640" y="2201049"/>
            <a:ext cx="5440680" cy="860000"/>
          </a:xfrm>
          <a:prstGeom prst="roundRect">
            <a:avLst>
              <a:gd name="adj" fmla="val 6000"/>
            </a:avLst>
          </a:prstGeom>
          <a:solidFill>
            <a:srgbClr val="EAF5FF"/>
          </a:solidFill>
          <a:ln w="12700">
            <a:solidFill>
              <a:srgbClr val="CFE6FC"/>
            </a:solidFill>
          </a:ln>
        </p:spPr>
        <p:txBody>
          <a:bodyPr wrap="square" lIns="160020" tIns="91440" rIns="160020" bIns="91440" anchor="t">
            <a:noAutofit/>
          </a:bodyPr>
          <a:lstStyle/>
          <a:p>
            <a:pPr>
              <a:spcAft>
                <a:spcPts val="300"/>
              </a:spcAft>
            </a:pPr>
            <a:r>
              <a:rPr lang="en-US" sz="1100" b="1">
                <a:solidFill>
                  <a:srgbClr val="0078D4"/>
                </a:solidFill>
                <a:cs typeface="Segoe UI" pitchFamily="34" charset="0"/>
              </a:rPr>
              <a:t>Agents · introduction</a:t>
            </a:r>
          </a:p>
          <a:p>
            <a:pPr marL="171450" indent="-171450">
              <a:spcAft>
                <a:spcPts val="200"/>
              </a:spcAft>
              <a:buFont typeface="Arial"/>
              <a:buChar char="•"/>
            </a:pPr>
            <a:r>
              <a:rPr lang="en-GB" sz="1250">
                <a:solidFill>
                  <a:srgbClr val="1F1F1F"/>
                </a:solidFill>
                <a:cs typeface="Segoe UI" pitchFamily="34" charset="0"/>
              </a:rPr>
              <a:t>Why build agents on the GitHub Copilot (GHCP) harness</a:t>
            </a:r>
            <a:endParaRPr lang="en-US" sz="1250">
              <a:solidFill>
                <a:srgbClr val="1F1F1F"/>
              </a:solidFill>
              <a:cs typeface="Segoe UI" pitchFamily="34" charset="0"/>
            </a:endParaRPr>
          </a:p>
          <a:p>
            <a:pPr marL="171450" indent="-171450">
              <a:spcAft>
                <a:spcPts val="200"/>
              </a:spcAft>
              <a:buFont typeface="Arial"/>
              <a:buChar char="•"/>
            </a:pPr>
            <a:r>
              <a:rPr lang="en-US" sz="1250">
                <a:solidFill>
                  <a:srgbClr val="1F1F1F"/>
                </a:solidFill>
                <a:cs typeface="Segoe UI" pitchFamily="34" charset="0"/>
              </a:rPr>
              <a:t>Standard vs modern orchestration</a:t>
            </a:r>
          </a:p>
        </p:txBody>
      </p:sp>
      <p:sp>
        <p:nvSpPr>
          <p:cNvPr id="303" name="Workflows · introduction">
            <a:extLst>
              <a:ext uri="{FF2B5EF4-FFF2-40B4-BE49-F238E27FC236}">
                <a16:creationId xmlns:a16="http://schemas.microsoft.com/office/drawing/2014/main" id="{6124A39B-3F1F-5D83-3B15-9CA4B8DD46FA}"/>
              </a:ext>
            </a:extLst>
          </p:cNvPr>
          <p:cNvSpPr/>
          <p:nvPr/>
        </p:nvSpPr>
        <p:spPr bwMode="auto">
          <a:xfrm>
            <a:off x="6199632" y="2201049"/>
            <a:ext cx="5440680" cy="860000"/>
          </a:xfrm>
          <a:prstGeom prst="roundRect">
            <a:avLst>
              <a:gd name="adj" fmla="val 6000"/>
            </a:avLst>
          </a:prstGeom>
          <a:solidFill>
            <a:srgbClr val="F3EEFB"/>
          </a:solidFill>
          <a:ln w="12700">
            <a:solidFill>
              <a:srgbClr val="E0D4F0"/>
            </a:solidFill>
          </a:ln>
        </p:spPr>
        <p:txBody>
          <a:bodyPr wrap="square" lIns="160020" tIns="91440" rIns="160020" bIns="91440" anchor="t">
            <a:noAutofit/>
          </a:bodyPr>
          <a:lstStyle/>
          <a:p>
            <a:pPr>
              <a:spcAft>
                <a:spcPts val="300"/>
              </a:spcAft>
            </a:pPr>
            <a:r>
              <a:rPr lang="en-US" sz="1100" b="1">
                <a:solidFill>
                  <a:srgbClr val="6B3FA0"/>
                </a:solidFill>
                <a:cs typeface="Segoe UI" pitchFamily="34" charset="0"/>
              </a:rPr>
              <a:t>Workflows · introduction</a:t>
            </a:r>
          </a:p>
          <a:p>
            <a:pPr marL="171450" indent="-171450">
              <a:spcAft>
                <a:spcPts val="200"/>
              </a:spcAft>
              <a:buFont typeface="Arial"/>
              <a:buChar char="•"/>
            </a:pPr>
            <a:r>
              <a:rPr lang="en-US" sz="1250">
                <a:solidFill>
                  <a:srgbClr val="1F1F1F"/>
                </a:solidFill>
                <a:cs typeface="Segoe UI" pitchFamily="34" charset="0"/>
              </a:rPr>
              <a:t>What is really new, what is not</a:t>
            </a:r>
          </a:p>
        </p:txBody>
      </p:sp>
      <p:sp>
        <p:nvSpPr>
          <p:cNvPr id="304" name="Choose where to build what">
            <a:extLst>
              <a:ext uri="{FF2B5EF4-FFF2-40B4-BE49-F238E27FC236}">
                <a16:creationId xmlns:a16="http://schemas.microsoft.com/office/drawing/2014/main" id="{AF5A1BAD-1E33-0968-4D6F-56791126F2F9}"/>
              </a:ext>
            </a:extLst>
          </p:cNvPr>
          <p:cNvSpPr/>
          <p:nvPr/>
        </p:nvSpPr>
        <p:spPr bwMode="auto">
          <a:xfrm>
            <a:off x="548640" y="3341049"/>
            <a:ext cx="11091672" cy="600000"/>
          </a:xfrm>
          <a:prstGeom prst="roundRect">
            <a:avLst>
              <a:gd name="adj" fmla="val 6000"/>
            </a:avLst>
          </a:prstGeom>
          <a:solidFill>
            <a:srgbClr val="EEF1F5"/>
          </a:solidFill>
          <a:ln w="12700">
            <a:solidFill>
              <a:srgbClr val="DFE4EA"/>
            </a:solidFill>
          </a:ln>
        </p:spPr>
        <p:txBody>
          <a:bodyPr wrap="square" lIns="160020" tIns="91440" rIns="160020" bIns="91440" anchor="t">
            <a:noAutofit/>
          </a:bodyPr>
          <a:lstStyle/>
          <a:p>
            <a:pPr>
              <a:spcAft>
                <a:spcPts val="300"/>
              </a:spcAft>
            </a:pPr>
            <a:r>
              <a:rPr lang="en-US" sz="1100" b="1">
                <a:solidFill>
                  <a:srgbClr val="1F1F1F"/>
                </a:solidFill>
                <a:cs typeface="Segoe UI" pitchFamily="34" charset="0"/>
              </a:rPr>
              <a:t>Choose where to build what</a:t>
            </a:r>
          </a:p>
          <a:p>
            <a:pPr marL="171450" indent="-171450">
              <a:spcAft>
                <a:spcPts val="200"/>
              </a:spcAft>
              <a:buFont typeface="Arial"/>
              <a:buChar char="•"/>
            </a:pPr>
            <a:r>
              <a:rPr lang="en-US" sz="1250">
                <a:solidFill>
                  <a:srgbClr val="1F1F1F"/>
                </a:solidFill>
                <a:cs typeface="Segoe UI" pitchFamily="34" charset="0"/>
              </a:rPr>
              <a:t>Pick the right solution: predictability vs agility</a:t>
            </a:r>
          </a:p>
        </p:txBody>
      </p:sp>
      <p:sp>
        <p:nvSpPr>
          <p:cNvPr id="305" name="Agents · building">
            <a:extLst>
              <a:ext uri="{FF2B5EF4-FFF2-40B4-BE49-F238E27FC236}">
                <a16:creationId xmlns:a16="http://schemas.microsoft.com/office/drawing/2014/main" id="{27BF3D5E-17C8-9ED8-14B0-40EEDE2BE89E}"/>
              </a:ext>
            </a:extLst>
          </p:cNvPr>
          <p:cNvSpPr/>
          <p:nvPr/>
        </p:nvSpPr>
        <p:spPr bwMode="auto">
          <a:xfrm>
            <a:off x="548640" y="4221049"/>
            <a:ext cx="5440680" cy="851252"/>
          </a:xfrm>
          <a:prstGeom prst="roundRect">
            <a:avLst>
              <a:gd name="adj" fmla="val 6000"/>
            </a:avLst>
          </a:prstGeom>
          <a:solidFill>
            <a:srgbClr val="EAF5FF"/>
          </a:solidFill>
          <a:ln w="12700">
            <a:solidFill>
              <a:srgbClr val="CFE6FB"/>
            </a:solidFill>
          </a:ln>
        </p:spPr>
        <p:txBody>
          <a:bodyPr wrap="square" lIns="160020" tIns="91440" rIns="160020" bIns="91440" anchor="t">
            <a:noAutofit/>
          </a:bodyPr>
          <a:lstStyle/>
          <a:p>
            <a:pPr>
              <a:spcAft>
                <a:spcPts val="300"/>
              </a:spcAft>
            </a:pPr>
            <a:r>
              <a:rPr lang="en-US" sz="1100" b="1">
                <a:solidFill>
                  <a:srgbClr val="0078D4"/>
                </a:solidFill>
                <a:cs typeface="Segoe UI" pitchFamily="34" charset="0"/>
              </a:rPr>
              <a:t>Agents · building</a:t>
            </a:r>
          </a:p>
          <a:p>
            <a:pPr marL="171450" indent="-171450">
              <a:spcAft>
                <a:spcPts val="200"/>
              </a:spcAft>
              <a:buFont typeface="Arial"/>
              <a:buChar char="•"/>
            </a:pPr>
            <a:r>
              <a:rPr lang="en-US" sz="1250">
                <a:solidFill>
                  <a:srgbClr val="1F1F1F"/>
                </a:solidFill>
                <a:cs typeface="Segoe UI" pitchFamily="34" charset="0"/>
              </a:rPr>
              <a:t>Building blocks of </a:t>
            </a:r>
            <a:r>
              <a:rPr lang="en-GB" sz="1250">
                <a:solidFill>
                  <a:srgbClr val="1F1F1F"/>
                </a:solidFill>
                <a:cs typeface="Segoe UI" pitchFamily="34" charset="0"/>
              </a:rPr>
              <a:t>agents powered by the GHCP harness</a:t>
            </a:r>
            <a:endParaRPr lang="en-US" sz="1250">
              <a:solidFill>
                <a:srgbClr val="1F1F1F"/>
              </a:solidFill>
              <a:cs typeface="Segoe UI" pitchFamily="34" charset="0"/>
            </a:endParaRPr>
          </a:p>
          <a:p>
            <a:pPr marL="171450" indent="-171450">
              <a:spcAft>
                <a:spcPts val="200"/>
              </a:spcAft>
              <a:buFont typeface="Arial"/>
              <a:buChar char="•"/>
            </a:pPr>
            <a:r>
              <a:rPr lang="en-US" sz="1250">
                <a:solidFill>
                  <a:srgbClr val="1F1F1F"/>
                </a:solidFill>
                <a:cs typeface="Segoe UI" pitchFamily="34" charset="0"/>
              </a:rPr>
              <a:t>Skill best practices</a:t>
            </a:r>
          </a:p>
        </p:txBody>
      </p:sp>
      <p:sp>
        <p:nvSpPr>
          <p:cNvPr id="306" name="Workflows · building">
            <a:extLst>
              <a:ext uri="{FF2B5EF4-FFF2-40B4-BE49-F238E27FC236}">
                <a16:creationId xmlns:a16="http://schemas.microsoft.com/office/drawing/2014/main" id="{7522A8D4-1D24-F828-45BD-B2C7222E7AE5}"/>
              </a:ext>
            </a:extLst>
          </p:cNvPr>
          <p:cNvSpPr/>
          <p:nvPr/>
        </p:nvSpPr>
        <p:spPr bwMode="auto">
          <a:xfrm>
            <a:off x="6199632" y="4221048"/>
            <a:ext cx="5440680" cy="1087735"/>
          </a:xfrm>
          <a:prstGeom prst="roundRect">
            <a:avLst>
              <a:gd name="adj" fmla="val 6000"/>
            </a:avLst>
          </a:prstGeom>
          <a:solidFill>
            <a:srgbClr val="F3EEFB"/>
          </a:solidFill>
          <a:ln w="12700">
            <a:solidFill>
              <a:srgbClr val="E0D4F0"/>
            </a:solidFill>
          </a:ln>
        </p:spPr>
        <p:txBody>
          <a:bodyPr wrap="square" lIns="160020" tIns="91440" rIns="160020" bIns="91440" anchor="t">
            <a:noAutofit/>
          </a:bodyPr>
          <a:lstStyle/>
          <a:p>
            <a:pPr>
              <a:spcAft>
                <a:spcPts val="300"/>
              </a:spcAft>
            </a:pPr>
            <a:r>
              <a:rPr lang="en-US" sz="1100" b="1">
                <a:solidFill>
                  <a:srgbClr val="6B3FA0"/>
                </a:solidFill>
                <a:cs typeface="Segoe UI" pitchFamily="34" charset="0"/>
              </a:rPr>
              <a:t>Workflows · building</a:t>
            </a:r>
          </a:p>
          <a:p>
            <a:pPr marL="171450" indent="-171450">
              <a:spcAft>
                <a:spcPts val="200"/>
              </a:spcAft>
              <a:buFont typeface="Arial"/>
              <a:buChar char="•"/>
            </a:pPr>
            <a:r>
              <a:rPr lang="en-US" sz="1250">
                <a:solidFill>
                  <a:srgbClr val="1F1F1F"/>
                </a:solidFill>
                <a:cs typeface="Segoe UI" pitchFamily="34" charset="0"/>
              </a:rPr>
              <a:t>Choosing deterministic vs AI per step</a:t>
            </a:r>
          </a:p>
          <a:p>
            <a:pPr marL="171450" indent="-171450">
              <a:spcAft>
                <a:spcPts val="200"/>
              </a:spcAft>
              <a:buFont typeface="Arial"/>
              <a:buChar char="•"/>
            </a:pPr>
            <a:r>
              <a:rPr lang="en-US" sz="1250">
                <a:solidFill>
                  <a:srgbClr val="1F1F1F"/>
                </a:solidFill>
                <a:cs typeface="Segoe UI" pitchFamily="34" charset="0"/>
              </a:rPr>
              <a:t>Goal-first vs agent-first mindset</a:t>
            </a:r>
          </a:p>
          <a:p>
            <a:pPr marL="171450" indent="-171450">
              <a:spcAft>
                <a:spcPts val="200"/>
              </a:spcAft>
              <a:buFont typeface="Arial"/>
              <a:buChar char="•"/>
            </a:pPr>
            <a:r>
              <a:rPr lang="en-US" sz="1250">
                <a:solidFill>
                  <a:srgbClr val="1F1F1F"/>
                </a:solidFill>
                <a:cs typeface="Segoe UI" pitchFamily="34" charset="0"/>
              </a:rPr>
              <a:t>Building with trust and safety</a:t>
            </a:r>
          </a:p>
        </p:txBody>
      </p:sp>
      <p:cxnSp>
        <p:nvCxnSpPr>
          <p:cNvPr id="307" name="conn">
            <a:extLst>
              <a:ext uri="{FF2B5EF4-FFF2-40B4-BE49-F238E27FC236}">
                <a16:creationId xmlns:a16="http://schemas.microsoft.com/office/drawing/2014/main" id="{10920075-353A-8F18-4549-F6B1D05AED4F}"/>
              </a:ext>
            </a:extLst>
          </p:cNvPr>
          <p:cNvCxnSpPr/>
          <p:nvPr/>
        </p:nvCxnSpPr>
        <p:spPr>
          <a:xfrm>
            <a:off x="6094476" y="1921049"/>
            <a:ext cx="0" cy="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08" name="conn">
            <a:extLst>
              <a:ext uri="{FF2B5EF4-FFF2-40B4-BE49-F238E27FC236}">
                <a16:creationId xmlns:a16="http://schemas.microsoft.com/office/drawing/2014/main" id="{47BC4F7A-2A6F-F4FE-2F90-B9C6D2D86303}"/>
              </a:ext>
            </a:extLst>
          </p:cNvPr>
          <p:cNvCxnSpPr/>
          <p:nvPr/>
        </p:nvCxnSpPr>
        <p:spPr>
          <a:xfrm>
            <a:off x="3268980" y="2011049"/>
            <a:ext cx="5650992" cy="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09" name="conn">
            <a:extLst>
              <a:ext uri="{FF2B5EF4-FFF2-40B4-BE49-F238E27FC236}">
                <a16:creationId xmlns:a16="http://schemas.microsoft.com/office/drawing/2014/main" id="{B35E98BE-1D8E-9395-488C-E286D8E9510A}"/>
              </a:ext>
            </a:extLst>
          </p:cNvPr>
          <p:cNvCxnSpPr/>
          <p:nvPr/>
        </p:nvCxnSpPr>
        <p:spPr>
          <a:xfrm>
            <a:off x="3268980" y="201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0" name="conn">
            <a:extLst>
              <a:ext uri="{FF2B5EF4-FFF2-40B4-BE49-F238E27FC236}">
                <a16:creationId xmlns:a16="http://schemas.microsoft.com/office/drawing/2014/main" id="{D72D351F-F56D-B9D8-A75A-AEB072B632A4}"/>
              </a:ext>
            </a:extLst>
          </p:cNvPr>
          <p:cNvCxnSpPr/>
          <p:nvPr/>
        </p:nvCxnSpPr>
        <p:spPr>
          <a:xfrm>
            <a:off x="8919972" y="201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1" name="conn">
            <a:extLst>
              <a:ext uri="{FF2B5EF4-FFF2-40B4-BE49-F238E27FC236}">
                <a16:creationId xmlns:a16="http://schemas.microsoft.com/office/drawing/2014/main" id="{1B911CA6-5FA9-E187-F9F4-401B741067DB}"/>
              </a:ext>
            </a:extLst>
          </p:cNvPr>
          <p:cNvCxnSpPr/>
          <p:nvPr/>
        </p:nvCxnSpPr>
        <p:spPr>
          <a:xfrm>
            <a:off x="3268980" y="306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2" name="conn">
            <a:extLst>
              <a:ext uri="{FF2B5EF4-FFF2-40B4-BE49-F238E27FC236}">
                <a16:creationId xmlns:a16="http://schemas.microsoft.com/office/drawing/2014/main" id="{457775D1-CE22-2397-B152-FB0EFE99F5EF}"/>
              </a:ext>
            </a:extLst>
          </p:cNvPr>
          <p:cNvCxnSpPr/>
          <p:nvPr/>
        </p:nvCxnSpPr>
        <p:spPr>
          <a:xfrm>
            <a:off x="8919972" y="306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3" name="conn">
            <a:extLst>
              <a:ext uri="{FF2B5EF4-FFF2-40B4-BE49-F238E27FC236}">
                <a16:creationId xmlns:a16="http://schemas.microsoft.com/office/drawing/2014/main" id="{EDE171B9-EF94-43D5-5E00-BC731115A025}"/>
              </a:ext>
            </a:extLst>
          </p:cNvPr>
          <p:cNvCxnSpPr/>
          <p:nvPr/>
        </p:nvCxnSpPr>
        <p:spPr>
          <a:xfrm>
            <a:off x="3268980" y="3251049"/>
            <a:ext cx="5650992" cy="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4" name="conn">
            <a:extLst>
              <a:ext uri="{FF2B5EF4-FFF2-40B4-BE49-F238E27FC236}">
                <a16:creationId xmlns:a16="http://schemas.microsoft.com/office/drawing/2014/main" id="{3D890214-B0AF-43D5-D2B0-048B3299ADFD}"/>
              </a:ext>
            </a:extLst>
          </p:cNvPr>
          <p:cNvCxnSpPr/>
          <p:nvPr/>
        </p:nvCxnSpPr>
        <p:spPr>
          <a:xfrm>
            <a:off x="6094476" y="3251049"/>
            <a:ext cx="0" cy="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5" name="conn">
            <a:extLst>
              <a:ext uri="{FF2B5EF4-FFF2-40B4-BE49-F238E27FC236}">
                <a16:creationId xmlns:a16="http://schemas.microsoft.com/office/drawing/2014/main" id="{16819B98-8C1A-5BA9-59A9-81375C13F3A6}"/>
              </a:ext>
            </a:extLst>
          </p:cNvPr>
          <p:cNvCxnSpPr/>
          <p:nvPr/>
        </p:nvCxnSpPr>
        <p:spPr>
          <a:xfrm>
            <a:off x="6094476" y="3941049"/>
            <a:ext cx="0" cy="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6" name="conn">
            <a:extLst>
              <a:ext uri="{FF2B5EF4-FFF2-40B4-BE49-F238E27FC236}">
                <a16:creationId xmlns:a16="http://schemas.microsoft.com/office/drawing/2014/main" id="{3FC6210C-A76D-439A-1DAD-2B87D4E53766}"/>
              </a:ext>
            </a:extLst>
          </p:cNvPr>
          <p:cNvCxnSpPr/>
          <p:nvPr/>
        </p:nvCxnSpPr>
        <p:spPr>
          <a:xfrm>
            <a:off x="3268980" y="4031049"/>
            <a:ext cx="5650992" cy="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7" name="conn">
            <a:extLst>
              <a:ext uri="{FF2B5EF4-FFF2-40B4-BE49-F238E27FC236}">
                <a16:creationId xmlns:a16="http://schemas.microsoft.com/office/drawing/2014/main" id="{F58DC2C3-DCC9-8186-C0CD-AE8099ECBCD1}"/>
              </a:ext>
            </a:extLst>
          </p:cNvPr>
          <p:cNvCxnSpPr/>
          <p:nvPr/>
        </p:nvCxnSpPr>
        <p:spPr>
          <a:xfrm>
            <a:off x="3268980" y="403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8" name="conn">
            <a:extLst>
              <a:ext uri="{FF2B5EF4-FFF2-40B4-BE49-F238E27FC236}">
                <a16:creationId xmlns:a16="http://schemas.microsoft.com/office/drawing/2014/main" id="{6495E813-6AF3-82D2-E728-09A933943EF7}"/>
              </a:ext>
            </a:extLst>
          </p:cNvPr>
          <p:cNvCxnSpPr/>
          <p:nvPr/>
        </p:nvCxnSpPr>
        <p:spPr>
          <a:xfrm>
            <a:off x="8919972" y="403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sp>
        <p:nvSpPr>
          <p:cNvPr id="399" name="Intro Done">
            <a:extLst>
              <a:ext uri="{FF2B5EF4-FFF2-40B4-BE49-F238E27FC236}">
                <a16:creationId xmlns:a16="http://schemas.microsoft.com/office/drawing/2014/main" id="{56E05273-994B-E9CE-01CB-6A911F020154}"/>
              </a:ext>
            </a:extLst>
          </p:cNvPr>
          <p:cNvSpPr/>
          <p:nvPr/>
        </p:nvSpPr>
        <p:spPr>
          <a:xfrm>
            <a:off x="-961513" y="1503221"/>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
        <p:nvSpPr>
          <p:cNvPr id="5" name="Agents · building">
            <a:extLst>
              <a:ext uri="{FF2B5EF4-FFF2-40B4-BE49-F238E27FC236}">
                <a16:creationId xmlns:a16="http://schemas.microsoft.com/office/drawing/2014/main" id="{9C7B4A4B-C8D0-F0E2-10E7-3ED76542E4C1}"/>
              </a:ext>
            </a:extLst>
          </p:cNvPr>
          <p:cNvSpPr/>
          <p:nvPr/>
        </p:nvSpPr>
        <p:spPr bwMode="auto">
          <a:xfrm>
            <a:off x="548640" y="5308783"/>
            <a:ext cx="5440680" cy="656165"/>
          </a:xfrm>
          <a:prstGeom prst="roundRect">
            <a:avLst>
              <a:gd name="adj" fmla="val 6000"/>
            </a:avLst>
          </a:prstGeom>
          <a:solidFill>
            <a:srgbClr val="EAF5FF"/>
          </a:solidFill>
          <a:ln w="12700">
            <a:solidFill>
              <a:srgbClr val="CFE6FB"/>
            </a:solidFill>
          </a:ln>
        </p:spPr>
        <p:txBody>
          <a:bodyPr wrap="square" lIns="160020" tIns="91440" rIns="160020" bIns="91440" anchor="t">
            <a:noAutofit/>
          </a:bodyPr>
          <a:lstStyle/>
          <a:p>
            <a:pPr>
              <a:spcAft>
                <a:spcPts val="300"/>
              </a:spcAft>
            </a:pPr>
            <a:r>
              <a:rPr lang="en-US" sz="1100" b="1">
                <a:solidFill>
                  <a:srgbClr val="0078D4"/>
                </a:solidFill>
                <a:cs typeface="Segoe UI" pitchFamily="34" charset="0"/>
              </a:rPr>
              <a:t>Agents · AI Assisted developing</a:t>
            </a:r>
          </a:p>
          <a:p>
            <a:pPr marL="171450" indent="-171450">
              <a:spcAft>
                <a:spcPts val="200"/>
              </a:spcAft>
              <a:buFont typeface="Arial"/>
              <a:buChar char="•"/>
            </a:pPr>
            <a:r>
              <a:rPr lang="en-GB" sz="1250">
                <a:solidFill>
                  <a:srgbClr val="1F1F1F"/>
                </a:solidFill>
                <a:cs typeface="Segoe UI" pitchFamily="34" charset="0"/>
              </a:rPr>
              <a:t>Upgrade from standard agents to the GHCP harness</a:t>
            </a:r>
            <a:endParaRPr lang="en-US" sz="1250">
              <a:solidFill>
                <a:srgbClr val="1F1F1F"/>
              </a:solidFill>
              <a:cs typeface="Segoe UI" pitchFamily="34" charset="0"/>
            </a:endParaRPr>
          </a:p>
        </p:txBody>
      </p:sp>
    </p:spTree>
    <p:extLst>
      <p:ext uri="{BB962C8B-B14F-4D97-AF65-F5344CB8AC3E}">
        <p14:creationId xmlns:p14="http://schemas.microsoft.com/office/powerpoint/2010/main" val="39828822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op Accent"/>
          <p:cNvSpPr/>
          <p:nvPr/>
        </p:nvSpPr>
        <p:spPr>
          <a:xfrm>
            <a:off x="0" y="0"/>
            <a:ext cx="12188952" cy="54864"/>
          </a:xfrm>
          <a:prstGeom prst="rect">
            <a:avLst/>
          </a:prstGeom>
          <a:solidFill>
            <a:srgbClr val="C239B3"/>
          </a:solidFill>
          <a:ln w="12700">
            <a:solidFill>
              <a:srgbClr val="C239B3"/>
            </a:solidFill>
          </a:ln>
        </p:spPr>
        <p:txBody>
          <a:bodyPr rtlCol="0" anchor="ctr"/>
          <a:lstStyle/>
          <a:p>
            <a:pPr algn="ctr"/>
            <a:endParaRPr/>
          </a:p>
        </p:txBody>
      </p:sp>
      <p:sp>
        <p:nvSpPr>
          <p:cNvPr id="6" name="Title 56">
            <a:extLst>
              <a:ext uri="{FF2B5EF4-FFF2-40B4-BE49-F238E27FC236}">
                <a16:creationId xmlns:a16="http://schemas.microsoft.com/office/drawing/2014/main" id="{496807C8-15D7-5744-95DB-470E3EC3677D}"/>
              </a:ext>
            </a:extLst>
          </p:cNvPr>
          <p:cNvSpPr txBox="1">
            <a:spLocks/>
          </p:cNvSpPr>
          <p:nvPr/>
        </p:nvSpPr>
        <p:spPr>
          <a:xfrm>
            <a:off x="838200" y="365125"/>
            <a:ext cx="10515600" cy="829469"/>
          </a:xfrm>
          <a:prstGeom prst="rect">
            <a:avLst/>
          </a:prstGeom>
        </p:spPr>
        <p:txBody>
          <a:bodyPr vert="horz" wrap="square" lIns="0" tIns="0" rIns="0" bIns="0" rtlCol="0" anchor="t">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pPr algn="ctr"/>
            <a:r>
              <a:rPr lang="en-US" sz="5000">
                <a:latin typeface="Segoe UI Semibold" panose="020B0702040204020203" pitchFamily="34" charset="0"/>
                <a:cs typeface="Segoe UI Semibold" panose="020B0702040204020203" pitchFamily="34" charset="0"/>
              </a:rPr>
              <a:t>Meet Copilot Studio</a:t>
            </a:r>
          </a:p>
          <a:p>
            <a:pPr algn="ctr"/>
            <a:r>
              <a:rPr lang="en-US" sz="1800">
                <a:latin typeface="Segoe UI Semibold" panose="020B0702040204020203" pitchFamily="34" charset="0"/>
                <a:cs typeface="Segoe UI Semibold" panose="020B0702040204020203" pitchFamily="34" charset="0"/>
              </a:rPr>
              <a:t>powered by the </a:t>
            </a:r>
            <a:r>
              <a:rPr lang="en-US" sz="1800">
                <a:solidFill>
                  <a:schemeClr val="accent1"/>
                </a:solidFill>
                <a:latin typeface="Segoe UI Semibold" panose="020B0702040204020203" pitchFamily="34" charset="0"/>
                <a:cs typeface="Segoe UI Semibold" panose="020B0702040204020203" pitchFamily="34" charset="0"/>
              </a:rPr>
              <a:t>GitHub Copilot </a:t>
            </a:r>
            <a:r>
              <a:rPr lang="en-US" sz="1800">
                <a:latin typeface="Segoe UI Semibold" panose="020B0702040204020203" pitchFamily="34" charset="0"/>
                <a:cs typeface="Segoe UI Semibold" panose="020B0702040204020203" pitchFamily="34" charset="0"/>
              </a:rPr>
              <a:t>harness</a:t>
            </a:r>
          </a:p>
        </p:txBody>
      </p:sp>
      <p:grpSp>
        <p:nvGrpSpPr>
          <p:cNvPr id="7" name="Group 6">
            <a:extLst>
              <a:ext uri="{FF2B5EF4-FFF2-40B4-BE49-F238E27FC236}">
                <a16:creationId xmlns:a16="http://schemas.microsoft.com/office/drawing/2014/main" id="{33DE4ADC-5791-9EF3-5D31-087C853FC272}"/>
              </a:ext>
            </a:extLst>
          </p:cNvPr>
          <p:cNvGrpSpPr/>
          <p:nvPr/>
        </p:nvGrpSpPr>
        <p:grpSpPr>
          <a:xfrm>
            <a:off x="1611405" y="2301568"/>
            <a:ext cx="8966142" cy="3806134"/>
            <a:chOff x="1756770" y="2026115"/>
            <a:chExt cx="8966142" cy="3806134"/>
          </a:xfrm>
        </p:grpSpPr>
        <p:sp>
          <p:nvSpPr>
            <p:cNvPr id="8" name="Rectangle: Rounded Corners 7">
              <a:extLst>
                <a:ext uri="{FF2B5EF4-FFF2-40B4-BE49-F238E27FC236}">
                  <a16:creationId xmlns:a16="http://schemas.microsoft.com/office/drawing/2014/main" id="{27F3A7D3-12BE-4F87-F72D-CEBE25824587}"/>
                </a:ext>
              </a:extLst>
            </p:cNvPr>
            <p:cNvSpPr/>
            <p:nvPr/>
          </p:nvSpPr>
          <p:spPr>
            <a:xfrm>
              <a:off x="4832927" y="2026115"/>
              <a:ext cx="2813828" cy="693134"/>
            </a:xfrm>
            <a:prstGeom prst="roundRect">
              <a:avLst/>
            </a:prstGeom>
            <a:solidFill>
              <a:srgbClr val="5D5AEE">
                <a:alpha val="14902"/>
              </a:srgbClr>
            </a:solidFill>
            <a:ln>
              <a:noFill/>
            </a:ln>
          </p:spPr>
          <p:style>
            <a:lnRef idx="2">
              <a:schemeClr val="accent4"/>
            </a:lnRef>
            <a:fillRef idx="1">
              <a:schemeClr val="lt1"/>
            </a:fillRef>
            <a:effectRef idx="0">
              <a:schemeClr val="accent4"/>
            </a:effectRef>
            <a:fontRef idx="minor">
              <a:schemeClr val="dk1"/>
            </a:fontRef>
          </p:style>
          <p:txBody>
            <a:bodyPr lIns="0" tIns="0" rIns="0" bIns="0" rtlCol="0" anchor="ctr"/>
            <a:lstStyle/>
            <a:p>
              <a:pPr marL="0" marR="0" lvl="0" indent="0" algn="ctr" defTabSz="914400" rtl="0" eaLnBrk="1" fontAlgn="auto" latinLnBrk="0" hangingPunct="1">
                <a:lnSpc>
                  <a:spcPts val="1800"/>
                </a:lnSpc>
                <a:spcBef>
                  <a:spcPts val="0"/>
                </a:spcBef>
                <a:spcAft>
                  <a:spcPts val="1200"/>
                </a:spcAft>
                <a:buClrTx/>
                <a:buSzTx/>
                <a:buFontTx/>
                <a:buNone/>
                <a:tabLst/>
                <a:defRPr/>
              </a:pPr>
              <a:r>
                <a:rPr kumimoji="0" lang="en-US" sz="1600" b="1" i="0" u="none" strike="noStrike" kern="1200" cap="none" spc="0" normalizeH="0" baseline="0" noProof="0">
                  <a:ln>
                    <a:noFill/>
                  </a:ln>
                  <a:solidFill>
                    <a:prstClr val="black"/>
                  </a:solidFill>
                  <a:effectLst/>
                  <a:uLnTx/>
                  <a:uFillTx/>
                  <a:latin typeface="Segoe UI Variable Display Semibold" pitchFamily="2" charset="0"/>
                  <a:ea typeface="+mn-ea"/>
                  <a:cs typeface="Segoe UI Variable Display Semibold" pitchFamily="2" charset="0"/>
                </a:rPr>
                <a:t>Agent building interface</a:t>
              </a:r>
            </a:p>
          </p:txBody>
        </p:sp>
        <p:sp>
          <p:nvSpPr>
            <p:cNvPr id="9" name="Rectangle: Rounded Corners 8">
              <a:extLst>
                <a:ext uri="{FF2B5EF4-FFF2-40B4-BE49-F238E27FC236}">
                  <a16:creationId xmlns:a16="http://schemas.microsoft.com/office/drawing/2014/main" id="{308C9F5E-9F98-306C-B1CF-F4C6D97D5CC6}"/>
                </a:ext>
              </a:extLst>
            </p:cNvPr>
            <p:cNvSpPr/>
            <p:nvPr/>
          </p:nvSpPr>
          <p:spPr>
            <a:xfrm>
              <a:off x="4833367" y="2867008"/>
              <a:ext cx="2812949" cy="2965241"/>
            </a:xfrm>
            <a:prstGeom prst="roundRect">
              <a:avLst>
                <a:gd name="adj" fmla="val 7576"/>
              </a:avLst>
            </a:prstGeom>
            <a:solidFill>
              <a:srgbClr val="5D5AEE">
                <a:alpha val="14902"/>
              </a:srgbClr>
            </a:solidFill>
            <a:ln>
              <a:noFill/>
            </a:ln>
          </p:spPr>
          <p:style>
            <a:lnRef idx="2">
              <a:schemeClr val="accent4"/>
            </a:lnRef>
            <a:fillRef idx="1">
              <a:schemeClr val="lt1"/>
            </a:fillRef>
            <a:effectRef idx="0">
              <a:schemeClr val="accent4"/>
            </a:effectRef>
            <a:fontRef idx="minor">
              <a:schemeClr val="dk1"/>
            </a:fontRef>
          </p:style>
          <p:txBody>
            <a:bodyPr lIns="182880" tIns="182880" rIns="91440" bIns="91440" rtlCol="0" anchor="t"/>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Describe agents in plain language and build with real-time refinement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Instructions, skills, tools, and knowledge all in one view with full-page testing and reasoning</a:t>
              </a:r>
            </a:p>
          </p:txBody>
        </p:sp>
        <p:sp>
          <p:nvSpPr>
            <p:cNvPr id="10" name="Rectangle: Rounded Corners 9">
              <a:extLst>
                <a:ext uri="{FF2B5EF4-FFF2-40B4-BE49-F238E27FC236}">
                  <a16:creationId xmlns:a16="http://schemas.microsoft.com/office/drawing/2014/main" id="{61F01D69-2F26-EB53-9E6E-BBB5E0B642D1}"/>
                </a:ext>
              </a:extLst>
            </p:cNvPr>
            <p:cNvSpPr/>
            <p:nvPr/>
          </p:nvSpPr>
          <p:spPr>
            <a:xfrm>
              <a:off x="7909084" y="2026115"/>
              <a:ext cx="2813828" cy="693134"/>
            </a:xfrm>
            <a:prstGeom prst="roundRect">
              <a:avLst/>
            </a:prstGeom>
            <a:solidFill>
              <a:srgbClr val="BE1EB7">
                <a:alpha val="14902"/>
              </a:srgbClr>
            </a:solidFill>
            <a:ln>
              <a:noFill/>
            </a:ln>
          </p:spPr>
          <p:style>
            <a:lnRef idx="2">
              <a:schemeClr val="accent4"/>
            </a:lnRef>
            <a:fillRef idx="1">
              <a:schemeClr val="lt1"/>
            </a:fillRef>
            <a:effectRef idx="0">
              <a:schemeClr val="accent4"/>
            </a:effectRef>
            <a:fontRef idx="minor">
              <a:schemeClr val="dk1"/>
            </a:fontRef>
          </p:style>
          <p:txBody>
            <a:bodyPr lIns="182880" tIns="182880" bIns="91440" rtlCol="0" anchor="t"/>
            <a:lstStyle/>
            <a:p>
              <a:pPr marL="0" marR="0" lvl="0" indent="0" algn="ctr" defTabSz="914400" rtl="0" eaLnBrk="1" fontAlgn="auto" latinLnBrk="0" hangingPunct="1">
                <a:lnSpc>
                  <a:spcPts val="1800"/>
                </a:lnSpc>
                <a:spcBef>
                  <a:spcPts val="0"/>
                </a:spcBef>
                <a:spcAft>
                  <a:spcPts val="1200"/>
                </a:spcAft>
                <a:buClrTx/>
                <a:buSzTx/>
                <a:buFontTx/>
                <a:buNone/>
                <a:tabLst/>
                <a:defRPr/>
              </a:pPr>
              <a:r>
                <a:rPr kumimoji="0" lang="en-US" sz="1600" b="1" i="0" u="none" strike="noStrike" kern="1200" cap="none" spc="0" normalizeH="0" baseline="0" noProof="0">
                  <a:ln>
                    <a:noFill/>
                  </a:ln>
                  <a:solidFill>
                    <a:prstClr val="black"/>
                  </a:solidFill>
                  <a:effectLst/>
                  <a:uLnTx/>
                  <a:uFillTx/>
                  <a:latin typeface="Segoe UI Variable Display Semibold" pitchFamily="2" charset="0"/>
                  <a:ea typeface="+mn-ea"/>
                  <a:cs typeface="Segoe UI Variable Display Semibold" pitchFamily="2" charset="0"/>
                </a:rPr>
                <a:t>Workflow designer</a:t>
              </a:r>
            </a:p>
          </p:txBody>
        </p:sp>
        <p:sp>
          <p:nvSpPr>
            <p:cNvPr id="11" name="Rectangle: Rounded Corners 10">
              <a:extLst>
                <a:ext uri="{FF2B5EF4-FFF2-40B4-BE49-F238E27FC236}">
                  <a16:creationId xmlns:a16="http://schemas.microsoft.com/office/drawing/2014/main" id="{CD95B179-5EFF-98D3-F47E-53B802B27B83}"/>
                </a:ext>
              </a:extLst>
            </p:cNvPr>
            <p:cNvSpPr/>
            <p:nvPr/>
          </p:nvSpPr>
          <p:spPr>
            <a:xfrm>
              <a:off x="7909524" y="2867008"/>
              <a:ext cx="2812949" cy="2965241"/>
            </a:xfrm>
            <a:prstGeom prst="roundRect">
              <a:avLst>
                <a:gd name="adj" fmla="val 6061"/>
              </a:avLst>
            </a:prstGeom>
            <a:solidFill>
              <a:srgbClr val="BE1EB7">
                <a:alpha val="14902"/>
              </a:srgbClr>
            </a:solidFill>
            <a:ln>
              <a:noFill/>
            </a:ln>
          </p:spPr>
          <p:style>
            <a:lnRef idx="2">
              <a:schemeClr val="accent4"/>
            </a:lnRef>
            <a:fillRef idx="1">
              <a:schemeClr val="lt1"/>
            </a:fillRef>
            <a:effectRef idx="0">
              <a:schemeClr val="accent4"/>
            </a:effectRef>
            <a:fontRef idx="minor">
              <a:schemeClr val="dk1"/>
            </a:fontRef>
          </p:style>
          <p:txBody>
            <a:bodyPr lIns="182880" tIns="182880" bIns="91440" rtlCol="0" anchor="t"/>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Intuitive visual designer with node-by-node testing and versioning</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Ability to call existing agents directly into a workflow</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Connected to a broad ecosystem of MCP-enabled tools within Microsoft security boundary</a:t>
              </a:r>
            </a:p>
          </p:txBody>
        </p:sp>
        <p:sp>
          <p:nvSpPr>
            <p:cNvPr id="12" name="Rectangle: Rounded Corners 11">
              <a:extLst>
                <a:ext uri="{FF2B5EF4-FFF2-40B4-BE49-F238E27FC236}">
                  <a16:creationId xmlns:a16="http://schemas.microsoft.com/office/drawing/2014/main" id="{2457F2C1-E819-BF61-9CD9-4B4E63B66AEE}"/>
                </a:ext>
              </a:extLst>
            </p:cNvPr>
            <p:cNvSpPr/>
            <p:nvPr/>
          </p:nvSpPr>
          <p:spPr>
            <a:xfrm>
              <a:off x="1756770" y="2026115"/>
              <a:ext cx="2813828" cy="687965"/>
            </a:xfrm>
            <a:prstGeom prst="roundRect">
              <a:avLst>
                <a:gd name="adj" fmla="val 17774"/>
              </a:avLst>
            </a:prstGeom>
            <a:solidFill>
              <a:srgbClr val="CFE0ED"/>
            </a:solidFill>
            <a:ln>
              <a:noFill/>
            </a:ln>
          </p:spPr>
          <p:style>
            <a:lnRef idx="2">
              <a:schemeClr val="accent4"/>
            </a:lnRef>
            <a:fillRef idx="1">
              <a:schemeClr val="lt1"/>
            </a:fillRef>
            <a:effectRef idx="0">
              <a:schemeClr val="accent4"/>
            </a:effectRef>
            <a:fontRef idx="minor">
              <a:schemeClr val="dk1"/>
            </a:fontRef>
          </p:style>
          <p:txBody>
            <a:bodyPr lIns="0" tIns="0" rIns="0" bIns="0" rtlCol="0" anchor="ctr"/>
            <a:lstStyle/>
            <a:p>
              <a:pPr marL="0" marR="0" lvl="0" indent="0" algn="ctr" defTabSz="914400" rtl="0" eaLnBrk="1" fontAlgn="auto" latinLnBrk="0" hangingPunct="1">
                <a:lnSpc>
                  <a:spcPts val="1800"/>
                </a:lnSpc>
                <a:spcBef>
                  <a:spcPts val="0"/>
                </a:spcBef>
                <a:spcAft>
                  <a:spcPts val="1200"/>
                </a:spcAft>
                <a:buClrTx/>
                <a:buSzTx/>
                <a:buFontTx/>
                <a:buNone/>
                <a:tabLst/>
                <a:defRPr/>
              </a:pPr>
              <a:r>
                <a:rPr kumimoji="0" lang="en-US" sz="1600" b="1" i="0" u="none" strike="noStrike" kern="1200" cap="none" spc="0" normalizeH="0" baseline="0" noProof="0">
                  <a:ln>
                    <a:noFill/>
                  </a:ln>
                  <a:solidFill>
                    <a:prstClr val="black"/>
                  </a:solidFill>
                  <a:effectLst/>
                  <a:uLnTx/>
                  <a:uFillTx/>
                  <a:latin typeface="Segoe UI Variable Display Semibold" pitchFamily="2" charset="0"/>
                  <a:ea typeface="+mn-ea"/>
                  <a:cs typeface="Segoe UI Variable Display Semibold" pitchFamily="2" charset="0"/>
                </a:rPr>
                <a:t>Orchestrator</a:t>
              </a:r>
            </a:p>
          </p:txBody>
        </p:sp>
        <p:sp>
          <p:nvSpPr>
            <p:cNvPr id="13" name="Rectangle: Rounded Corners 12">
              <a:extLst>
                <a:ext uri="{FF2B5EF4-FFF2-40B4-BE49-F238E27FC236}">
                  <a16:creationId xmlns:a16="http://schemas.microsoft.com/office/drawing/2014/main" id="{4C6EBD6E-1812-A947-95A5-93A91398E49E}"/>
                </a:ext>
              </a:extLst>
            </p:cNvPr>
            <p:cNvSpPr/>
            <p:nvPr/>
          </p:nvSpPr>
          <p:spPr>
            <a:xfrm>
              <a:off x="1757210" y="2861839"/>
              <a:ext cx="2812949" cy="2965241"/>
            </a:xfrm>
            <a:prstGeom prst="roundRect">
              <a:avLst>
                <a:gd name="adj" fmla="val 7955"/>
              </a:avLst>
            </a:prstGeom>
            <a:solidFill>
              <a:srgbClr val="CFE0ED"/>
            </a:solidFill>
            <a:ln>
              <a:noFill/>
            </a:ln>
          </p:spPr>
          <p:style>
            <a:lnRef idx="2">
              <a:schemeClr val="accent4"/>
            </a:lnRef>
            <a:fillRef idx="1">
              <a:schemeClr val="lt1"/>
            </a:fillRef>
            <a:effectRef idx="0">
              <a:schemeClr val="accent4"/>
            </a:effectRef>
            <a:fontRef idx="minor">
              <a:schemeClr val="dk1"/>
            </a:fontRef>
          </p:style>
          <p:txBody>
            <a:bodyPr lIns="182880" tIns="182880" bIns="91440" rtlCol="0" anchor="t"/>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Built on a new coding harness and CLI layer for improved reasoning</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Recursive task handling for complex, dynamic problems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Smarter use of skills, tools, and knowledge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4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grpSp>
      <p:sp>
        <p:nvSpPr>
          <p:cNvPr id="15" name="TextBox 14">
            <a:extLst>
              <a:ext uri="{FF2B5EF4-FFF2-40B4-BE49-F238E27FC236}">
                <a16:creationId xmlns:a16="http://schemas.microsoft.com/office/drawing/2014/main" id="{DC9196AA-FC6F-4877-ADE4-70185ABEE87E}"/>
              </a:ext>
            </a:extLst>
          </p:cNvPr>
          <p:cNvSpPr txBox="1"/>
          <p:nvPr/>
        </p:nvSpPr>
        <p:spPr>
          <a:xfrm>
            <a:off x="2689289" y="1564646"/>
            <a:ext cx="6810374" cy="523220"/>
          </a:xfrm>
          <a:prstGeom prst="rect">
            <a:avLst/>
          </a:prstGeom>
          <a:noFill/>
        </p:spPr>
        <p:txBody>
          <a:bodyPr wrap="square">
            <a:spAutoFit/>
          </a:bodyPr>
          <a:lstStyle/>
          <a:p>
            <a:pPr algn="ctr"/>
            <a:r>
              <a:rPr lang="en-US" sz="1400"/>
              <a:t>One platform for enterprise agents and workflows – conversational, autonomous, or anything in between – automating business processes end to end.</a:t>
            </a:r>
            <a:endParaRPr lang="en-150" sz="1400"/>
          </a:p>
        </p:txBody>
      </p:sp>
    </p:spTree>
  </p:cSld>
  <p:clrMapOvr>
    <a:masterClrMapping/>
  </p:clrMapOvr>
  <p:transition/>
  <p:extLst>
    <p:ext uri="{6950BFC3-D8DA-4A85-94F7-54DA5524770B}"/>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D913B-F42B-CE83-650E-DF57405F0B56}"/>
            </a:ext>
          </a:extLst>
        </p:cNvPr>
        <p:cNvGrpSpPr/>
        <p:nvPr/>
      </p:nvGrpSpPr>
      <p:grpSpPr>
        <a:xfrm>
          <a:off x="0" y="0"/>
          <a:ext cx="0" cy="0"/>
          <a:chOff x="0" y="0"/>
          <a:chExt cx="0" cy="0"/>
        </a:xfrm>
      </p:grpSpPr>
      <p:sp>
        <p:nvSpPr>
          <p:cNvPr id="3" name="Top Accent">
            <a:extLst>
              <a:ext uri="{FF2B5EF4-FFF2-40B4-BE49-F238E27FC236}">
                <a16:creationId xmlns:a16="http://schemas.microsoft.com/office/drawing/2014/main" id="{232E8B9A-B7EC-7B7E-741E-E9CEA1B7FDB0}"/>
              </a:ext>
            </a:extLst>
          </p:cNvPr>
          <p:cNvSpPr/>
          <p:nvPr/>
        </p:nvSpPr>
        <p:spPr>
          <a:xfrm>
            <a:off x="0" y="0"/>
            <a:ext cx="12188952" cy="54864"/>
          </a:xfrm>
          <a:prstGeom prst="rect">
            <a:avLst/>
          </a:prstGeom>
          <a:solidFill>
            <a:srgbClr val="C239B3"/>
          </a:solidFill>
          <a:ln w="12700">
            <a:solidFill>
              <a:srgbClr val="C239B3"/>
            </a:solidFill>
          </a:ln>
        </p:spPr>
        <p:txBody>
          <a:bodyPr rtlCol="0" anchor="ctr"/>
          <a:lstStyle/>
          <a:p>
            <a:pPr algn="ctr"/>
            <a:endParaRPr/>
          </a:p>
        </p:txBody>
      </p:sp>
      <p:sp>
        <p:nvSpPr>
          <p:cNvPr id="59" name="Eyebrow">
            <a:extLst>
              <a:ext uri="{FF2B5EF4-FFF2-40B4-BE49-F238E27FC236}">
                <a16:creationId xmlns:a16="http://schemas.microsoft.com/office/drawing/2014/main" id="{D8BF9F68-3BDA-93FF-B204-FD02386050FC}"/>
              </a:ext>
            </a:extLst>
          </p:cNvPr>
          <p:cNvSpPr txBox="1"/>
          <p:nvPr/>
        </p:nvSpPr>
        <p:spPr>
          <a:xfrm>
            <a:off x="554737" y="300000"/>
            <a:ext cx="11052046" cy="200000"/>
          </a:xfrm>
          <a:prstGeom prst="rect">
            <a:avLst/>
          </a:prstGeom>
        </p:spPr>
        <p:txBody>
          <a:bodyPr vert="horz" wrap="square" lIns="0" tIns="0" rIns="0" bIns="0" rtlCol="0">
            <a:spAutoFit/>
          </a:bodyPr>
          <a:lstStyle>
            <a:lvl1pPr marR="0" indent="0" defTabSz="932742" fontAlgn="auto">
              <a:lnSpc>
                <a:spcPct val="100000"/>
              </a:lnSpc>
              <a:spcBef>
                <a:spcPct val="20000"/>
              </a:spcBef>
              <a:spcAft>
                <a:spcPts val="0"/>
              </a:spcAft>
              <a:buClrTx/>
              <a:buSzPct val="90000"/>
              <a:buFont typeface="Wingdings" panose="05000000000000000000" pitchFamily="2" charset="2"/>
              <a:buNone/>
              <a:tabLst/>
              <a:defRPr sz="1000" cap="all" spc="0" baseline="0">
                <a:solidFill>
                  <a:srgbClr val="4B5563"/>
                </a:solidFill>
                <a:latin typeface="Aptos"/>
                <a:cs typeface="Segoe Sans Display" pitchFamily="2"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a:t>What this guide is about.</a:t>
            </a:r>
          </a:p>
        </p:txBody>
      </p:sp>
      <p:sp>
        <p:nvSpPr>
          <p:cNvPr id="2" name="Title 1">
            <a:extLst>
              <a:ext uri="{FF2B5EF4-FFF2-40B4-BE49-F238E27FC236}">
                <a16:creationId xmlns:a16="http://schemas.microsoft.com/office/drawing/2014/main" id="{1FC22A39-53D7-3C18-70AF-6FB0E7027BFC}"/>
              </a:ext>
            </a:extLst>
          </p:cNvPr>
          <p:cNvSpPr>
            <a:spLocks noGrp="1"/>
          </p:cNvSpPr>
          <p:nvPr>
            <p:ph type="title"/>
          </p:nvPr>
        </p:nvSpPr>
        <p:spPr>
          <a:xfrm>
            <a:off x="548640" y="560000"/>
            <a:ext cx="11052046" cy="560000"/>
          </a:xfrm>
        </p:spPr>
        <p:txBody>
          <a:bodyPr/>
          <a:lstStyle/>
          <a:p>
            <a:r>
              <a:rPr lang="en-US" sz="3000" b="1"/>
              <a:t>Building AI workloads in Copilot Studio</a:t>
            </a:r>
          </a:p>
        </p:txBody>
      </p:sp>
      <p:sp>
        <p:nvSpPr>
          <p:cNvPr id="60" name="Lead">
            <a:extLst>
              <a:ext uri="{FF2B5EF4-FFF2-40B4-BE49-F238E27FC236}">
                <a16:creationId xmlns:a16="http://schemas.microsoft.com/office/drawing/2014/main" id="{9BB24BA5-C69D-F195-0521-2D0308C53F36}"/>
              </a:ext>
            </a:extLst>
          </p:cNvPr>
          <p:cNvSpPr txBox="1"/>
          <p:nvPr/>
        </p:nvSpPr>
        <p:spPr>
          <a:xfrm>
            <a:off x="548640" y="1280000"/>
            <a:ext cx="11091672" cy="1560000"/>
          </a:xfrm>
          <a:prstGeom prst="rect">
            <a:avLst/>
          </a:prstGeom>
          <a:noFill/>
        </p:spPr>
        <p:txBody>
          <a:bodyPr wrap="square" lIns="0" tIns="0" rIns="0" bIns="0">
            <a:noAutofit/>
          </a:bodyPr>
          <a:lstStyle/>
          <a:p>
            <a:r>
              <a:rPr lang="en-US" sz="1500" b="1">
                <a:solidFill>
                  <a:srgbClr val="1F1F1F"/>
                </a:solidFill>
                <a:cs typeface="Segoe UI" pitchFamily="34" charset="0"/>
              </a:rPr>
              <a:t>Agents</a:t>
            </a:r>
            <a:r>
              <a:rPr lang="en-US" sz="1500">
                <a:solidFill>
                  <a:srgbClr val="1F1F1F"/>
                </a:solidFill>
                <a:cs typeface="Segoe UI" pitchFamily="34" charset="0"/>
              </a:rPr>
              <a:t> and </a:t>
            </a:r>
            <a:r>
              <a:rPr lang="en-US" sz="1500" b="1">
                <a:solidFill>
                  <a:srgbClr val="1F1F1F"/>
                </a:solidFill>
                <a:cs typeface="Segoe UI" pitchFamily="34" charset="0"/>
              </a:rPr>
              <a:t>workflows</a:t>
            </a:r>
            <a:r>
              <a:rPr lang="en-US" sz="1500">
                <a:solidFill>
                  <a:srgbClr val="1F1F1F"/>
                </a:solidFill>
                <a:cs typeface="Segoe UI" pitchFamily="34" charset="0"/>
              </a:rPr>
              <a:t> are the two ways to build AI workloads and automate business processes in Copilot Studio. They are not an either-or choice: the question is which part of a process should carry the load deterministically and which should reason adaptively, and how to combine the two.</a:t>
            </a:r>
          </a:p>
        </p:txBody>
      </p:sp>
      <p:sp>
        <p:nvSpPr>
          <p:cNvPr id="101" name="Agents">
            <a:extLst>
              <a:ext uri="{FF2B5EF4-FFF2-40B4-BE49-F238E27FC236}">
                <a16:creationId xmlns:a16="http://schemas.microsoft.com/office/drawing/2014/main" id="{D31EB242-9599-51E7-51D8-9EE020A8B732}"/>
              </a:ext>
            </a:extLst>
          </p:cNvPr>
          <p:cNvSpPr/>
          <p:nvPr/>
        </p:nvSpPr>
        <p:spPr bwMode="auto">
          <a:xfrm>
            <a:off x="548640" y="3060000"/>
            <a:ext cx="5440680" cy="1950000"/>
          </a:xfrm>
          <a:prstGeom prst="roundRect">
            <a:avLst>
              <a:gd name="adj" fmla="val 5000"/>
            </a:avLst>
          </a:prstGeom>
          <a:solidFill>
            <a:srgbClr val="EAF5FF"/>
          </a:solidFill>
          <a:ln w="12700">
            <a:solidFill>
              <a:srgbClr val="CFE6FB"/>
            </a:solidFill>
          </a:ln>
          <a:effectLst>
            <a:outerShdw blurRad="63500" dist="25400" dir="5400000" rotWithShape="0">
              <a:srgbClr val="091F2C">
                <a:alpha val="9000"/>
              </a:srgbClr>
            </a:outerShdw>
          </a:effectLst>
        </p:spPr>
        <p:txBody>
          <a:bodyPr wrap="square" lIns="228600" tIns="160020" rIns="228600" bIns="137160" anchor="t">
            <a:noAutofit/>
          </a:bodyPr>
          <a:lstStyle/>
          <a:p>
            <a:pPr>
              <a:spcAft>
                <a:spcPts val="600"/>
              </a:spcAft>
            </a:pPr>
            <a:r>
              <a:rPr lang="en-US" sz="2000" b="1">
                <a:solidFill>
                  <a:srgbClr val="0078D4"/>
                </a:solidFill>
                <a:latin typeface="+mj-lt"/>
              </a:rPr>
              <a:t>Agents</a:t>
            </a:r>
          </a:p>
          <a:p>
            <a:pPr>
              <a:spcAft>
                <a:spcPts val="600"/>
              </a:spcAft>
            </a:pPr>
            <a:r>
              <a:rPr lang="en-US" sz="1300" b="1">
                <a:solidFill>
                  <a:srgbClr val="1F1F1F"/>
                </a:solidFill>
                <a:cs typeface="Segoe UI" pitchFamily="34" charset="0"/>
              </a:rPr>
              <a:t>Mostly adaptive.</a:t>
            </a:r>
            <a:r>
              <a:rPr lang="en-US" sz="1300">
                <a:solidFill>
                  <a:srgbClr val="1F1F1F"/>
                </a:solidFill>
                <a:cs typeface="Segoe UI" pitchFamily="34" charset="0"/>
              </a:rPr>
              <a:t> Reason over context and decide the next step at runtime, where the path cannot be mapped up front.</a:t>
            </a:r>
          </a:p>
          <a:p>
            <a:r>
              <a:rPr lang="en-US" sz="1200">
                <a:solidFill>
                  <a:srgbClr val="4B5563"/>
                </a:solidFill>
                <a:cs typeface="Segoe UI" pitchFamily="34" charset="0"/>
              </a:rPr>
              <a:t>… and call deterministic steps when a part of the work is fixed.</a:t>
            </a:r>
          </a:p>
        </p:txBody>
      </p:sp>
      <p:sp>
        <p:nvSpPr>
          <p:cNvPr id="102" name="Workflows">
            <a:extLst>
              <a:ext uri="{FF2B5EF4-FFF2-40B4-BE49-F238E27FC236}">
                <a16:creationId xmlns:a16="http://schemas.microsoft.com/office/drawing/2014/main" id="{96515E1E-85F2-1D51-AA7B-B69B7D9A7293}"/>
              </a:ext>
            </a:extLst>
          </p:cNvPr>
          <p:cNvSpPr/>
          <p:nvPr/>
        </p:nvSpPr>
        <p:spPr bwMode="auto">
          <a:xfrm>
            <a:off x="6199632" y="3060000"/>
            <a:ext cx="5440680" cy="1950000"/>
          </a:xfrm>
          <a:prstGeom prst="roundRect">
            <a:avLst>
              <a:gd name="adj" fmla="val 5000"/>
            </a:avLst>
          </a:prstGeom>
          <a:solidFill>
            <a:srgbClr val="F3EEFB"/>
          </a:solidFill>
          <a:ln w="12700">
            <a:solidFill>
              <a:srgbClr val="E0D4F0"/>
            </a:solidFill>
          </a:ln>
          <a:effectLst>
            <a:outerShdw blurRad="63500" dist="25400" dir="5400000" rotWithShape="0">
              <a:srgbClr val="091F2C">
                <a:alpha val="9000"/>
              </a:srgbClr>
            </a:outerShdw>
          </a:effectLst>
        </p:spPr>
        <p:txBody>
          <a:bodyPr wrap="square" lIns="228600" tIns="160020" rIns="228600" bIns="137160" anchor="t">
            <a:noAutofit/>
          </a:bodyPr>
          <a:lstStyle/>
          <a:p>
            <a:pPr>
              <a:spcAft>
                <a:spcPts val="600"/>
              </a:spcAft>
            </a:pPr>
            <a:r>
              <a:rPr lang="en-US" sz="2000" b="1">
                <a:solidFill>
                  <a:srgbClr val="6B3FA0"/>
                </a:solidFill>
                <a:latin typeface="+mj-lt"/>
              </a:rPr>
              <a:t>Workflows</a:t>
            </a:r>
          </a:p>
          <a:p>
            <a:pPr>
              <a:spcAft>
                <a:spcPts val="600"/>
              </a:spcAft>
            </a:pPr>
            <a:r>
              <a:rPr lang="en-US" sz="1300" b="1">
                <a:solidFill>
                  <a:srgbClr val="1F1F1F"/>
                </a:solidFill>
                <a:cs typeface="Segoe UI" pitchFamily="34" charset="0"/>
              </a:rPr>
              <a:t>Mostly deterministic.</a:t>
            </a:r>
            <a:r>
              <a:rPr lang="en-US" sz="1300">
                <a:solidFill>
                  <a:srgbClr val="1F1F1F"/>
                </a:solidFill>
                <a:cs typeface="Segoe UI" pitchFamily="34" charset="0"/>
              </a:rPr>
              <a:t> Run a defined sequence the same way every time, where the process is predictable and repeatable.</a:t>
            </a:r>
          </a:p>
          <a:p>
            <a:r>
              <a:rPr lang="en-US" sz="1200">
                <a:solidFill>
                  <a:srgbClr val="4B5563"/>
                </a:solidFill>
                <a:cs typeface="Segoe UI" pitchFamily="34" charset="0"/>
              </a:rPr>
              <a:t>… and call agents when a part of the work needs reasoning.</a:t>
            </a:r>
          </a:p>
        </p:txBody>
      </p:sp>
      <p:sp>
        <p:nvSpPr>
          <p:cNvPr id="5" name="Takeaway Banner">
            <a:extLst>
              <a:ext uri="{FF2B5EF4-FFF2-40B4-BE49-F238E27FC236}">
                <a16:creationId xmlns:a16="http://schemas.microsoft.com/office/drawing/2014/main" id="{C89B32E1-9C7A-8BD4-D8F7-94444A28EC4B}"/>
              </a:ext>
            </a:extLst>
          </p:cNvPr>
          <p:cNvSpPr/>
          <p:nvPr/>
        </p:nvSpPr>
        <p:spPr>
          <a:xfrm>
            <a:off x="548640" y="5376832"/>
            <a:ext cx="11091672" cy="402336"/>
          </a:xfrm>
          <a:prstGeom prst="roundRect">
            <a:avLst>
              <a:gd name="adj" fmla="val 12000"/>
            </a:avLst>
          </a:prstGeom>
          <a:solidFill>
            <a:srgbClr val="FAF8FA"/>
          </a:solidFill>
          <a:ln w="12700">
            <a:solidFill>
              <a:schemeClr val="bg1"/>
            </a:solidFill>
          </a:ln>
          <a:effectLst>
            <a:outerShdw blurRad="50800" dist="38100" dir="5400000" algn="t" rotWithShape="0">
              <a:prstClr val="black">
                <a:alpha val="40000"/>
              </a:prstClr>
            </a:outerShdw>
          </a:effectLst>
        </p:spPr>
        <p:txBody>
          <a:bodyPr lIns="182880" tIns="18288" rIns="182880" bIns="18288" rtlCol="0" anchor="ctr"/>
          <a:lstStyle/>
          <a:p>
            <a:pPr algn="ctr"/>
            <a:r>
              <a:rPr lang="en-GB" sz="1300" b="1">
                <a:latin typeface="+mj-lt"/>
                <a:cs typeface="Segoe UI" pitchFamily="34" charset="0"/>
              </a:rPr>
              <a:t>Enterprise solutions combine both. This guide helps you decide what each should carry, and how they work together.</a:t>
            </a:r>
          </a:p>
        </p:txBody>
      </p:sp>
    </p:spTree>
    <p:extLst>
      <p:ext uri="{BB962C8B-B14F-4D97-AF65-F5344CB8AC3E}">
        <p14:creationId xmlns:p14="http://schemas.microsoft.com/office/powerpoint/2010/main" val="1630801137"/>
      </p:ext>
    </p:extLst>
  </p:cSld>
  <p:clrMapOvr>
    <a:masterClrMapping/>
  </p:clrMapOvr>
  <p:transition/>
  <p:extLst>
    <p:ext uri="{6950BFC3-D8DA-4A85-94F7-54DA5524770B}"/>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1352A-63CF-EE83-421F-CC0358937E31}"/>
            </a:ext>
          </a:extLst>
        </p:cNvPr>
        <p:cNvGrpSpPr/>
        <p:nvPr/>
      </p:nvGrpSpPr>
      <p:grpSpPr>
        <a:xfrm>
          <a:off x="0" y="0"/>
          <a:ext cx="0" cy="0"/>
          <a:chOff x="0" y="0"/>
          <a:chExt cx="0" cy="0"/>
        </a:xfrm>
      </p:grpSpPr>
      <p:cxnSp>
        <p:nvCxnSpPr>
          <p:cNvPr id="6" name="conn">
            <a:extLst>
              <a:ext uri="{FF2B5EF4-FFF2-40B4-BE49-F238E27FC236}">
                <a16:creationId xmlns:a16="http://schemas.microsoft.com/office/drawing/2014/main" id="{DF300CD4-882D-C87B-6A96-BA7028246E69}"/>
              </a:ext>
            </a:extLst>
          </p:cNvPr>
          <p:cNvCxnSpPr>
            <a:cxnSpLocks/>
            <a:endCxn id="5" idx="0"/>
          </p:cNvCxnSpPr>
          <p:nvPr/>
        </p:nvCxnSpPr>
        <p:spPr>
          <a:xfrm>
            <a:off x="3268980" y="5072301"/>
            <a:ext cx="0" cy="236482"/>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sp>
        <p:nvSpPr>
          <p:cNvPr id="3" name="Top Accent">
            <a:extLst>
              <a:ext uri="{FF2B5EF4-FFF2-40B4-BE49-F238E27FC236}">
                <a16:creationId xmlns:a16="http://schemas.microsoft.com/office/drawing/2014/main" id="{8807CBC1-A074-7B1A-9FD4-8FF566A7F0A9}"/>
              </a:ext>
            </a:extLst>
          </p:cNvPr>
          <p:cNvSpPr/>
          <p:nvPr/>
        </p:nvSpPr>
        <p:spPr>
          <a:xfrm>
            <a:off x="0" y="0"/>
            <a:ext cx="12188952" cy="54864"/>
          </a:xfrm>
          <a:prstGeom prst="rect">
            <a:avLst/>
          </a:prstGeom>
          <a:solidFill>
            <a:srgbClr val="C239B3"/>
          </a:solidFill>
          <a:ln w="12700">
            <a:solidFill>
              <a:srgbClr val="C239B3"/>
            </a:solidFill>
          </a:ln>
        </p:spPr>
        <p:txBody>
          <a:bodyPr rtlCol="0" anchor="ctr"/>
          <a:lstStyle/>
          <a:p>
            <a:pPr algn="ctr"/>
            <a:endParaRPr/>
          </a:p>
        </p:txBody>
      </p:sp>
      <p:sp>
        <p:nvSpPr>
          <p:cNvPr id="59" name="Eyebrow">
            <a:extLst>
              <a:ext uri="{FF2B5EF4-FFF2-40B4-BE49-F238E27FC236}">
                <a16:creationId xmlns:a16="http://schemas.microsoft.com/office/drawing/2014/main" id="{67964331-F6F7-B478-E1F0-17106088B14B}"/>
              </a:ext>
            </a:extLst>
          </p:cNvPr>
          <p:cNvSpPr txBox="1"/>
          <p:nvPr/>
        </p:nvSpPr>
        <p:spPr>
          <a:xfrm>
            <a:off x="554737" y="300000"/>
            <a:ext cx="11052046" cy="200000"/>
          </a:xfrm>
          <a:prstGeom prst="rect">
            <a:avLst/>
          </a:prstGeom>
        </p:spPr>
        <p:txBody>
          <a:bodyPr vert="horz" wrap="square" lIns="0" tIns="0" rIns="0" bIns="0" rtlCol="0">
            <a:spAutoFit/>
          </a:bodyPr>
          <a:lstStyle>
            <a:lvl1pPr marR="0" indent="0" defTabSz="932742" fontAlgn="auto">
              <a:lnSpc>
                <a:spcPct val="100000"/>
              </a:lnSpc>
              <a:spcBef>
                <a:spcPct val="20000"/>
              </a:spcBef>
              <a:spcAft>
                <a:spcPts val="0"/>
              </a:spcAft>
              <a:buClrTx/>
              <a:buSzPct val="90000"/>
              <a:buFont typeface="Wingdings" panose="05000000000000000000" pitchFamily="2" charset="2"/>
              <a:buNone/>
              <a:tabLst/>
              <a:defRPr sz="1000" cap="all" spc="0" baseline="0">
                <a:solidFill>
                  <a:srgbClr val="4B5563"/>
                </a:solidFill>
                <a:latin typeface="Aptos"/>
                <a:cs typeface="Segoe Sans Display" pitchFamily="2"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a:t>You are here: Agents · Introduction</a:t>
            </a:r>
          </a:p>
        </p:txBody>
      </p:sp>
      <p:sp>
        <p:nvSpPr>
          <p:cNvPr id="2" name="Title 1">
            <a:extLst>
              <a:ext uri="{FF2B5EF4-FFF2-40B4-BE49-F238E27FC236}">
                <a16:creationId xmlns:a16="http://schemas.microsoft.com/office/drawing/2014/main" id="{FAFBD59A-9A15-116B-0EBE-0E80A5EE9EC2}"/>
              </a:ext>
            </a:extLst>
          </p:cNvPr>
          <p:cNvSpPr>
            <a:spLocks noGrp="1"/>
          </p:cNvSpPr>
          <p:nvPr>
            <p:ph type="title"/>
          </p:nvPr>
        </p:nvSpPr>
        <p:spPr>
          <a:xfrm>
            <a:off x="571500" y="519543"/>
            <a:ext cx="11052046" cy="492443"/>
          </a:xfrm>
        </p:spPr>
        <p:txBody>
          <a:bodyPr/>
          <a:lstStyle/>
          <a:p>
            <a:r>
              <a:rPr lang="en-US" sz="3000" b="1"/>
              <a:t>Contents</a:t>
            </a:r>
          </a:p>
        </p:txBody>
      </p:sp>
      <p:sp>
        <p:nvSpPr>
          <p:cNvPr id="301" name="Introduction">
            <a:extLst>
              <a:ext uri="{FF2B5EF4-FFF2-40B4-BE49-F238E27FC236}">
                <a16:creationId xmlns:a16="http://schemas.microsoft.com/office/drawing/2014/main" id="{ABA2D6BA-FF26-8A20-FBA7-935FAC2294B0}"/>
              </a:ext>
            </a:extLst>
          </p:cNvPr>
          <p:cNvSpPr/>
          <p:nvPr/>
        </p:nvSpPr>
        <p:spPr bwMode="auto">
          <a:xfrm>
            <a:off x="548640" y="1327961"/>
            <a:ext cx="11091672" cy="593088"/>
          </a:xfrm>
          <a:prstGeom prst="roundRect">
            <a:avLst>
              <a:gd name="adj" fmla="val 6000"/>
            </a:avLst>
          </a:prstGeom>
          <a:solidFill>
            <a:srgbClr val="EEF1F5"/>
          </a:solidFill>
          <a:ln w="12700">
            <a:solidFill>
              <a:srgbClr val="DFE4EA"/>
            </a:solidFill>
          </a:ln>
        </p:spPr>
        <p:txBody>
          <a:bodyPr wrap="square" lIns="160020" tIns="91440" rIns="160020" bIns="91440" anchor="t">
            <a:noAutofit/>
          </a:bodyPr>
          <a:lstStyle/>
          <a:p>
            <a:pPr>
              <a:spcAft>
                <a:spcPts val="300"/>
              </a:spcAft>
            </a:pPr>
            <a:r>
              <a:rPr lang="en-US" sz="1100" b="1">
                <a:solidFill>
                  <a:srgbClr val="1F1F1F"/>
                </a:solidFill>
                <a:cs typeface="Segoe UI" pitchFamily="34" charset="0"/>
              </a:rPr>
              <a:t>Introduction</a:t>
            </a:r>
          </a:p>
          <a:p>
            <a:pPr marL="171450" indent="-171450">
              <a:spcAft>
                <a:spcPts val="200"/>
              </a:spcAft>
              <a:buFont typeface="Arial"/>
              <a:buChar char="•"/>
            </a:pPr>
            <a:r>
              <a:rPr lang="en-US" sz="1250">
                <a:solidFill>
                  <a:srgbClr val="1F1F1F"/>
                </a:solidFill>
                <a:cs typeface="Segoe UI" pitchFamily="34" charset="0"/>
              </a:rPr>
              <a:t>What this guide is about: agents and workflows at a glance</a:t>
            </a:r>
          </a:p>
        </p:txBody>
      </p:sp>
      <p:sp>
        <p:nvSpPr>
          <p:cNvPr id="302" name="Agents · introduction">
            <a:extLst>
              <a:ext uri="{FF2B5EF4-FFF2-40B4-BE49-F238E27FC236}">
                <a16:creationId xmlns:a16="http://schemas.microsoft.com/office/drawing/2014/main" id="{6E972CE7-0E8A-15DE-96BC-B036B34C00C2}"/>
              </a:ext>
            </a:extLst>
          </p:cNvPr>
          <p:cNvSpPr/>
          <p:nvPr/>
        </p:nvSpPr>
        <p:spPr bwMode="auto">
          <a:xfrm>
            <a:off x="548640" y="2201049"/>
            <a:ext cx="5440680" cy="860000"/>
          </a:xfrm>
          <a:prstGeom prst="roundRect">
            <a:avLst>
              <a:gd name="adj" fmla="val 6000"/>
            </a:avLst>
          </a:prstGeom>
          <a:solidFill>
            <a:srgbClr val="EAF5FF"/>
          </a:solidFill>
          <a:ln w="76200">
            <a:solidFill>
              <a:schemeClr val="accent1"/>
            </a:solidFill>
          </a:ln>
        </p:spPr>
        <p:txBody>
          <a:bodyPr wrap="square" lIns="160020" tIns="91440" rIns="160020" bIns="91440" anchor="t">
            <a:noAutofit/>
          </a:bodyPr>
          <a:lstStyle/>
          <a:p>
            <a:pPr>
              <a:spcAft>
                <a:spcPts val="300"/>
              </a:spcAft>
            </a:pPr>
            <a:r>
              <a:rPr lang="en-US" sz="1100" b="1">
                <a:solidFill>
                  <a:srgbClr val="0078D4"/>
                </a:solidFill>
                <a:cs typeface="Segoe UI" pitchFamily="34" charset="0"/>
              </a:rPr>
              <a:t>Agents · introduction</a:t>
            </a:r>
          </a:p>
          <a:p>
            <a:pPr marL="171450" indent="-171450">
              <a:spcAft>
                <a:spcPts val="200"/>
              </a:spcAft>
              <a:buFont typeface="Arial"/>
              <a:buChar char="•"/>
            </a:pPr>
            <a:r>
              <a:rPr lang="en-GB" sz="1250">
                <a:solidFill>
                  <a:srgbClr val="1F1F1F"/>
                </a:solidFill>
                <a:cs typeface="Segoe UI" pitchFamily="34" charset="0"/>
              </a:rPr>
              <a:t>Why build agents on the GitHub Copilot (GHCP) harness</a:t>
            </a:r>
            <a:endParaRPr lang="en-US" sz="1250">
              <a:solidFill>
                <a:srgbClr val="1F1F1F"/>
              </a:solidFill>
              <a:cs typeface="Segoe UI" pitchFamily="34" charset="0"/>
            </a:endParaRPr>
          </a:p>
          <a:p>
            <a:pPr marL="171450" indent="-171450">
              <a:spcAft>
                <a:spcPts val="200"/>
              </a:spcAft>
              <a:buFont typeface="Arial"/>
              <a:buChar char="•"/>
            </a:pPr>
            <a:r>
              <a:rPr lang="en-US" sz="1250">
                <a:solidFill>
                  <a:srgbClr val="1F1F1F"/>
                </a:solidFill>
                <a:cs typeface="Segoe UI" pitchFamily="34" charset="0"/>
              </a:rPr>
              <a:t>Standard vs modern orchestration</a:t>
            </a:r>
          </a:p>
        </p:txBody>
      </p:sp>
      <p:sp>
        <p:nvSpPr>
          <p:cNvPr id="303" name="Workflows · introduction">
            <a:extLst>
              <a:ext uri="{FF2B5EF4-FFF2-40B4-BE49-F238E27FC236}">
                <a16:creationId xmlns:a16="http://schemas.microsoft.com/office/drawing/2014/main" id="{CD6321CE-15FD-7740-AF6E-5F99CB8ED789}"/>
              </a:ext>
            </a:extLst>
          </p:cNvPr>
          <p:cNvSpPr/>
          <p:nvPr/>
        </p:nvSpPr>
        <p:spPr bwMode="auto">
          <a:xfrm>
            <a:off x="6199632" y="2201049"/>
            <a:ext cx="5440680" cy="860000"/>
          </a:xfrm>
          <a:prstGeom prst="roundRect">
            <a:avLst>
              <a:gd name="adj" fmla="val 6000"/>
            </a:avLst>
          </a:prstGeom>
          <a:solidFill>
            <a:srgbClr val="F3EEFB"/>
          </a:solidFill>
          <a:ln w="12700">
            <a:solidFill>
              <a:srgbClr val="E0D4F0"/>
            </a:solidFill>
          </a:ln>
        </p:spPr>
        <p:txBody>
          <a:bodyPr wrap="square" lIns="160020" tIns="91440" rIns="160020" bIns="91440" anchor="t">
            <a:noAutofit/>
          </a:bodyPr>
          <a:lstStyle/>
          <a:p>
            <a:pPr>
              <a:spcAft>
                <a:spcPts val="300"/>
              </a:spcAft>
            </a:pPr>
            <a:r>
              <a:rPr lang="en-US" sz="1100" b="1">
                <a:solidFill>
                  <a:srgbClr val="6B3FA0"/>
                </a:solidFill>
                <a:cs typeface="Segoe UI" pitchFamily="34" charset="0"/>
              </a:rPr>
              <a:t>Workflows · introduction</a:t>
            </a:r>
          </a:p>
          <a:p>
            <a:pPr marL="171450" indent="-171450">
              <a:spcAft>
                <a:spcPts val="200"/>
              </a:spcAft>
              <a:buFont typeface="Arial"/>
              <a:buChar char="•"/>
            </a:pPr>
            <a:r>
              <a:rPr lang="en-US" sz="1250">
                <a:solidFill>
                  <a:srgbClr val="1F1F1F"/>
                </a:solidFill>
                <a:cs typeface="Segoe UI" pitchFamily="34" charset="0"/>
              </a:rPr>
              <a:t>What is really new, what is not</a:t>
            </a:r>
          </a:p>
        </p:txBody>
      </p:sp>
      <p:sp>
        <p:nvSpPr>
          <p:cNvPr id="304" name="Choose where to build what">
            <a:extLst>
              <a:ext uri="{FF2B5EF4-FFF2-40B4-BE49-F238E27FC236}">
                <a16:creationId xmlns:a16="http://schemas.microsoft.com/office/drawing/2014/main" id="{09D3538B-17E7-9C5E-7377-9BB7119FBA8F}"/>
              </a:ext>
            </a:extLst>
          </p:cNvPr>
          <p:cNvSpPr/>
          <p:nvPr/>
        </p:nvSpPr>
        <p:spPr bwMode="auto">
          <a:xfrm>
            <a:off x="548640" y="3341049"/>
            <a:ext cx="11091672" cy="600000"/>
          </a:xfrm>
          <a:prstGeom prst="roundRect">
            <a:avLst>
              <a:gd name="adj" fmla="val 6000"/>
            </a:avLst>
          </a:prstGeom>
          <a:solidFill>
            <a:srgbClr val="EEF1F5"/>
          </a:solidFill>
          <a:ln w="12700">
            <a:solidFill>
              <a:srgbClr val="DFE4EA"/>
            </a:solidFill>
          </a:ln>
        </p:spPr>
        <p:txBody>
          <a:bodyPr wrap="square" lIns="160020" tIns="91440" rIns="160020" bIns="91440" anchor="t">
            <a:noAutofit/>
          </a:bodyPr>
          <a:lstStyle/>
          <a:p>
            <a:pPr>
              <a:spcAft>
                <a:spcPts val="300"/>
              </a:spcAft>
            </a:pPr>
            <a:r>
              <a:rPr lang="en-US" sz="1100" b="1">
                <a:solidFill>
                  <a:srgbClr val="1F1F1F"/>
                </a:solidFill>
                <a:cs typeface="Segoe UI" pitchFamily="34" charset="0"/>
              </a:rPr>
              <a:t>Choose where to build what</a:t>
            </a:r>
          </a:p>
          <a:p>
            <a:pPr marL="171450" indent="-171450">
              <a:spcAft>
                <a:spcPts val="200"/>
              </a:spcAft>
              <a:buFont typeface="Arial"/>
              <a:buChar char="•"/>
            </a:pPr>
            <a:r>
              <a:rPr lang="en-US" sz="1250">
                <a:solidFill>
                  <a:srgbClr val="1F1F1F"/>
                </a:solidFill>
                <a:cs typeface="Segoe UI" pitchFamily="34" charset="0"/>
              </a:rPr>
              <a:t>Pick the right solution: predictability vs agility</a:t>
            </a:r>
          </a:p>
        </p:txBody>
      </p:sp>
      <p:sp>
        <p:nvSpPr>
          <p:cNvPr id="305" name="Agents · building">
            <a:extLst>
              <a:ext uri="{FF2B5EF4-FFF2-40B4-BE49-F238E27FC236}">
                <a16:creationId xmlns:a16="http://schemas.microsoft.com/office/drawing/2014/main" id="{348FD2E4-F68A-1FAF-1BF2-749D59F91D48}"/>
              </a:ext>
            </a:extLst>
          </p:cNvPr>
          <p:cNvSpPr/>
          <p:nvPr/>
        </p:nvSpPr>
        <p:spPr bwMode="auto">
          <a:xfrm>
            <a:off x="548640" y="4221049"/>
            <a:ext cx="5440680" cy="851252"/>
          </a:xfrm>
          <a:prstGeom prst="roundRect">
            <a:avLst>
              <a:gd name="adj" fmla="val 6000"/>
            </a:avLst>
          </a:prstGeom>
          <a:solidFill>
            <a:srgbClr val="EAF5FF"/>
          </a:solidFill>
          <a:ln w="12700">
            <a:solidFill>
              <a:srgbClr val="CFE6FB"/>
            </a:solidFill>
          </a:ln>
        </p:spPr>
        <p:txBody>
          <a:bodyPr wrap="square" lIns="160020" tIns="91440" rIns="160020" bIns="91440" anchor="t">
            <a:noAutofit/>
          </a:bodyPr>
          <a:lstStyle/>
          <a:p>
            <a:pPr>
              <a:spcAft>
                <a:spcPts val="300"/>
              </a:spcAft>
            </a:pPr>
            <a:r>
              <a:rPr lang="en-US" sz="1100" b="1">
                <a:solidFill>
                  <a:srgbClr val="0078D4"/>
                </a:solidFill>
                <a:cs typeface="Segoe UI" pitchFamily="34" charset="0"/>
              </a:rPr>
              <a:t>Agents · building</a:t>
            </a:r>
          </a:p>
          <a:p>
            <a:pPr marL="171450" indent="-171450">
              <a:spcAft>
                <a:spcPts val="200"/>
              </a:spcAft>
              <a:buFont typeface="Arial"/>
              <a:buChar char="•"/>
            </a:pPr>
            <a:r>
              <a:rPr lang="en-US" sz="1250">
                <a:solidFill>
                  <a:srgbClr val="1F1F1F"/>
                </a:solidFill>
                <a:cs typeface="Segoe UI" pitchFamily="34" charset="0"/>
              </a:rPr>
              <a:t>Building blocks of </a:t>
            </a:r>
            <a:r>
              <a:rPr lang="en-GB" sz="1250">
                <a:solidFill>
                  <a:srgbClr val="1F1F1F"/>
                </a:solidFill>
                <a:cs typeface="Segoe UI" pitchFamily="34" charset="0"/>
              </a:rPr>
              <a:t>agents powered by the GHCP harness</a:t>
            </a:r>
            <a:endParaRPr lang="en-US" sz="1250">
              <a:solidFill>
                <a:srgbClr val="1F1F1F"/>
              </a:solidFill>
              <a:cs typeface="Segoe UI" pitchFamily="34" charset="0"/>
            </a:endParaRPr>
          </a:p>
          <a:p>
            <a:pPr marL="171450" indent="-171450">
              <a:spcAft>
                <a:spcPts val="200"/>
              </a:spcAft>
              <a:buFont typeface="Arial"/>
              <a:buChar char="•"/>
            </a:pPr>
            <a:r>
              <a:rPr lang="en-US" sz="1250">
                <a:solidFill>
                  <a:srgbClr val="1F1F1F"/>
                </a:solidFill>
                <a:cs typeface="Segoe UI" pitchFamily="34" charset="0"/>
              </a:rPr>
              <a:t>Skill best practices</a:t>
            </a:r>
          </a:p>
        </p:txBody>
      </p:sp>
      <p:sp>
        <p:nvSpPr>
          <p:cNvPr id="306" name="Workflows · building">
            <a:extLst>
              <a:ext uri="{FF2B5EF4-FFF2-40B4-BE49-F238E27FC236}">
                <a16:creationId xmlns:a16="http://schemas.microsoft.com/office/drawing/2014/main" id="{BF71E799-4A23-5CB5-A305-B3DDD99256B4}"/>
              </a:ext>
            </a:extLst>
          </p:cNvPr>
          <p:cNvSpPr/>
          <p:nvPr/>
        </p:nvSpPr>
        <p:spPr bwMode="auto">
          <a:xfrm>
            <a:off x="6199632" y="4221048"/>
            <a:ext cx="5440680" cy="1087735"/>
          </a:xfrm>
          <a:prstGeom prst="roundRect">
            <a:avLst>
              <a:gd name="adj" fmla="val 6000"/>
            </a:avLst>
          </a:prstGeom>
          <a:solidFill>
            <a:srgbClr val="F3EEFB"/>
          </a:solidFill>
          <a:ln w="12700">
            <a:solidFill>
              <a:srgbClr val="E0D4F0"/>
            </a:solidFill>
          </a:ln>
        </p:spPr>
        <p:txBody>
          <a:bodyPr wrap="square" lIns="160020" tIns="91440" rIns="160020" bIns="91440" anchor="t">
            <a:noAutofit/>
          </a:bodyPr>
          <a:lstStyle/>
          <a:p>
            <a:pPr>
              <a:spcAft>
                <a:spcPts val="300"/>
              </a:spcAft>
            </a:pPr>
            <a:r>
              <a:rPr lang="en-US" sz="1100" b="1">
                <a:solidFill>
                  <a:srgbClr val="6B3FA0"/>
                </a:solidFill>
                <a:cs typeface="Segoe UI" pitchFamily="34" charset="0"/>
              </a:rPr>
              <a:t>Workflows · building</a:t>
            </a:r>
          </a:p>
          <a:p>
            <a:pPr marL="171450" indent="-171450">
              <a:spcAft>
                <a:spcPts val="200"/>
              </a:spcAft>
              <a:buFont typeface="Arial"/>
              <a:buChar char="•"/>
            </a:pPr>
            <a:r>
              <a:rPr lang="en-US" sz="1250">
                <a:solidFill>
                  <a:srgbClr val="1F1F1F"/>
                </a:solidFill>
                <a:cs typeface="Segoe UI" pitchFamily="34" charset="0"/>
              </a:rPr>
              <a:t>Choosing deterministic vs AI per step</a:t>
            </a:r>
          </a:p>
          <a:p>
            <a:pPr marL="171450" indent="-171450">
              <a:spcAft>
                <a:spcPts val="200"/>
              </a:spcAft>
              <a:buFont typeface="Arial"/>
              <a:buChar char="•"/>
            </a:pPr>
            <a:r>
              <a:rPr lang="en-US" sz="1250">
                <a:solidFill>
                  <a:srgbClr val="1F1F1F"/>
                </a:solidFill>
                <a:cs typeface="Segoe UI" pitchFamily="34" charset="0"/>
              </a:rPr>
              <a:t>Goal-first vs agent-first mindset</a:t>
            </a:r>
          </a:p>
          <a:p>
            <a:pPr marL="171450" indent="-171450">
              <a:spcAft>
                <a:spcPts val="200"/>
              </a:spcAft>
              <a:buFont typeface="Arial"/>
              <a:buChar char="•"/>
            </a:pPr>
            <a:r>
              <a:rPr lang="en-US" sz="1250">
                <a:solidFill>
                  <a:srgbClr val="1F1F1F"/>
                </a:solidFill>
                <a:cs typeface="Segoe UI" pitchFamily="34" charset="0"/>
              </a:rPr>
              <a:t>Building with trust and safety</a:t>
            </a:r>
          </a:p>
        </p:txBody>
      </p:sp>
      <p:cxnSp>
        <p:nvCxnSpPr>
          <p:cNvPr id="307" name="conn">
            <a:extLst>
              <a:ext uri="{FF2B5EF4-FFF2-40B4-BE49-F238E27FC236}">
                <a16:creationId xmlns:a16="http://schemas.microsoft.com/office/drawing/2014/main" id="{B585ADC8-DF74-BD9F-FD45-230E8DB1EA06}"/>
              </a:ext>
            </a:extLst>
          </p:cNvPr>
          <p:cNvCxnSpPr/>
          <p:nvPr/>
        </p:nvCxnSpPr>
        <p:spPr>
          <a:xfrm>
            <a:off x="6094476" y="1921049"/>
            <a:ext cx="0" cy="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08" name="conn">
            <a:extLst>
              <a:ext uri="{FF2B5EF4-FFF2-40B4-BE49-F238E27FC236}">
                <a16:creationId xmlns:a16="http://schemas.microsoft.com/office/drawing/2014/main" id="{7A6B4F3D-34D8-E828-C19D-7AD892AE9142}"/>
              </a:ext>
            </a:extLst>
          </p:cNvPr>
          <p:cNvCxnSpPr/>
          <p:nvPr/>
        </p:nvCxnSpPr>
        <p:spPr>
          <a:xfrm>
            <a:off x="3268980" y="2011049"/>
            <a:ext cx="5650992" cy="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09" name="conn">
            <a:extLst>
              <a:ext uri="{FF2B5EF4-FFF2-40B4-BE49-F238E27FC236}">
                <a16:creationId xmlns:a16="http://schemas.microsoft.com/office/drawing/2014/main" id="{188A7533-087C-0C10-BCD6-C95DD744386A}"/>
              </a:ext>
            </a:extLst>
          </p:cNvPr>
          <p:cNvCxnSpPr/>
          <p:nvPr/>
        </p:nvCxnSpPr>
        <p:spPr>
          <a:xfrm>
            <a:off x="3268980" y="201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0" name="conn">
            <a:extLst>
              <a:ext uri="{FF2B5EF4-FFF2-40B4-BE49-F238E27FC236}">
                <a16:creationId xmlns:a16="http://schemas.microsoft.com/office/drawing/2014/main" id="{ABFE8A54-20F6-61BB-C060-C344DF5C1995}"/>
              </a:ext>
            </a:extLst>
          </p:cNvPr>
          <p:cNvCxnSpPr/>
          <p:nvPr/>
        </p:nvCxnSpPr>
        <p:spPr>
          <a:xfrm>
            <a:off x="8919972" y="201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1" name="conn">
            <a:extLst>
              <a:ext uri="{FF2B5EF4-FFF2-40B4-BE49-F238E27FC236}">
                <a16:creationId xmlns:a16="http://schemas.microsoft.com/office/drawing/2014/main" id="{3DBE8979-3D89-1B27-81C3-6A46B702F572}"/>
              </a:ext>
            </a:extLst>
          </p:cNvPr>
          <p:cNvCxnSpPr/>
          <p:nvPr/>
        </p:nvCxnSpPr>
        <p:spPr>
          <a:xfrm>
            <a:off x="3268980" y="306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2" name="conn">
            <a:extLst>
              <a:ext uri="{FF2B5EF4-FFF2-40B4-BE49-F238E27FC236}">
                <a16:creationId xmlns:a16="http://schemas.microsoft.com/office/drawing/2014/main" id="{564BEAB6-0E2E-8078-3F92-9D9E1B09FA0C}"/>
              </a:ext>
            </a:extLst>
          </p:cNvPr>
          <p:cNvCxnSpPr/>
          <p:nvPr/>
        </p:nvCxnSpPr>
        <p:spPr>
          <a:xfrm>
            <a:off x="8919972" y="306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3" name="conn">
            <a:extLst>
              <a:ext uri="{FF2B5EF4-FFF2-40B4-BE49-F238E27FC236}">
                <a16:creationId xmlns:a16="http://schemas.microsoft.com/office/drawing/2014/main" id="{54BD991C-8074-73A3-F54D-8A2AAF210B2A}"/>
              </a:ext>
            </a:extLst>
          </p:cNvPr>
          <p:cNvCxnSpPr/>
          <p:nvPr/>
        </p:nvCxnSpPr>
        <p:spPr>
          <a:xfrm>
            <a:off x="3268980" y="3251049"/>
            <a:ext cx="5650992" cy="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4" name="conn">
            <a:extLst>
              <a:ext uri="{FF2B5EF4-FFF2-40B4-BE49-F238E27FC236}">
                <a16:creationId xmlns:a16="http://schemas.microsoft.com/office/drawing/2014/main" id="{2BA19172-D408-9937-774E-2843910F57CD}"/>
              </a:ext>
            </a:extLst>
          </p:cNvPr>
          <p:cNvCxnSpPr/>
          <p:nvPr/>
        </p:nvCxnSpPr>
        <p:spPr>
          <a:xfrm>
            <a:off x="6094476" y="3251049"/>
            <a:ext cx="0" cy="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5" name="conn">
            <a:extLst>
              <a:ext uri="{FF2B5EF4-FFF2-40B4-BE49-F238E27FC236}">
                <a16:creationId xmlns:a16="http://schemas.microsoft.com/office/drawing/2014/main" id="{70D4996F-5795-B39C-E01E-A1DEA4889827}"/>
              </a:ext>
            </a:extLst>
          </p:cNvPr>
          <p:cNvCxnSpPr/>
          <p:nvPr/>
        </p:nvCxnSpPr>
        <p:spPr>
          <a:xfrm>
            <a:off x="6094476" y="3941049"/>
            <a:ext cx="0" cy="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6" name="conn">
            <a:extLst>
              <a:ext uri="{FF2B5EF4-FFF2-40B4-BE49-F238E27FC236}">
                <a16:creationId xmlns:a16="http://schemas.microsoft.com/office/drawing/2014/main" id="{416B5135-E3B4-2203-D774-2443BFAB30DF}"/>
              </a:ext>
            </a:extLst>
          </p:cNvPr>
          <p:cNvCxnSpPr/>
          <p:nvPr/>
        </p:nvCxnSpPr>
        <p:spPr>
          <a:xfrm>
            <a:off x="3268980" y="4031049"/>
            <a:ext cx="5650992" cy="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7" name="conn">
            <a:extLst>
              <a:ext uri="{FF2B5EF4-FFF2-40B4-BE49-F238E27FC236}">
                <a16:creationId xmlns:a16="http://schemas.microsoft.com/office/drawing/2014/main" id="{C39A84D3-1E50-048E-D055-0D1A18EE2751}"/>
              </a:ext>
            </a:extLst>
          </p:cNvPr>
          <p:cNvCxnSpPr/>
          <p:nvPr/>
        </p:nvCxnSpPr>
        <p:spPr>
          <a:xfrm>
            <a:off x="3268980" y="403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8" name="conn">
            <a:extLst>
              <a:ext uri="{FF2B5EF4-FFF2-40B4-BE49-F238E27FC236}">
                <a16:creationId xmlns:a16="http://schemas.microsoft.com/office/drawing/2014/main" id="{D8140B78-BE3B-0CBF-0756-63993E9417E2}"/>
              </a:ext>
            </a:extLst>
          </p:cNvPr>
          <p:cNvCxnSpPr/>
          <p:nvPr/>
        </p:nvCxnSpPr>
        <p:spPr>
          <a:xfrm>
            <a:off x="8919972" y="403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sp>
        <p:nvSpPr>
          <p:cNvPr id="399" name="Intro Done">
            <a:extLst>
              <a:ext uri="{FF2B5EF4-FFF2-40B4-BE49-F238E27FC236}">
                <a16:creationId xmlns:a16="http://schemas.microsoft.com/office/drawing/2014/main" id="{B64382AA-535A-36C5-A213-68FABDB90EE2}"/>
              </a:ext>
            </a:extLst>
          </p:cNvPr>
          <p:cNvSpPr/>
          <p:nvPr/>
        </p:nvSpPr>
        <p:spPr>
          <a:xfrm>
            <a:off x="-961513" y="1503221"/>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
        <p:nvSpPr>
          <p:cNvPr id="5" name="Agents · building">
            <a:extLst>
              <a:ext uri="{FF2B5EF4-FFF2-40B4-BE49-F238E27FC236}">
                <a16:creationId xmlns:a16="http://schemas.microsoft.com/office/drawing/2014/main" id="{F6D3E134-34AB-51E1-F213-F43E9E1F1C22}"/>
              </a:ext>
            </a:extLst>
          </p:cNvPr>
          <p:cNvSpPr/>
          <p:nvPr/>
        </p:nvSpPr>
        <p:spPr bwMode="auto">
          <a:xfrm>
            <a:off x="548640" y="5308783"/>
            <a:ext cx="5440680" cy="656165"/>
          </a:xfrm>
          <a:prstGeom prst="roundRect">
            <a:avLst>
              <a:gd name="adj" fmla="val 6000"/>
            </a:avLst>
          </a:prstGeom>
          <a:solidFill>
            <a:srgbClr val="EAF5FF"/>
          </a:solidFill>
          <a:ln w="12700">
            <a:solidFill>
              <a:srgbClr val="CFE6FB"/>
            </a:solidFill>
          </a:ln>
        </p:spPr>
        <p:txBody>
          <a:bodyPr wrap="square" lIns="160020" tIns="91440" rIns="160020" bIns="91440" anchor="t">
            <a:noAutofit/>
          </a:bodyPr>
          <a:lstStyle/>
          <a:p>
            <a:pPr>
              <a:spcAft>
                <a:spcPts val="300"/>
              </a:spcAft>
            </a:pPr>
            <a:r>
              <a:rPr lang="en-US" sz="1100" b="1">
                <a:solidFill>
                  <a:srgbClr val="0078D4"/>
                </a:solidFill>
                <a:cs typeface="Segoe UI" pitchFamily="34" charset="0"/>
              </a:rPr>
              <a:t>Agents · AI Assisted developing</a:t>
            </a:r>
          </a:p>
          <a:p>
            <a:pPr marL="171450" indent="-171450">
              <a:spcAft>
                <a:spcPts val="200"/>
              </a:spcAft>
              <a:buFont typeface="Arial"/>
              <a:buChar char="•"/>
            </a:pPr>
            <a:r>
              <a:rPr lang="en-GB" sz="1250">
                <a:solidFill>
                  <a:srgbClr val="1F1F1F"/>
                </a:solidFill>
                <a:cs typeface="Segoe UI" pitchFamily="34" charset="0"/>
              </a:rPr>
              <a:t>Upgrade from standard agents to the GHCP harness</a:t>
            </a:r>
            <a:endParaRPr lang="en-US" sz="1250">
              <a:solidFill>
                <a:srgbClr val="1F1F1F"/>
              </a:solidFill>
              <a:cs typeface="Segoe UI" pitchFamily="34" charset="0"/>
            </a:endParaRPr>
          </a:p>
        </p:txBody>
      </p:sp>
      <p:sp>
        <p:nvSpPr>
          <p:cNvPr id="7" name="Intro Done">
            <a:extLst>
              <a:ext uri="{FF2B5EF4-FFF2-40B4-BE49-F238E27FC236}">
                <a16:creationId xmlns:a16="http://schemas.microsoft.com/office/drawing/2014/main" id="{1E02C266-0D30-94DC-89C8-7ECC4B1AF521}"/>
              </a:ext>
            </a:extLst>
          </p:cNvPr>
          <p:cNvSpPr/>
          <p:nvPr/>
        </p:nvSpPr>
        <p:spPr>
          <a:xfrm>
            <a:off x="11135001" y="1471050"/>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Tree>
    <p:extLst>
      <p:ext uri="{BB962C8B-B14F-4D97-AF65-F5344CB8AC3E}">
        <p14:creationId xmlns:p14="http://schemas.microsoft.com/office/powerpoint/2010/main" val="317941001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op Accent"/>
          <p:cNvSpPr/>
          <p:nvPr/>
        </p:nvSpPr>
        <p:spPr>
          <a:xfrm>
            <a:off x="0" y="0"/>
            <a:ext cx="12188952" cy="54864"/>
          </a:xfrm>
          <a:prstGeom prst="rect">
            <a:avLst/>
          </a:prstGeom>
          <a:solidFill>
            <a:srgbClr val="C239B3"/>
          </a:solidFill>
          <a:ln w="12700">
            <a:solidFill>
              <a:srgbClr val="C239B3"/>
            </a:solidFill>
          </a:ln>
        </p:spPr>
        <p:txBody>
          <a:bodyPr rtlCol="0" anchor="ctr"/>
          <a:lstStyle/>
          <a:p>
            <a:pPr algn="ctr"/>
            <a:endParaRPr/>
          </a:p>
        </p:txBody>
      </p:sp>
      <p:sp>
        <p:nvSpPr>
          <p:cNvPr id="59" name="Eyebrow"/>
          <p:cNvSpPr txBox="1"/>
          <p:nvPr/>
        </p:nvSpPr>
        <p:spPr>
          <a:xfrm>
            <a:off x="554737" y="300000"/>
            <a:ext cx="11052046" cy="153888"/>
          </a:xfrm>
          <a:prstGeom prst="rect">
            <a:avLst/>
          </a:prstGeom>
        </p:spPr>
        <p:txBody>
          <a:bodyPr vert="horz" wrap="square" lIns="0" tIns="0" rIns="0" bIns="0" rtlCol="0">
            <a:spAutoFit/>
          </a:bodyPr>
          <a:lstStyle>
            <a:lvl1pPr marR="0" indent="0" defTabSz="932742" fontAlgn="auto">
              <a:lnSpc>
                <a:spcPct val="100000"/>
              </a:lnSpc>
              <a:spcBef>
                <a:spcPct val="20000"/>
              </a:spcBef>
              <a:spcAft>
                <a:spcPts val="0"/>
              </a:spcAft>
              <a:buClrTx/>
              <a:buSzPct val="90000"/>
              <a:buFont typeface="Wingdings" panose="05000000000000000000" pitchFamily="2" charset="2"/>
              <a:buNone/>
              <a:tabLst/>
              <a:defRPr sz="1000" cap="all" spc="0" baseline="0">
                <a:solidFill>
                  <a:srgbClr val="4B5563"/>
                </a:solidFill>
                <a:latin typeface="Aptos"/>
                <a:cs typeface="Segoe Sans Display" pitchFamily="2"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a:t>agents powered by ghcp harness complete real tasks the way a person would, closing the gaps where Standard HARNESS falls short.</a:t>
            </a:r>
          </a:p>
        </p:txBody>
      </p:sp>
      <p:sp>
        <p:nvSpPr>
          <p:cNvPr id="2" name="Title 1"/>
          <p:cNvSpPr>
            <a:spLocks noGrp="1"/>
          </p:cNvSpPr>
          <p:nvPr>
            <p:ph type="title"/>
          </p:nvPr>
        </p:nvSpPr>
        <p:spPr>
          <a:xfrm>
            <a:off x="548640" y="560000"/>
            <a:ext cx="11052046" cy="430887"/>
          </a:xfrm>
        </p:spPr>
        <p:txBody>
          <a:bodyPr/>
          <a:lstStyle/>
          <a:p>
            <a:r>
              <a:rPr lang="en-NL" sz="2800"/>
              <a:t>Agents</a:t>
            </a:r>
            <a:r>
              <a:rPr lang="en-GB" sz="2800"/>
              <a:t>: B</a:t>
            </a:r>
            <a:r>
              <a:rPr lang="en-NL" sz="2800"/>
              <a:t>uilt for How People Actually Work</a:t>
            </a:r>
            <a:endParaRPr lang="en-US" sz="2400" b="1"/>
          </a:p>
        </p:txBody>
      </p:sp>
      <p:sp>
        <p:nvSpPr>
          <p:cNvPr id="100" name="Card1"/>
          <p:cNvSpPr/>
          <p:nvPr/>
        </p:nvSpPr>
        <p:spPr bwMode="auto">
          <a:xfrm>
            <a:off x="548640" y="1250000"/>
            <a:ext cx="5440680" cy="1390000"/>
          </a:xfrm>
          <a:prstGeom prst="roundRect">
            <a:avLst>
              <a:gd name="adj" fmla="val 4200"/>
            </a:avLst>
          </a:prstGeom>
          <a:solidFill>
            <a:srgbClr val="EAF5FF"/>
          </a:solidFill>
          <a:ln>
            <a:noFill/>
          </a:ln>
          <a:effectLst>
            <a:outerShdw blurRad="63500" dist="25400" dir="5400000" rotWithShape="0">
              <a:srgbClr val="091F2C">
                <a:alpha val="9000"/>
              </a:srgbClr>
            </a:outerShdw>
          </a:effectLst>
        </p:spPr>
        <p:txBody>
          <a:bodyPr wrap="square" lIns="182880" tIns="128016" rIns="182880" bIns="109728" anchor="t">
            <a:noAutofit/>
          </a:bodyPr>
          <a:lstStyle/>
          <a:p>
            <a:pPr>
              <a:spcAft>
                <a:spcPts val="500"/>
              </a:spcAft>
            </a:pPr>
            <a:r>
              <a:rPr lang="en-US" sz="1400" b="1">
                <a:solidFill>
                  <a:srgbClr val="1F1F1F"/>
                </a:solidFill>
                <a:latin typeface="+mj-lt"/>
              </a:rPr>
              <a:t>Asking fewer, smarter questions</a:t>
            </a:r>
          </a:p>
          <a:p>
            <a:r>
              <a:rPr lang="en-US" sz="1150">
                <a:solidFill>
                  <a:srgbClr val="1F1F1F"/>
                </a:solidFill>
                <a:cs typeface="Segoe UI" pitchFamily="34" charset="0"/>
              </a:rPr>
              <a:t>Where </a:t>
            </a:r>
            <a:r>
              <a:rPr lang="en-US" sz="1150" b="1">
                <a:solidFill>
                  <a:srgbClr val="C239B3"/>
                </a:solidFill>
                <a:cs typeface="Segoe UI" pitchFamily="34" charset="0"/>
              </a:rPr>
              <a:t>standard harness</a:t>
            </a:r>
            <a:r>
              <a:rPr lang="en-US" sz="1150">
                <a:solidFill>
                  <a:srgbClr val="1F1F1F"/>
                </a:solidFill>
                <a:cs typeface="Segoe UI" pitchFamily="34" charset="0"/>
              </a:rPr>
              <a:t> pops a rigid prompt for every tool input, in a fixed order,</a:t>
            </a:r>
            <a:r>
              <a:rPr lang="en-US" sz="1150" b="1">
                <a:solidFill>
                  <a:srgbClr val="0078D4"/>
                </a:solidFill>
                <a:cs typeface="Segoe UI" pitchFamily="34" charset="0"/>
              </a:rPr>
              <a:t> agents </a:t>
            </a:r>
            <a:r>
              <a:rPr lang="en-US" sz="1150" b="1">
                <a:solidFill>
                  <a:schemeClr val="accent1"/>
                </a:solidFill>
                <a:cs typeface="Segoe UI" pitchFamily="34" charset="0"/>
              </a:rPr>
              <a:t>powered by the GitHub Copilot</a:t>
            </a:r>
            <a:r>
              <a:rPr lang="en-US" sz="1150">
                <a:solidFill>
                  <a:srgbClr val="1F1F1F"/>
                </a:solidFill>
                <a:cs typeface="Segoe UI" pitchFamily="34" charset="0"/>
              </a:rPr>
              <a:t> </a:t>
            </a:r>
            <a:r>
              <a:rPr lang="en-US" sz="1150" b="1">
                <a:solidFill>
                  <a:schemeClr val="accent1"/>
                </a:solidFill>
                <a:cs typeface="Segoe UI" pitchFamily="34" charset="0"/>
              </a:rPr>
              <a:t>(GHCP) harness</a:t>
            </a:r>
            <a:r>
              <a:rPr lang="en-US" sz="1150">
                <a:solidFill>
                  <a:srgbClr val="1F1F1F"/>
                </a:solidFill>
                <a:cs typeface="Segoe UI" pitchFamily="34" charset="0"/>
              </a:rPr>
              <a:t> infer answers from what is already known, ask only what is missing, and can bundle several questions at once or reorder them, feeling far more natural, flexible, and accurate.</a:t>
            </a:r>
          </a:p>
        </p:txBody>
      </p:sp>
      <p:sp>
        <p:nvSpPr>
          <p:cNvPr id="101" name="Card2"/>
          <p:cNvSpPr/>
          <p:nvPr/>
        </p:nvSpPr>
        <p:spPr bwMode="auto">
          <a:xfrm>
            <a:off x="6199632" y="1250000"/>
            <a:ext cx="5440680" cy="1390000"/>
          </a:xfrm>
          <a:prstGeom prst="roundRect">
            <a:avLst>
              <a:gd name="adj" fmla="val 4200"/>
            </a:avLst>
          </a:prstGeom>
          <a:solidFill>
            <a:srgbClr val="EAF5FF"/>
          </a:solidFill>
          <a:ln>
            <a:noFill/>
          </a:ln>
          <a:effectLst>
            <a:outerShdw blurRad="63500" dist="25400" dir="5400000" rotWithShape="0">
              <a:srgbClr val="091F2C">
                <a:alpha val="9000"/>
              </a:srgbClr>
            </a:outerShdw>
          </a:effectLst>
        </p:spPr>
        <p:txBody>
          <a:bodyPr wrap="square" lIns="182880" tIns="128016" rIns="182880" bIns="109728" anchor="t">
            <a:noAutofit/>
          </a:bodyPr>
          <a:lstStyle/>
          <a:p>
            <a:pPr>
              <a:spcAft>
                <a:spcPts val="500"/>
              </a:spcAft>
            </a:pPr>
            <a:r>
              <a:rPr lang="en-US" sz="1400" b="1">
                <a:solidFill>
                  <a:srgbClr val="1F1F1F"/>
                </a:solidFill>
                <a:latin typeface="+mj-lt"/>
              </a:rPr>
              <a:t>Handling detours</a:t>
            </a:r>
          </a:p>
          <a:p>
            <a:r>
              <a:rPr lang="en-US" sz="1150">
                <a:solidFill>
                  <a:srgbClr val="1F1F1F"/>
                </a:solidFill>
                <a:cs typeface="Segoe UI" pitchFamily="34" charset="0"/>
              </a:rPr>
              <a:t>With the </a:t>
            </a:r>
            <a:r>
              <a:rPr lang="en-US" sz="1150" b="1">
                <a:solidFill>
                  <a:srgbClr val="C239B3"/>
                </a:solidFill>
                <a:cs typeface="Segoe UI" pitchFamily="34" charset="0"/>
              </a:rPr>
              <a:t>standard harness</a:t>
            </a:r>
            <a:r>
              <a:rPr lang="en-US" sz="1150">
                <a:solidFill>
                  <a:srgbClr val="1F1F1F"/>
                </a:solidFill>
                <a:cs typeface="Segoe UI" pitchFamily="34" charset="0"/>
              </a:rPr>
              <a:t>, a side question to help the user or a mid-task change of direction terminates the plan, often with an inexplicable error. Agents powered by the </a:t>
            </a:r>
            <a:r>
              <a:rPr lang="en-US" sz="1150" b="1">
                <a:solidFill>
                  <a:srgbClr val="0078D4"/>
                </a:solidFill>
                <a:cs typeface="Segoe UI" pitchFamily="34" charset="0"/>
              </a:rPr>
              <a:t>GHCP harness </a:t>
            </a:r>
            <a:r>
              <a:rPr lang="en-US" sz="1150">
                <a:solidFill>
                  <a:srgbClr val="1F1F1F"/>
                </a:solidFill>
                <a:cs typeface="Segoe UI" pitchFamily="34" charset="0"/>
              </a:rPr>
              <a:t>let the user ask questions or switch context, then pick the task back up.</a:t>
            </a:r>
          </a:p>
        </p:txBody>
      </p:sp>
      <p:sp>
        <p:nvSpPr>
          <p:cNvPr id="102" name="Card3"/>
          <p:cNvSpPr/>
          <p:nvPr/>
        </p:nvSpPr>
        <p:spPr bwMode="auto">
          <a:xfrm>
            <a:off x="548640" y="2780000"/>
            <a:ext cx="5440680" cy="1390000"/>
          </a:xfrm>
          <a:prstGeom prst="roundRect">
            <a:avLst>
              <a:gd name="adj" fmla="val 4200"/>
            </a:avLst>
          </a:prstGeom>
          <a:solidFill>
            <a:srgbClr val="EAF5FF"/>
          </a:solidFill>
          <a:ln>
            <a:noFill/>
          </a:ln>
          <a:effectLst>
            <a:outerShdw blurRad="63500" dist="25400" dir="5400000" rotWithShape="0">
              <a:srgbClr val="091F2C">
                <a:alpha val="9000"/>
              </a:srgbClr>
            </a:outerShdw>
          </a:effectLst>
        </p:spPr>
        <p:txBody>
          <a:bodyPr wrap="square" lIns="182880" tIns="128016" rIns="182880" bIns="109728" anchor="t">
            <a:noAutofit/>
          </a:bodyPr>
          <a:lstStyle/>
          <a:p>
            <a:pPr>
              <a:spcAft>
                <a:spcPts val="500"/>
              </a:spcAft>
            </a:pPr>
            <a:r>
              <a:rPr lang="en-US" sz="1400" b="1">
                <a:solidFill>
                  <a:srgbClr val="1F1F1F"/>
                </a:solidFill>
                <a:latin typeface="+mj-lt"/>
              </a:rPr>
              <a:t>Orchestrating over tools</a:t>
            </a:r>
          </a:p>
          <a:p>
            <a:r>
              <a:rPr lang="en-US" sz="1150">
                <a:cs typeface="Segoe UI" pitchFamily="34" charset="0"/>
              </a:rPr>
              <a:t>Agents built on the </a:t>
            </a:r>
            <a:r>
              <a:rPr lang="en-US" sz="1150" b="1">
                <a:solidFill>
                  <a:srgbClr val="0078D4"/>
                </a:solidFill>
                <a:cs typeface="Segoe UI" pitchFamily="34" charset="0"/>
              </a:rPr>
              <a:t>GHCP harness </a:t>
            </a:r>
            <a:r>
              <a:rPr lang="en-US" sz="1150">
                <a:solidFill>
                  <a:srgbClr val="1F1F1F"/>
                </a:solidFill>
                <a:cs typeface="Segoe UI" pitchFamily="34" charset="0"/>
              </a:rPr>
              <a:t>orchestrate over tools more effectively than the </a:t>
            </a:r>
            <a:r>
              <a:rPr lang="en-US" sz="1150" b="1">
                <a:solidFill>
                  <a:srgbClr val="C239B3"/>
                </a:solidFill>
                <a:cs typeface="Segoe UI" pitchFamily="34" charset="0"/>
              </a:rPr>
              <a:t>standard harness</a:t>
            </a:r>
            <a:r>
              <a:rPr lang="en-US" sz="1150">
                <a:solidFill>
                  <a:srgbClr val="1F1F1F"/>
                </a:solidFill>
                <a:cs typeface="Segoe UI" pitchFamily="34" charset="0"/>
              </a:rPr>
              <a:t>: improved accuracy in selecting the right tool, chaining one tool’s output into the next, and running independent tools in parallel for faster completion.</a:t>
            </a:r>
          </a:p>
        </p:txBody>
      </p:sp>
      <p:sp>
        <p:nvSpPr>
          <p:cNvPr id="103" name="Card4"/>
          <p:cNvSpPr/>
          <p:nvPr/>
        </p:nvSpPr>
        <p:spPr bwMode="auto">
          <a:xfrm>
            <a:off x="6199632" y="2780000"/>
            <a:ext cx="5440680" cy="1390000"/>
          </a:xfrm>
          <a:prstGeom prst="roundRect">
            <a:avLst>
              <a:gd name="adj" fmla="val 4200"/>
            </a:avLst>
          </a:prstGeom>
          <a:solidFill>
            <a:srgbClr val="EAF5FF"/>
          </a:solidFill>
          <a:ln>
            <a:noFill/>
          </a:ln>
          <a:effectLst>
            <a:outerShdw blurRad="63500" dist="25400" dir="5400000" rotWithShape="0">
              <a:srgbClr val="091F2C">
                <a:alpha val="9000"/>
              </a:srgbClr>
            </a:outerShdw>
          </a:effectLst>
        </p:spPr>
        <p:txBody>
          <a:bodyPr wrap="square" lIns="182880" tIns="128016" rIns="182880" bIns="109728" anchor="t">
            <a:noAutofit/>
          </a:bodyPr>
          <a:lstStyle/>
          <a:p>
            <a:pPr>
              <a:spcAft>
                <a:spcPts val="500"/>
              </a:spcAft>
            </a:pPr>
            <a:r>
              <a:rPr lang="en-US" sz="1400" b="1">
                <a:solidFill>
                  <a:srgbClr val="1F1F1F"/>
                </a:solidFill>
                <a:latin typeface="+mj-lt"/>
              </a:rPr>
              <a:t>Following your instructions</a:t>
            </a:r>
          </a:p>
          <a:p>
            <a:r>
              <a:rPr lang="en-US" sz="1150">
                <a:solidFill>
                  <a:srgbClr val="1F1F1F"/>
                </a:solidFill>
                <a:cs typeface="Segoe UI" pitchFamily="34" charset="0"/>
              </a:rPr>
              <a:t>In </a:t>
            </a:r>
            <a:r>
              <a:rPr lang="en-US" sz="1150" b="1">
                <a:solidFill>
                  <a:srgbClr val="C239B3"/>
                </a:solidFill>
                <a:cs typeface="Segoe UI" pitchFamily="34" charset="0"/>
              </a:rPr>
              <a:t>standard harness</a:t>
            </a:r>
            <a:r>
              <a:rPr lang="en-US" sz="1150">
                <a:solidFill>
                  <a:srgbClr val="1F1F1F"/>
                </a:solidFill>
                <a:cs typeface="Segoe UI" pitchFamily="34" charset="0"/>
              </a:rPr>
              <a:t>, makers build bottom-up from tool descriptions, which is not how people intuitively expect to build an agent. </a:t>
            </a:r>
            <a:r>
              <a:rPr lang="en-US" sz="1150">
                <a:cs typeface="Segoe UI" pitchFamily="34" charset="0"/>
              </a:rPr>
              <a:t>Agents built on </a:t>
            </a:r>
            <a:r>
              <a:rPr lang="en-US" sz="1150" b="1">
                <a:solidFill>
                  <a:srgbClr val="0078D4"/>
                </a:solidFill>
                <a:cs typeface="Segoe UI" pitchFamily="34" charset="0"/>
              </a:rPr>
              <a:t>GHCP harness </a:t>
            </a:r>
            <a:r>
              <a:rPr lang="en-US" sz="1150">
                <a:solidFill>
                  <a:srgbClr val="1F1F1F"/>
                </a:solidFill>
                <a:cs typeface="Segoe UI" pitchFamily="34" charset="0"/>
              </a:rPr>
              <a:t>are instruction-first: write reusable skills in markdown, or import existing GitHub Copilot or Claude Code skills, and expect them to just work.</a:t>
            </a:r>
          </a:p>
        </p:txBody>
      </p:sp>
      <p:sp>
        <p:nvSpPr>
          <p:cNvPr id="104" name="Card5"/>
          <p:cNvSpPr/>
          <p:nvPr/>
        </p:nvSpPr>
        <p:spPr bwMode="auto">
          <a:xfrm>
            <a:off x="548640" y="4310000"/>
            <a:ext cx="5440680" cy="1390000"/>
          </a:xfrm>
          <a:prstGeom prst="roundRect">
            <a:avLst>
              <a:gd name="adj" fmla="val 4200"/>
            </a:avLst>
          </a:prstGeom>
          <a:solidFill>
            <a:srgbClr val="EAF5FF"/>
          </a:solidFill>
          <a:ln>
            <a:noFill/>
          </a:ln>
          <a:effectLst>
            <a:outerShdw blurRad="63500" dist="25400" dir="5400000" rotWithShape="0">
              <a:srgbClr val="091F2C">
                <a:alpha val="9000"/>
              </a:srgbClr>
            </a:outerShdw>
          </a:effectLst>
        </p:spPr>
        <p:txBody>
          <a:bodyPr wrap="square" lIns="182880" tIns="128016" rIns="182880" bIns="109728" anchor="t">
            <a:noAutofit/>
          </a:bodyPr>
          <a:lstStyle/>
          <a:p>
            <a:pPr>
              <a:spcAft>
                <a:spcPts val="500"/>
              </a:spcAft>
            </a:pPr>
            <a:r>
              <a:rPr lang="en-US" sz="1400" b="1">
                <a:solidFill>
                  <a:srgbClr val="1F1F1F"/>
                </a:solidFill>
                <a:latin typeface="+mj-lt"/>
              </a:rPr>
              <a:t>Recovering from errors</a:t>
            </a:r>
          </a:p>
          <a:p>
            <a:r>
              <a:rPr lang="en-US" sz="1150">
                <a:solidFill>
                  <a:srgbClr val="1F1F1F"/>
                </a:solidFill>
                <a:cs typeface="Segoe UI" pitchFamily="34" charset="0"/>
              </a:rPr>
              <a:t>When a tool call fails or returns an error, the </a:t>
            </a:r>
            <a:r>
              <a:rPr lang="en-US" sz="1150" b="1">
                <a:solidFill>
                  <a:srgbClr val="C239B3"/>
                </a:solidFill>
                <a:cs typeface="Segoe UI" pitchFamily="34" charset="0"/>
              </a:rPr>
              <a:t>standard harness</a:t>
            </a:r>
            <a:r>
              <a:rPr lang="en-US" sz="1150">
                <a:solidFill>
                  <a:srgbClr val="1F1F1F"/>
                </a:solidFill>
                <a:cs typeface="Segoe UI" pitchFamily="34" charset="0"/>
              </a:rPr>
              <a:t> stops and surfaces it; the </a:t>
            </a:r>
            <a:r>
              <a:rPr lang="en-US" sz="1150" b="1">
                <a:solidFill>
                  <a:srgbClr val="0078D4"/>
                </a:solidFill>
                <a:cs typeface="Segoe UI" pitchFamily="34" charset="0"/>
              </a:rPr>
              <a:t>GHCP harness </a:t>
            </a:r>
            <a:r>
              <a:rPr lang="en-US" sz="1150">
                <a:solidFill>
                  <a:srgbClr val="1F1F1F"/>
                </a:solidFill>
                <a:cs typeface="Segoe UI" pitchFamily="34" charset="0"/>
              </a:rPr>
              <a:t>may retry intelligently or take an alternative path to still finish the task.</a:t>
            </a:r>
          </a:p>
        </p:txBody>
      </p:sp>
      <p:sp>
        <p:nvSpPr>
          <p:cNvPr id="105" name="Card6"/>
          <p:cNvSpPr/>
          <p:nvPr/>
        </p:nvSpPr>
        <p:spPr bwMode="auto">
          <a:xfrm>
            <a:off x="6199632" y="4310000"/>
            <a:ext cx="5440680" cy="1390000"/>
          </a:xfrm>
          <a:prstGeom prst="roundRect">
            <a:avLst>
              <a:gd name="adj" fmla="val 4200"/>
            </a:avLst>
          </a:prstGeom>
          <a:solidFill>
            <a:srgbClr val="EAF5FF"/>
          </a:solidFill>
          <a:ln>
            <a:noFill/>
          </a:ln>
          <a:effectLst>
            <a:outerShdw blurRad="63500" dist="25400" dir="5400000" rotWithShape="0">
              <a:srgbClr val="091F2C">
                <a:alpha val="9000"/>
              </a:srgbClr>
            </a:outerShdw>
          </a:effectLst>
        </p:spPr>
        <p:txBody>
          <a:bodyPr wrap="square" lIns="182880" tIns="128016" rIns="182880" bIns="109728" anchor="t">
            <a:noAutofit/>
          </a:bodyPr>
          <a:lstStyle/>
          <a:p>
            <a:pPr>
              <a:spcAft>
                <a:spcPts val="500"/>
              </a:spcAft>
            </a:pPr>
            <a:r>
              <a:rPr lang="en-US" sz="1400" b="1">
                <a:solidFill>
                  <a:srgbClr val="1F1F1F"/>
                </a:solidFill>
                <a:latin typeface="+mj-lt"/>
              </a:rPr>
              <a:t>Flowing across turns</a:t>
            </a:r>
          </a:p>
          <a:p>
            <a:r>
              <a:rPr lang="en-US" sz="1150">
                <a:solidFill>
                  <a:srgbClr val="1F1F1F"/>
                </a:solidFill>
                <a:cs typeface="Segoe UI" pitchFamily="34" charset="0"/>
              </a:rPr>
              <a:t>Instead of the rigid plan-then-execute pattern of the </a:t>
            </a:r>
            <a:r>
              <a:rPr lang="en-US" sz="1150" b="1">
                <a:solidFill>
                  <a:srgbClr val="C239B3"/>
                </a:solidFill>
                <a:cs typeface="Segoe UI" pitchFamily="34" charset="0"/>
              </a:rPr>
              <a:t>standard harness</a:t>
            </a:r>
            <a:r>
              <a:rPr lang="en-US" sz="1150">
                <a:solidFill>
                  <a:srgbClr val="1F1F1F"/>
                </a:solidFill>
                <a:cs typeface="Segoe UI" pitchFamily="34" charset="0"/>
              </a:rPr>
              <a:t>, </a:t>
            </a:r>
            <a:r>
              <a:rPr lang="en-US" sz="1150" b="1">
                <a:solidFill>
                  <a:srgbClr val="0078D4"/>
                </a:solidFill>
                <a:cs typeface="Segoe UI" pitchFamily="34" charset="0"/>
              </a:rPr>
              <a:t>the GHCP harness </a:t>
            </a:r>
            <a:r>
              <a:rPr lang="en-US" sz="1150">
                <a:solidFill>
                  <a:srgbClr val="1F1F1F"/>
                </a:solidFill>
                <a:cs typeface="Segoe UI" pitchFamily="34" charset="0"/>
              </a:rPr>
              <a:t>interleaves questions, tool calls, and responses fluidly across turns.</a:t>
            </a:r>
          </a:p>
        </p:txBody>
      </p:sp>
      <p:sp>
        <p:nvSpPr>
          <p:cNvPr id="5" name="Takeaway Banner">
            <a:extLst>
              <a:ext uri="{FF2B5EF4-FFF2-40B4-BE49-F238E27FC236}">
                <a16:creationId xmlns:a16="http://schemas.microsoft.com/office/drawing/2014/main" id="{7F644E47-D379-A6DD-C3AC-EF2F7B622D47}"/>
              </a:ext>
            </a:extLst>
          </p:cNvPr>
          <p:cNvSpPr/>
          <p:nvPr/>
        </p:nvSpPr>
        <p:spPr>
          <a:xfrm>
            <a:off x="548640" y="5840000"/>
            <a:ext cx="11091672" cy="402336"/>
          </a:xfrm>
          <a:prstGeom prst="roundRect">
            <a:avLst>
              <a:gd name="adj" fmla="val 12000"/>
            </a:avLst>
          </a:prstGeom>
          <a:solidFill>
            <a:srgbClr val="FAF8F7"/>
          </a:solidFill>
          <a:ln w="12700">
            <a:solidFill>
              <a:schemeClr val="bg1"/>
            </a:solidFill>
          </a:ln>
          <a:effectLst>
            <a:outerShdw blurRad="50800" dist="38100" dir="5400000" algn="t" rotWithShape="0">
              <a:prstClr val="black">
                <a:alpha val="40000"/>
              </a:prstClr>
            </a:outerShdw>
          </a:effectLst>
        </p:spPr>
        <p:txBody>
          <a:bodyPr lIns="182880" tIns="18288" rIns="182880" bIns="18288" rtlCol="0" anchor="ctr"/>
          <a:lstStyle/>
          <a:p>
            <a:pPr algn="ctr"/>
            <a:r>
              <a:rPr lang="en-GB" sz="1200" b="1">
                <a:latin typeface="+mj-lt"/>
                <a:cs typeface="Segoe UI" pitchFamily="34" charset="0"/>
              </a:rPr>
              <a:t>Agents built on the GitHub Copilot (GHCP) harness handle the questions, detours, tool calls, and errors that would interrupt a standard orchestration plan</a:t>
            </a:r>
          </a:p>
        </p:txBody>
      </p:sp>
    </p:spTree>
  </p:cSld>
  <p:clrMapOvr>
    <a:masterClrMapping/>
  </p:clrMapOvr>
  <p:transition/>
  <p:extLst>
    <p:ext uri="{6950BFC3-D8DA-4A85-94F7-54DA5524770B}"/>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99632" y="1430528"/>
            <a:ext cx="5440680" cy="3950208"/>
          </a:xfrm>
          <a:prstGeom prst="roundRect">
            <a:avLst>
              <a:gd name="adj" fmla="val 12314"/>
            </a:avLst>
          </a:prstGeom>
          <a:solidFill>
            <a:srgbClr val="F7FAFD"/>
          </a:solidFill>
          <a:ln w="15240">
            <a:solidFill>
              <a:srgbClr val="CFE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1430528"/>
            <a:ext cx="5440680" cy="3950208"/>
          </a:xfrm>
          <a:prstGeom prst="roundRect">
            <a:avLst>
              <a:gd name="adj" fmla="val 11919"/>
            </a:avLst>
          </a:prstGeom>
          <a:solidFill>
            <a:srgbClr val="FFFFFF"/>
          </a:solidFill>
          <a:ln w="15240">
            <a:solidFill>
              <a:srgbClr val="E1D3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31280" y="1763361"/>
            <a:ext cx="4914900" cy="329184"/>
          </a:xfrm>
          <a:prstGeom prst="roundRect">
            <a:avLst/>
          </a:prstGeom>
          <a:solidFill>
            <a:srgbClr val="0078D4"/>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lIns="64008" tIns="18288" rIns="64008" bIns="18288" rtlCol="0" anchor="ctr"/>
          <a:lstStyle/>
          <a:p>
            <a:pPr algn="ctr"/>
            <a:r>
              <a:rPr lang="en-US" sz="1220" b="1">
                <a:solidFill>
                  <a:srgbClr val="FFFFFF"/>
                </a:solidFill>
              </a:rPr>
              <a:t>GHCP harness: Continuous Thought -&gt; Action -&gt; Observation</a:t>
            </a:r>
          </a:p>
        </p:txBody>
      </p:sp>
      <p:sp>
        <p:nvSpPr>
          <p:cNvPr id="10" name="Rounded Rectangle 9"/>
          <p:cNvSpPr/>
          <p:nvPr/>
        </p:nvSpPr>
        <p:spPr>
          <a:xfrm>
            <a:off x="786384" y="1759248"/>
            <a:ext cx="4905756" cy="329184"/>
          </a:xfrm>
          <a:prstGeom prst="round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lIns="64008" tIns="18288" rIns="64008" bIns="18288" rtlCol="0" anchor="ctr"/>
          <a:lstStyle/>
          <a:p>
            <a:pPr algn="ctr"/>
            <a:r>
              <a:rPr lang="en-US" sz="1220" b="1">
                <a:solidFill>
                  <a:srgbClr val="FFFFFF"/>
                </a:solidFill>
              </a:rPr>
              <a:t>Standard harness: plan -&gt; execute</a:t>
            </a:r>
          </a:p>
        </p:txBody>
      </p:sp>
      <p:sp>
        <p:nvSpPr>
          <p:cNvPr id="11" name="Rounded Rectangle 10"/>
          <p:cNvSpPr/>
          <p:nvPr/>
        </p:nvSpPr>
        <p:spPr>
          <a:xfrm>
            <a:off x="6793992" y="2563460"/>
            <a:ext cx="1417320" cy="749808"/>
          </a:xfrm>
          <a:prstGeom prst="roundRect">
            <a:avLst/>
          </a:prstGeom>
          <a:solidFill>
            <a:srgbClr val="0078D4"/>
          </a:solidFill>
          <a:ln w="1397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2" name="TextBox 11"/>
          <p:cNvSpPr txBox="1"/>
          <p:nvPr/>
        </p:nvSpPr>
        <p:spPr>
          <a:xfrm>
            <a:off x="6912864" y="2685380"/>
            <a:ext cx="1179576" cy="184666"/>
          </a:xfrm>
          <a:prstGeom prst="rect">
            <a:avLst/>
          </a:prstGeom>
          <a:noFill/>
        </p:spPr>
        <p:txBody>
          <a:bodyPr wrap="square" lIns="0" tIns="0" rIns="0" bIns="0" anchor="t">
            <a:spAutoFit/>
          </a:bodyPr>
          <a:lstStyle/>
          <a:p>
            <a:pPr algn="ctr"/>
            <a:r>
              <a:rPr lang="en-US" sz="1200" b="1">
                <a:solidFill>
                  <a:srgbClr val="FFFFFF"/>
                </a:solidFill>
              </a:rPr>
              <a:t>THOUGHT</a:t>
            </a:r>
          </a:p>
        </p:txBody>
      </p:sp>
      <p:sp>
        <p:nvSpPr>
          <p:cNvPr id="13" name="TextBox 12"/>
          <p:cNvSpPr txBox="1"/>
          <p:nvPr/>
        </p:nvSpPr>
        <p:spPr>
          <a:xfrm>
            <a:off x="6922008" y="2927702"/>
            <a:ext cx="1161288" cy="313932"/>
          </a:xfrm>
          <a:prstGeom prst="rect">
            <a:avLst/>
          </a:prstGeom>
          <a:noFill/>
        </p:spPr>
        <p:txBody>
          <a:bodyPr wrap="square" lIns="18288" tIns="18288" rIns="18288" bIns="18288" anchor="ctr">
            <a:spAutoFit/>
          </a:bodyPr>
          <a:lstStyle/>
          <a:p>
            <a:pPr algn="ctr"/>
            <a:r>
              <a:rPr lang="en-US" sz="900" b="0">
                <a:solidFill>
                  <a:schemeClr val="bg1"/>
                </a:solidFill>
              </a:rPr>
              <a:t>Reason over the latest state</a:t>
            </a:r>
          </a:p>
        </p:txBody>
      </p:sp>
      <p:sp>
        <p:nvSpPr>
          <p:cNvPr id="14" name="Rounded Rectangle 13"/>
          <p:cNvSpPr/>
          <p:nvPr/>
        </p:nvSpPr>
        <p:spPr>
          <a:xfrm>
            <a:off x="9564624" y="2563460"/>
            <a:ext cx="1417320" cy="749808"/>
          </a:xfrm>
          <a:prstGeom prst="roundRect">
            <a:avLst/>
          </a:prstGeom>
          <a:solidFill>
            <a:srgbClr val="F8E8F7"/>
          </a:solidFill>
          <a:ln w="1397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5" name="TextBox 14"/>
          <p:cNvSpPr txBox="1"/>
          <p:nvPr/>
        </p:nvSpPr>
        <p:spPr>
          <a:xfrm>
            <a:off x="9683496" y="2709764"/>
            <a:ext cx="1179576" cy="184666"/>
          </a:xfrm>
          <a:prstGeom prst="rect">
            <a:avLst/>
          </a:prstGeom>
          <a:noFill/>
        </p:spPr>
        <p:txBody>
          <a:bodyPr wrap="square" lIns="0" tIns="0" rIns="0" bIns="0" anchor="t">
            <a:spAutoFit/>
          </a:bodyPr>
          <a:lstStyle/>
          <a:p>
            <a:pPr algn="ctr"/>
            <a:r>
              <a:rPr lang="en-US" sz="1200" b="1">
                <a:solidFill>
                  <a:srgbClr val="C239B3"/>
                </a:solidFill>
              </a:rPr>
              <a:t>ACTION</a:t>
            </a:r>
          </a:p>
        </p:txBody>
      </p:sp>
      <p:sp>
        <p:nvSpPr>
          <p:cNvPr id="16" name="TextBox 15"/>
          <p:cNvSpPr txBox="1"/>
          <p:nvPr/>
        </p:nvSpPr>
        <p:spPr>
          <a:xfrm>
            <a:off x="9692640" y="2972567"/>
            <a:ext cx="1161288" cy="175433"/>
          </a:xfrm>
          <a:prstGeom prst="rect">
            <a:avLst/>
          </a:prstGeom>
          <a:noFill/>
        </p:spPr>
        <p:txBody>
          <a:bodyPr wrap="square" lIns="18288" tIns="18288" rIns="18288" bIns="18288" anchor="ctr">
            <a:spAutoFit/>
          </a:bodyPr>
          <a:lstStyle/>
          <a:p>
            <a:pPr algn="ctr"/>
            <a:r>
              <a:rPr lang="en-US" sz="900" b="0">
                <a:solidFill>
                  <a:srgbClr val="1F1F1F"/>
                </a:solidFill>
              </a:rPr>
              <a:t>Call a tool or topic</a:t>
            </a:r>
          </a:p>
        </p:txBody>
      </p:sp>
      <p:sp>
        <p:nvSpPr>
          <p:cNvPr id="17" name="Rounded Rectangle 16"/>
          <p:cNvSpPr/>
          <p:nvPr/>
        </p:nvSpPr>
        <p:spPr>
          <a:xfrm>
            <a:off x="9564624" y="3880196"/>
            <a:ext cx="1417320" cy="749808"/>
          </a:xfrm>
          <a:prstGeom prst="roundRect">
            <a:avLst/>
          </a:prstGeom>
          <a:solidFill>
            <a:srgbClr val="EAF5FF"/>
          </a:solidFill>
          <a:ln w="1397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8" name="TextBox 17"/>
          <p:cNvSpPr txBox="1"/>
          <p:nvPr/>
        </p:nvSpPr>
        <p:spPr>
          <a:xfrm>
            <a:off x="9683496" y="4066932"/>
            <a:ext cx="1179576" cy="184666"/>
          </a:xfrm>
          <a:prstGeom prst="rect">
            <a:avLst/>
          </a:prstGeom>
          <a:noFill/>
        </p:spPr>
        <p:txBody>
          <a:bodyPr wrap="square" lIns="0" tIns="0" rIns="0" bIns="0" anchor="t">
            <a:spAutoFit/>
          </a:bodyPr>
          <a:lstStyle/>
          <a:p>
            <a:pPr algn="ctr"/>
            <a:r>
              <a:rPr lang="en-US" sz="1200" b="1">
                <a:solidFill>
                  <a:srgbClr val="0078D4"/>
                </a:solidFill>
              </a:rPr>
              <a:t>OBSERVE</a:t>
            </a:r>
          </a:p>
        </p:txBody>
      </p:sp>
      <p:sp>
        <p:nvSpPr>
          <p:cNvPr id="19" name="TextBox 18"/>
          <p:cNvSpPr txBox="1"/>
          <p:nvPr/>
        </p:nvSpPr>
        <p:spPr>
          <a:xfrm>
            <a:off x="9692640" y="4313687"/>
            <a:ext cx="1161288" cy="175433"/>
          </a:xfrm>
          <a:prstGeom prst="rect">
            <a:avLst/>
          </a:prstGeom>
          <a:noFill/>
        </p:spPr>
        <p:txBody>
          <a:bodyPr wrap="square" lIns="18288" tIns="18288" rIns="18288" bIns="18288" anchor="ctr">
            <a:spAutoFit/>
          </a:bodyPr>
          <a:lstStyle/>
          <a:p>
            <a:pPr algn="ctr"/>
            <a:r>
              <a:rPr lang="en-US" sz="900" b="0">
                <a:solidFill>
                  <a:srgbClr val="1F1F1F"/>
                </a:solidFill>
              </a:rPr>
              <a:t>Read the tool result</a:t>
            </a:r>
          </a:p>
        </p:txBody>
      </p:sp>
      <p:sp>
        <p:nvSpPr>
          <p:cNvPr id="20" name="Rounded Rectangle 19"/>
          <p:cNvSpPr/>
          <p:nvPr/>
        </p:nvSpPr>
        <p:spPr>
          <a:xfrm>
            <a:off x="6793992" y="3880196"/>
            <a:ext cx="1417320" cy="749808"/>
          </a:xfrm>
          <a:prstGeom prst="roundRect">
            <a:avLst/>
          </a:prstGeom>
          <a:solidFill>
            <a:srgbClr val="F8E8F7"/>
          </a:solidFill>
          <a:ln w="1397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1" name="TextBox 20"/>
          <p:cNvSpPr txBox="1"/>
          <p:nvPr/>
        </p:nvSpPr>
        <p:spPr>
          <a:xfrm>
            <a:off x="6912864" y="4008211"/>
            <a:ext cx="1179576" cy="184666"/>
          </a:xfrm>
          <a:prstGeom prst="rect">
            <a:avLst/>
          </a:prstGeom>
          <a:noFill/>
        </p:spPr>
        <p:txBody>
          <a:bodyPr wrap="square" lIns="0" tIns="0" rIns="0" bIns="0" anchor="t">
            <a:spAutoFit/>
          </a:bodyPr>
          <a:lstStyle/>
          <a:p>
            <a:pPr algn="ctr"/>
            <a:r>
              <a:rPr lang="en-US" sz="1200" b="1">
                <a:solidFill>
                  <a:srgbClr val="C239B3"/>
                </a:solidFill>
              </a:rPr>
              <a:t>DECIDE</a:t>
            </a:r>
          </a:p>
        </p:txBody>
      </p:sp>
      <p:sp>
        <p:nvSpPr>
          <p:cNvPr id="22" name="TextBox 21"/>
          <p:cNvSpPr txBox="1"/>
          <p:nvPr/>
        </p:nvSpPr>
        <p:spPr>
          <a:xfrm>
            <a:off x="6922008" y="4244438"/>
            <a:ext cx="1161288" cy="313932"/>
          </a:xfrm>
          <a:prstGeom prst="rect">
            <a:avLst/>
          </a:prstGeom>
          <a:noFill/>
        </p:spPr>
        <p:txBody>
          <a:bodyPr wrap="square" lIns="18288" tIns="18288" rIns="18288" bIns="18288" anchor="ctr">
            <a:spAutoFit/>
          </a:bodyPr>
          <a:lstStyle/>
          <a:p>
            <a:pPr algn="ctr"/>
            <a:r>
              <a:rPr lang="en-US" sz="900" b="0">
                <a:solidFill>
                  <a:srgbClr val="1F1F1F"/>
                </a:solidFill>
              </a:rPr>
              <a:t>Choose the next step live</a:t>
            </a:r>
          </a:p>
        </p:txBody>
      </p:sp>
      <p:cxnSp>
        <p:nvCxnSpPr>
          <p:cNvPr id="23" name="Connector 22"/>
          <p:cNvCxnSpPr>
            <a:cxnSpLocks/>
          </p:cNvCxnSpPr>
          <p:nvPr/>
        </p:nvCxnSpPr>
        <p:spPr>
          <a:xfrm>
            <a:off x="8229600" y="2938364"/>
            <a:ext cx="1335024" cy="0"/>
          </a:xfrm>
          <a:prstGeom prst="line">
            <a:avLst/>
          </a:prstGeom>
          <a:ln w="25400">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a:cxnSpLocks/>
            <a:endCxn id="17" idx="0"/>
          </p:cNvCxnSpPr>
          <p:nvPr/>
        </p:nvCxnSpPr>
        <p:spPr>
          <a:xfrm>
            <a:off x="10273284" y="3313268"/>
            <a:ext cx="0" cy="566928"/>
          </a:xfrm>
          <a:prstGeom prst="line">
            <a:avLst/>
          </a:prstGeom>
          <a:ln w="25400">
            <a:solidFill>
              <a:srgbClr val="C239B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a:cxnSpLocks/>
            <a:stCxn id="17" idx="1"/>
          </p:cNvCxnSpPr>
          <p:nvPr/>
        </p:nvCxnSpPr>
        <p:spPr>
          <a:xfrm flipH="1" flipV="1">
            <a:off x="8211312" y="4255099"/>
            <a:ext cx="1353312" cy="1"/>
          </a:xfrm>
          <a:prstGeom prst="line">
            <a:avLst/>
          </a:prstGeom>
          <a:ln w="25400">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a:cxnSpLocks/>
            <a:endCxn id="11" idx="2"/>
          </p:cNvCxnSpPr>
          <p:nvPr/>
        </p:nvCxnSpPr>
        <p:spPr>
          <a:xfrm flipV="1">
            <a:off x="7502652" y="3313268"/>
            <a:ext cx="0" cy="560184"/>
          </a:xfrm>
          <a:prstGeom prst="line">
            <a:avLst/>
          </a:prstGeom>
          <a:ln w="25400">
            <a:solidFill>
              <a:srgbClr val="C239B3"/>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8604504" y="3276692"/>
            <a:ext cx="585216" cy="585216"/>
          </a:xfrm>
          <a:prstGeom prst="ellipse">
            <a:avLst/>
          </a:prstGeom>
          <a:solidFill>
            <a:srgbClr val="FFFFFF"/>
          </a:solidFill>
          <a:ln>
            <a:solidFill>
              <a:srgbClr val="CFE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8" name="TextBox 27"/>
          <p:cNvSpPr txBox="1"/>
          <p:nvPr/>
        </p:nvSpPr>
        <p:spPr>
          <a:xfrm>
            <a:off x="8692896" y="3426229"/>
            <a:ext cx="420624" cy="276999"/>
          </a:xfrm>
          <a:prstGeom prst="rect">
            <a:avLst/>
          </a:prstGeom>
          <a:noFill/>
        </p:spPr>
        <p:txBody>
          <a:bodyPr wrap="square" lIns="0" tIns="0" rIns="0" bIns="0" anchor="ctr">
            <a:spAutoFit/>
          </a:bodyPr>
          <a:lstStyle/>
          <a:p>
            <a:pPr algn="ctr"/>
            <a:r>
              <a:rPr lang="en-US" sz="900" b="1">
                <a:solidFill>
                  <a:srgbClr val="005A9E"/>
                </a:solidFill>
              </a:rPr>
              <a:t>latest
state</a:t>
            </a:r>
          </a:p>
        </p:txBody>
      </p:sp>
      <p:grpSp>
        <p:nvGrpSpPr>
          <p:cNvPr id="65" name="Group 64">
            <a:extLst>
              <a:ext uri="{FF2B5EF4-FFF2-40B4-BE49-F238E27FC236}">
                <a16:creationId xmlns:a16="http://schemas.microsoft.com/office/drawing/2014/main" id="{8C7A17B3-111A-325C-7DB6-750F96000783}"/>
              </a:ext>
            </a:extLst>
          </p:cNvPr>
          <p:cNvGrpSpPr/>
          <p:nvPr/>
        </p:nvGrpSpPr>
        <p:grpSpPr>
          <a:xfrm>
            <a:off x="1033272" y="2371896"/>
            <a:ext cx="4590288" cy="2578608"/>
            <a:chOff x="1098400" y="2331256"/>
            <a:chExt cx="4590288" cy="2578608"/>
          </a:xfrm>
        </p:grpSpPr>
        <p:sp>
          <p:nvSpPr>
            <p:cNvPr id="29" name="Rounded Rectangle 28"/>
            <p:cNvSpPr/>
            <p:nvPr/>
          </p:nvSpPr>
          <p:spPr>
            <a:xfrm>
              <a:off x="1098400" y="2331256"/>
              <a:ext cx="1389888" cy="621792"/>
            </a:xfrm>
            <a:prstGeom prst="roundRect">
              <a:avLst/>
            </a:prstGeom>
            <a:solidFill>
              <a:srgbClr val="EAF5FF"/>
            </a:solidFill>
            <a:ln w="1397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0" name="TextBox 29"/>
            <p:cNvSpPr txBox="1"/>
            <p:nvPr/>
          </p:nvSpPr>
          <p:spPr>
            <a:xfrm>
              <a:off x="1144117" y="2460034"/>
              <a:ext cx="1271016" cy="184666"/>
            </a:xfrm>
            <a:prstGeom prst="rect">
              <a:avLst/>
            </a:prstGeom>
            <a:noFill/>
          </p:spPr>
          <p:txBody>
            <a:bodyPr wrap="square" lIns="0" tIns="0" rIns="0" bIns="0" anchor="t">
              <a:spAutoFit/>
            </a:bodyPr>
            <a:lstStyle/>
            <a:p>
              <a:pPr algn="ctr"/>
              <a:r>
                <a:rPr sz="1200" b="1">
                  <a:solidFill>
                    <a:srgbClr val="0078D4"/>
                  </a:solidFill>
                </a:rPr>
                <a:t>1. INTENT</a:t>
              </a:r>
            </a:p>
          </p:txBody>
        </p:sp>
        <p:sp>
          <p:nvSpPr>
            <p:cNvPr id="31" name="TextBox 30"/>
            <p:cNvSpPr txBox="1"/>
            <p:nvPr/>
          </p:nvSpPr>
          <p:spPr>
            <a:xfrm>
              <a:off x="1153261" y="2692358"/>
              <a:ext cx="1252728" cy="175433"/>
            </a:xfrm>
            <a:prstGeom prst="rect">
              <a:avLst/>
            </a:prstGeom>
            <a:noFill/>
          </p:spPr>
          <p:txBody>
            <a:bodyPr wrap="square" lIns="18288" tIns="18288" rIns="18288" bIns="18288" anchor="ctr">
              <a:spAutoFit/>
            </a:bodyPr>
            <a:lstStyle/>
            <a:p>
              <a:pPr algn="ctr"/>
              <a:r>
                <a:rPr sz="900" b="0">
                  <a:solidFill>
                    <a:srgbClr val="1F1F1F"/>
                  </a:solidFill>
                </a:rPr>
                <a:t>Understand the request</a:t>
              </a:r>
            </a:p>
          </p:txBody>
        </p:sp>
        <p:sp>
          <p:nvSpPr>
            <p:cNvPr id="32" name="Rounded Rectangle 31"/>
            <p:cNvSpPr/>
            <p:nvPr/>
          </p:nvSpPr>
          <p:spPr>
            <a:xfrm>
              <a:off x="2579727" y="2331256"/>
              <a:ext cx="1874519" cy="621792"/>
            </a:xfrm>
            <a:prstGeom prst="roundRect">
              <a:avLst/>
            </a:prstGeom>
            <a:solidFill>
              <a:srgbClr val="F8E8F7"/>
            </a:solidFill>
            <a:ln w="1397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3" name="TextBox 32"/>
            <p:cNvSpPr txBox="1"/>
            <p:nvPr/>
          </p:nvSpPr>
          <p:spPr>
            <a:xfrm>
              <a:off x="2699362" y="2482976"/>
              <a:ext cx="1636775" cy="184666"/>
            </a:xfrm>
            <a:prstGeom prst="rect">
              <a:avLst/>
            </a:prstGeom>
            <a:noFill/>
          </p:spPr>
          <p:txBody>
            <a:bodyPr wrap="square" lIns="0" tIns="0" rIns="0" bIns="0" anchor="t">
              <a:spAutoFit/>
            </a:bodyPr>
            <a:lstStyle/>
            <a:p>
              <a:pPr algn="ctr"/>
              <a:r>
                <a:rPr sz="1200" b="1">
                  <a:solidFill>
                    <a:srgbClr val="C239B3"/>
                  </a:solidFill>
                </a:rPr>
                <a:t>2. PLAN</a:t>
              </a:r>
            </a:p>
          </p:txBody>
        </p:sp>
        <p:sp>
          <p:nvSpPr>
            <p:cNvPr id="34" name="TextBox 33"/>
            <p:cNvSpPr txBox="1"/>
            <p:nvPr/>
          </p:nvSpPr>
          <p:spPr>
            <a:xfrm>
              <a:off x="2657450" y="2694605"/>
              <a:ext cx="1700786" cy="175433"/>
            </a:xfrm>
            <a:prstGeom prst="rect">
              <a:avLst/>
            </a:prstGeom>
            <a:noFill/>
          </p:spPr>
          <p:txBody>
            <a:bodyPr wrap="square" lIns="18288" tIns="18288" rIns="18288" bIns="18288" anchor="ctr">
              <a:spAutoFit/>
            </a:bodyPr>
            <a:lstStyle/>
            <a:p>
              <a:pPr algn="ctr"/>
              <a:r>
                <a:rPr sz="900" b="0">
                  <a:solidFill>
                    <a:srgbClr val="1F1F1F"/>
                  </a:solidFill>
                </a:rPr>
                <a:t>Synthesize a multi-step workflow</a:t>
              </a:r>
            </a:p>
          </p:txBody>
        </p:sp>
        <p:sp>
          <p:nvSpPr>
            <p:cNvPr id="35" name="Rounded Rectangle 34"/>
            <p:cNvSpPr/>
            <p:nvPr/>
          </p:nvSpPr>
          <p:spPr>
            <a:xfrm>
              <a:off x="4545688" y="2331256"/>
              <a:ext cx="1143000" cy="621792"/>
            </a:xfrm>
            <a:prstGeom prst="roundRect">
              <a:avLst/>
            </a:prstGeom>
            <a:solidFill>
              <a:srgbClr val="EAF5FF"/>
            </a:solidFill>
            <a:ln w="1397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6" name="TextBox 35"/>
            <p:cNvSpPr txBox="1"/>
            <p:nvPr/>
          </p:nvSpPr>
          <p:spPr>
            <a:xfrm>
              <a:off x="4664560" y="2452414"/>
              <a:ext cx="905256" cy="184666"/>
            </a:xfrm>
            <a:prstGeom prst="rect">
              <a:avLst/>
            </a:prstGeom>
            <a:noFill/>
          </p:spPr>
          <p:txBody>
            <a:bodyPr wrap="square" lIns="0" tIns="0" rIns="0" bIns="0" anchor="t">
              <a:spAutoFit/>
            </a:bodyPr>
            <a:lstStyle/>
            <a:p>
              <a:pPr algn="ctr"/>
              <a:r>
                <a:rPr sz="1200" b="1">
                  <a:solidFill>
                    <a:srgbClr val="0078D4"/>
                  </a:solidFill>
                </a:rPr>
                <a:t>3. EXECUTE</a:t>
              </a:r>
            </a:p>
          </p:txBody>
        </p:sp>
        <p:sp>
          <p:nvSpPr>
            <p:cNvPr id="37" name="TextBox 36"/>
            <p:cNvSpPr txBox="1"/>
            <p:nvPr/>
          </p:nvSpPr>
          <p:spPr>
            <a:xfrm>
              <a:off x="4673704" y="2630728"/>
              <a:ext cx="886968" cy="313932"/>
            </a:xfrm>
            <a:prstGeom prst="rect">
              <a:avLst/>
            </a:prstGeom>
            <a:noFill/>
          </p:spPr>
          <p:txBody>
            <a:bodyPr wrap="square" lIns="18288" tIns="18288" rIns="18288" bIns="18288" anchor="ctr">
              <a:spAutoFit/>
            </a:bodyPr>
            <a:lstStyle/>
            <a:p>
              <a:pPr algn="ctr"/>
              <a:r>
                <a:rPr sz="900" b="0">
                  <a:solidFill>
                    <a:srgbClr val="1F1F1F"/>
                  </a:solidFill>
                </a:rPr>
                <a:t>Run authored steps</a:t>
              </a:r>
            </a:p>
          </p:txBody>
        </p:sp>
        <p:cxnSp>
          <p:nvCxnSpPr>
            <p:cNvPr id="38" name="Connector 37"/>
            <p:cNvCxnSpPr/>
            <p:nvPr/>
          </p:nvCxnSpPr>
          <p:spPr>
            <a:xfrm>
              <a:off x="2506575" y="2642152"/>
              <a:ext cx="64009" cy="0"/>
            </a:xfrm>
            <a:prstGeom prst="line">
              <a:avLst/>
            </a:prstGeom>
            <a:ln w="17780">
              <a:solidFill>
                <a:srgbClr val="4B556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472536" y="2642152"/>
              <a:ext cx="54864" cy="0"/>
            </a:xfrm>
            <a:prstGeom prst="line">
              <a:avLst/>
            </a:prstGeom>
            <a:ln w="17780">
              <a:solidFill>
                <a:srgbClr val="4B5563"/>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1729336" y="3190792"/>
              <a:ext cx="3520440" cy="1115568"/>
            </a:xfrm>
            <a:prstGeom prst="roundRect">
              <a:avLst/>
            </a:prstGeom>
            <a:solidFill>
              <a:srgbClr val="FBFDFF"/>
            </a:solidFill>
            <a:ln w="1270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1" name="TextBox 40"/>
            <p:cNvSpPr txBox="1"/>
            <p:nvPr/>
          </p:nvSpPr>
          <p:spPr>
            <a:xfrm>
              <a:off x="1957936" y="3309664"/>
              <a:ext cx="3063240" cy="169277"/>
            </a:xfrm>
            <a:prstGeom prst="rect">
              <a:avLst/>
            </a:prstGeom>
            <a:noFill/>
          </p:spPr>
          <p:txBody>
            <a:bodyPr wrap="square" lIns="0" tIns="0" rIns="0" bIns="0" anchor="t">
              <a:spAutoFit/>
            </a:bodyPr>
            <a:lstStyle/>
            <a:p>
              <a:pPr algn="ctr"/>
              <a:r>
                <a:rPr lang="en-US" sz="1100" b="1">
                  <a:solidFill>
                    <a:srgbClr val="C239B3"/>
                  </a:solidFill>
                </a:rPr>
                <a:t>E</a:t>
              </a:r>
              <a:r>
                <a:rPr sz="1100" b="1">
                  <a:solidFill>
                    <a:srgbClr val="C239B3"/>
                  </a:solidFill>
                </a:rPr>
                <a:t>xplicit plan object</a:t>
              </a:r>
            </a:p>
          </p:txBody>
        </p:sp>
        <p:sp>
          <p:nvSpPr>
            <p:cNvPr id="42" name="Rectangle 41"/>
            <p:cNvSpPr/>
            <p:nvPr/>
          </p:nvSpPr>
          <p:spPr>
            <a:xfrm>
              <a:off x="2021944" y="3593128"/>
              <a:ext cx="2944368" cy="155448"/>
            </a:xfrm>
            <a:prstGeom prst="rect">
              <a:avLst/>
            </a:prstGeom>
            <a:solidFill>
              <a:srgbClr val="EEF4FB"/>
            </a:solidFill>
            <a:ln w="12700">
              <a:solidFill>
                <a:srgbClr val="EEF4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3" name="TextBox 42"/>
            <p:cNvSpPr txBox="1"/>
            <p:nvPr/>
          </p:nvSpPr>
          <p:spPr>
            <a:xfrm>
              <a:off x="2095096" y="3616222"/>
              <a:ext cx="2743200" cy="123111"/>
            </a:xfrm>
            <a:prstGeom prst="rect">
              <a:avLst/>
            </a:prstGeom>
            <a:noFill/>
          </p:spPr>
          <p:txBody>
            <a:bodyPr wrap="square" lIns="0" tIns="0" rIns="0" bIns="0" anchor="t">
              <a:spAutoFit/>
            </a:bodyPr>
            <a:lstStyle/>
            <a:p>
              <a:pPr algn="l"/>
              <a:r>
                <a:rPr lang="en-US" sz="800">
                  <a:solidFill>
                    <a:srgbClr val="1F1F1F"/>
                  </a:solidFill>
                </a:rPr>
                <a:t>C</a:t>
              </a:r>
              <a:r>
                <a:rPr sz="800" b="0">
                  <a:solidFill>
                    <a:srgbClr val="1F1F1F"/>
                  </a:solidFill>
                </a:rPr>
                <a:t>ollect inputs</a:t>
              </a:r>
            </a:p>
          </p:txBody>
        </p:sp>
        <p:sp>
          <p:nvSpPr>
            <p:cNvPr id="44" name="Rectangle 43"/>
            <p:cNvSpPr/>
            <p:nvPr/>
          </p:nvSpPr>
          <p:spPr>
            <a:xfrm>
              <a:off x="2021944" y="3803440"/>
              <a:ext cx="2944368" cy="155448"/>
            </a:xfrm>
            <a:prstGeom prst="rect">
              <a:avLst/>
            </a:prstGeom>
            <a:solidFill>
              <a:srgbClr val="EEF4FB"/>
            </a:solidFill>
            <a:ln w="12700">
              <a:solidFill>
                <a:srgbClr val="EEF4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5" name="TextBox 44"/>
            <p:cNvSpPr txBox="1"/>
            <p:nvPr/>
          </p:nvSpPr>
          <p:spPr>
            <a:xfrm>
              <a:off x="2095096" y="3826534"/>
              <a:ext cx="2743200" cy="123111"/>
            </a:xfrm>
            <a:prstGeom prst="rect">
              <a:avLst/>
            </a:prstGeom>
            <a:noFill/>
          </p:spPr>
          <p:txBody>
            <a:bodyPr wrap="square" lIns="0" tIns="0" rIns="0" bIns="0" anchor="t">
              <a:spAutoFit/>
            </a:bodyPr>
            <a:lstStyle/>
            <a:p>
              <a:pPr algn="l"/>
              <a:r>
                <a:rPr lang="en-US" sz="800">
                  <a:solidFill>
                    <a:srgbClr val="1F1F1F"/>
                  </a:solidFill>
                </a:rPr>
                <a:t>Execute action (connector, topic,</a:t>
              </a:r>
              <a:r>
                <a:rPr sz="800" b="0">
                  <a:solidFill>
                    <a:srgbClr val="1F1F1F"/>
                  </a:solidFill>
                </a:rPr>
                <a:t> query data</a:t>
              </a:r>
              <a:r>
                <a:rPr lang="en-US" sz="800" b="0">
                  <a:solidFill>
                    <a:srgbClr val="1F1F1F"/>
                  </a:solidFill>
                </a:rPr>
                <a:t>, …)</a:t>
              </a:r>
              <a:endParaRPr sz="800" b="0">
                <a:solidFill>
                  <a:srgbClr val="1F1F1F"/>
                </a:solidFill>
              </a:endParaRPr>
            </a:p>
          </p:txBody>
        </p:sp>
        <p:sp>
          <p:nvSpPr>
            <p:cNvPr id="46" name="Rectangle 45"/>
            <p:cNvSpPr/>
            <p:nvPr/>
          </p:nvSpPr>
          <p:spPr>
            <a:xfrm>
              <a:off x="2021944" y="4013752"/>
              <a:ext cx="2944368" cy="155448"/>
            </a:xfrm>
            <a:prstGeom prst="rect">
              <a:avLst/>
            </a:prstGeom>
            <a:solidFill>
              <a:srgbClr val="EEF4FB"/>
            </a:solidFill>
            <a:ln w="12700">
              <a:solidFill>
                <a:srgbClr val="EEF4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7" name="TextBox 46"/>
            <p:cNvSpPr txBox="1"/>
            <p:nvPr/>
          </p:nvSpPr>
          <p:spPr>
            <a:xfrm>
              <a:off x="2094536" y="4037444"/>
              <a:ext cx="2743200" cy="123111"/>
            </a:xfrm>
            <a:prstGeom prst="rect">
              <a:avLst/>
            </a:prstGeom>
            <a:noFill/>
          </p:spPr>
          <p:txBody>
            <a:bodyPr wrap="square" lIns="0" tIns="0" rIns="0" bIns="0" anchor="t">
              <a:spAutoFit/>
            </a:bodyPr>
            <a:lstStyle/>
            <a:p>
              <a:pPr algn="l"/>
              <a:r>
                <a:rPr sz="800" b="0">
                  <a:solidFill>
                    <a:srgbClr val="1F1F1F"/>
                  </a:solidFill>
                </a:rPr>
                <a:t>Response: summarize</a:t>
              </a:r>
            </a:p>
          </p:txBody>
        </p:sp>
        <p:cxnSp>
          <p:nvCxnSpPr>
            <p:cNvPr id="48" name="Connector 47"/>
            <p:cNvCxnSpPr/>
            <p:nvPr/>
          </p:nvCxnSpPr>
          <p:spPr>
            <a:xfrm>
              <a:off x="3516986" y="2953048"/>
              <a:ext cx="0" cy="219456"/>
            </a:xfrm>
            <a:prstGeom prst="line">
              <a:avLst/>
            </a:prstGeom>
            <a:ln w="17780">
              <a:solidFill>
                <a:srgbClr val="C239B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484984" y="4306360"/>
              <a:ext cx="0" cy="320040"/>
            </a:xfrm>
            <a:prstGeom prst="line">
              <a:avLst/>
            </a:prstGeom>
            <a:ln w="17780">
              <a:solidFill>
                <a:srgbClr val="0078D4"/>
              </a:solidFill>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1784200" y="4626400"/>
              <a:ext cx="3401568" cy="283464"/>
            </a:xfrm>
            <a:prstGeom prst="roundRect">
              <a:avLst/>
            </a:prstGeom>
            <a:solidFill>
              <a:srgbClr val="EEF2F7"/>
            </a:solidFill>
            <a:ln w="12700">
              <a:solidFill>
                <a:srgbClr val="EEF2F7"/>
              </a:solidFill>
            </a:ln>
          </p:spPr>
          <p:style>
            <a:lnRef idx="1">
              <a:schemeClr val="accent1"/>
            </a:lnRef>
            <a:fillRef idx="3">
              <a:schemeClr val="accent1"/>
            </a:fillRef>
            <a:effectRef idx="2">
              <a:schemeClr val="accent1"/>
            </a:effectRef>
            <a:fontRef idx="minor">
              <a:schemeClr val="lt1"/>
            </a:fontRef>
          </p:style>
          <p:txBody>
            <a:bodyPr lIns="64008" tIns="18288" rIns="64008" bIns="18288" rtlCol="0" anchor="ctr"/>
            <a:lstStyle/>
            <a:p>
              <a:pPr algn="ctr"/>
              <a:r>
                <a:rPr lang="en-US" sz="1000" b="1">
                  <a:solidFill>
                    <a:srgbClr val="1F1F1F"/>
                  </a:solidFill>
                </a:rPr>
                <a:t>L</a:t>
              </a:r>
              <a:r>
                <a:rPr sz="1000" b="1">
                  <a:solidFill>
                    <a:srgbClr val="1F1F1F"/>
                  </a:solidFill>
                </a:rPr>
                <a:t>ess live replanning, </a:t>
              </a:r>
              <a:r>
                <a:rPr lang="en-US" sz="1000" b="1">
                  <a:solidFill>
                    <a:srgbClr val="1F1F1F"/>
                  </a:solidFill>
                </a:rPr>
                <a:t>e</a:t>
              </a:r>
              <a:r>
                <a:rPr sz="1000" b="1">
                  <a:solidFill>
                    <a:srgbClr val="1F1F1F"/>
                  </a:solidFill>
                </a:rPr>
                <a:t>asier to inspect</a:t>
              </a:r>
            </a:p>
          </p:txBody>
        </p:sp>
      </p:grpSp>
      <p:sp>
        <p:nvSpPr>
          <p:cNvPr id="52" name="TextBox 51"/>
          <p:cNvSpPr txBox="1"/>
          <p:nvPr/>
        </p:nvSpPr>
        <p:spPr>
          <a:xfrm>
            <a:off x="786384" y="5723408"/>
            <a:ext cx="10588752" cy="215444"/>
          </a:xfrm>
          <a:prstGeom prst="rect">
            <a:avLst/>
          </a:prstGeom>
          <a:noFill/>
        </p:spPr>
        <p:txBody>
          <a:bodyPr wrap="square" lIns="0" tIns="0" rIns="0" bIns="0" anchor="t">
            <a:spAutoFit/>
          </a:bodyPr>
          <a:lstStyle/>
          <a:p>
            <a:pPr algn="ctr"/>
            <a:r>
              <a:rPr sz="1400" b="1">
                <a:solidFill>
                  <a:srgbClr val="FFFFFF"/>
                </a:solidFill>
                <a:latin typeface="Aptos"/>
              </a:rPr>
              <a:t>Best fit: broad problem spaces that cannot be fully mapped upfront, like querying a complex data model with many unknown fields.</a:t>
            </a:r>
          </a:p>
        </p:txBody>
      </p:sp>
      <p:sp>
        <p:nvSpPr>
          <p:cNvPr id="53" name="Title 1">
            <a:extLst>
              <a:ext uri="{FF2B5EF4-FFF2-40B4-BE49-F238E27FC236}">
                <a16:creationId xmlns:a16="http://schemas.microsoft.com/office/drawing/2014/main" id="{615D2652-983D-F2EA-0D0E-58CC603590AB}"/>
              </a:ext>
            </a:extLst>
          </p:cNvPr>
          <p:cNvSpPr txBox="1">
            <a:spLocks/>
          </p:cNvSpPr>
          <p:nvPr/>
        </p:nvSpPr>
        <p:spPr>
          <a:xfrm>
            <a:off x="417577" y="548105"/>
            <a:ext cx="11052046" cy="492443"/>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r>
              <a:rPr lang="en-US" sz="2800" b="1">
                <a:solidFill>
                  <a:srgbClr val="000000"/>
                </a:solidFill>
              </a:rPr>
              <a:t>Orchestration: Standard vs GitHub Copilot harness</a:t>
            </a:r>
          </a:p>
        </p:txBody>
      </p:sp>
      <p:sp>
        <p:nvSpPr>
          <p:cNvPr id="60" name="Text Placeholder 59">
            <a:extLst>
              <a:ext uri="{FF2B5EF4-FFF2-40B4-BE49-F238E27FC236}">
                <a16:creationId xmlns:a16="http://schemas.microsoft.com/office/drawing/2014/main" id="{293CFC2B-2943-BA68-7342-019B51895016}"/>
              </a:ext>
            </a:extLst>
          </p:cNvPr>
          <p:cNvSpPr>
            <a:spLocks noGrp="1"/>
          </p:cNvSpPr>
          <p:nvPr>
            <p:ph type="body" sz="quarter" idx="11"/>
          </p:nvPr>
        </p:nvSpPr>
        <p:spPr>
          <a:xfrm>
            <a:off x="548640" y="319683"/>
            <a:ext cx="11052046" cy="153888"/>
          </a:xfrm>
        </p:spPr>
        <p:txBody>
          <a:bodyPr vert="horz" wrap="square" lIns="0" tIns="0" rIns="0" bIns="0" rtlCol="0">
            <a:spAutoFit/>
          </a:bodyPr>
          <a:lstStyle/>
          <a:p>
            <a:r>
              <a:rPr lang="en-US">
                <a:solidFill>
                  <a:srgbClr val="4B5563"/>
                </a:solidFill>
                <a:latin typeface="Aptos"/>
              </a:rPr>
              <a:t>Standard HARNESS builds a plan, then runs it. The GHCP HARNESS Keeps deciding from the latest state.</a:t>
            </a:r>
          </a:p>
        </p:txBody>
      </p:sp>
      <p:sp>
        <p:nvSpPr>
          <p:cNvPr id="4" name="Takeaway Banner">
            <a:extLst>
              <a:ext uri="{FF2B5EF4-FFF2-40B4-BE49-F238E27FC236}">
                <a16:creationId xmlns:a16="http://schemas.microsoft.com/office/drawing/2014/main" id="{2C37E07F-DFA2-5B22-432B-9A515BE9E521}"/>
              </a:ext>
            </a:extLst>
          </p:cNvPr>
          <p:cNvSpPr/>
          <p:nvPr/>
        </p:nvSpPr>
        <p:spPr>
          <a:xfrm>
            <a:off x="548641" y="5696436"/>
            <a:ext cx="11091672" cy="402336"/>
          </a:xfrm>
          <a:prstGeom prst="roundRect">
            <a:avLst>
              <a:gd name="adj" fmla="val 12000"/>
            </a:avLst>
          </a:prstGeom>
          <a:solidFill>
            <a:srgbClr val="FAF8FA"/>
          </a:solidFill>
          <a:ln w="12700">
            <a:solidFill>
              <a:schemeClr val="bg1"/>
            </a:solidFill>
          </a:ln>
          <a:effectLst>
            <a:outerShdw blurRad="50800" dist="38100" dir="5400000" algn="t" rotWithShape="0">
              <a:prstClr val="black">
                <a:alpha val="40000"/>
              </a:prstClr>
            </a:outerShdw>
          </a:effectLst>
        </p:spPr>
        <p:txBody>
          <a:bodyPr lIns="182880" tIns="18288" rIns="182880" bIns="18288" rtlCol="0" anchor="ctr"/>
          <a:lstStyle/>
          <a:p>
            <a:pPr algn="ctr"/>
            <a:r>
              <a:rPr lang="en-GB" sz="1300" b="1">
                <a:latin typeface="+mj-lt"/>
                <a:cs typeface="Segoe UI" pitchFamily="34" charset="0"/>
              </a:rPr>
              <a:t>Best fit: broad problem spaces that cannot be fully mapped upfront, like querying a complex data model with many unknown fields.</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op Accent"/>
          <p:cNvSpPr/>
          <p:nvPr/>
        </p:nvSpPr>
        <p:spPr>
          <a:xfrm>
            <a:off x="0" y="0"/>
            <a:ext cx="12188952" cy="54864"/>
          </a:xfrm>
          <a:prstGeom prst="rect">
            <a:avLst/>
          </a:prstGeom>
          <a:solidFill>
            <a:srgbClr val="C239B3"/>
          </a:solidFill>
          <a:ln w="12700">
            <a:solidFill>
              <a:srgbClr val="C239B3"/>
            </a:solidFill>
          </a:ln>
        </p:spPr>
        <p:txBody>
          <a:bodyPr rtlCol="0" anchor="ctr"/>
          <a:lstStyle/>
          <a:p>
            <a:pPr algn="ctr"/>
            <a:endParaRPr/>
          </a:p>
        </p:txBody>
      </p:sp>
      <p:sp>
        <p:nvSpPr>
          <p:cNvPr id="59" name="Eyebrow"/>
          <p:cNvSpPr txBox="1"/>
          <p:nvPr/>
        </p:nvSpPr>
        <p:spPr>
          <a:xfrm>
            <a:off x="554737" y="300000"/>
            <a:ext cx="11052046" cy="200000"/>
          </a:xfrm>
          <a:prstGeom prst="rect">
            <a:avLst/>
          </a:prstGeom>
        </p:spPr>
        <p:txBody>
          <a:bodyPr vert="horz" wrap="square" lIns="0" tIns="0" rIns="0" bIns="0" rtlCol="0">
            <a:spAutoFit/>
          </a:bodyPr>
          <a:lstStyle>
            <a:lvl1pPr marR="0" indent="0" defTabSz="932742" fontAlgn="auto">
              <a:lnSpc>
                <a:spcPct val="100000"/>
              </a:lnSpc>
              <a:spcBef>
                <a:spcPct val="20000"/>
              </a:spcBef>
              <a:spcAft>
                <a:spcPts val="0"/>
              </a:spcAft>
              <a:buClrTx/>
              <a:buSzPct val="90000"/>
              <a:buFont typeface="Wingdings" panose="05000000000000000000" pitchFamily="2" charset="2"/>
              <a:buNone/>
              <a:tabLst/>
              <a:defRPr sz="1000" cap="all" spc="0" baseline="0">
                <a:solidFill>
                  <a:srgbClr val="4B5563"/>
                </a:solidFill>
                <a:latin typeface="Aptos"/>
                <a:cs typeface="Segoe Sans Display" pitchFamily="2"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a:t>1 of 2 · What you can still do, what changed, and where there is no equivalent yet.</a:t>
            </a:r>
          </a:p>
        </p:txBody>
      </p:sp>
      <p:sp>
        <p:nvSpPr>
          <p:cNvPr id="2" name="Title 1"/>
          <p:cNvSpPr>
            <a:spLocks noGrp="1"/>
          </p:cNvSpPr>
          <p:nvPr>
            <p:ph type="title"/>
          </p:nvPr>
        </p:nvSpPr>
        <p:spPr>
          <a:xfrm>
            <a:off x="548640" y="560000"/>
            <a:ext cx="11052046" cy="430887"/>
          </a:xfrm>
        </p:spPr>
        <p:txBody>
          <a:bodyPr/>
          <a:lstStyle/>
          <a:p>
            <a:r>
              <a:rPr lang="en-US" sz="2800" b="1"/>
              <a:t>Mapping standard capabilities to the GitHub Copilot harness</a:t>
            </a:r>
          </a:p>
        </p:txBody>
      </p:sp>
      <p:graphicFrame>
        <p:nvGraphicFramePr>
          <p:cNvPr id="60" name="Mapping Table"/>
          <p:cNvGraphicFramePr>
            <a:graphicFrameLocks noGrp="1"/>
          </p:cNvGraphicFramePr>
          <p:nvPr>
            <p:extLst>
              <p:ext uri="{D42A27DB-BD31-4B8C-83A1-F6EECF244321}">
                <p14:modId xmlns:p14="http://schemas.microsoft.com/office/powerpoint/2010/main" val="2672031123"/>
              </p:ext>
            </p:extLst>
          </p:nvPr>
        </p:nvGraphicFramePr>
        <p:xfrm>
          <a:off x="548640" y="1270000"/>
          <a:ext cx="11090000" cy="4070467"/>
        </p:xfrm>
        <a:graphic>
          <a:graphicData uri="http://schemas.openxmlformats.org/drawingml/2006/table">
            <a:tbl>
              <a:tblPr firstRow="1">
                <a:tableStyleId>{2D5ABB26-0587-4C30-8999-92F81FD0307C}</a:tableStyleId>
              </a:tblPr>
              <a:tblGrid>
                <a:gridCol w="2900000">
                  <a:extLst>
                    <a:ext uri="{9D8B030D-6E8A-4147-A177-3AD203B41FA5}">
                      <a16:colId xmlns:a16="http://schemas.microsoft.com/office/drawing/2014/main" val="20000"/>
                    </a:ext>
                  </a:extLst>
                </a:gridCol>
                <a:gridCol w="4095000">
                  <a:extLst>
                    <a:ext uri="{9D8B030D-6E8A-4147-A177-3AD203B41FA5}">
                      <a16:colId xmlns:a16="http://schemas.microsoft.com/office/drawing/2014/main" val="20001"/>
                    </a:ext>
                  </a:extLst>
                </a:gridCol>
                <a:gridCol w="4095000">
                  <a:extLst>
                    <a:ext uri="{9D8B030D-6E8A-4147-A177-3AD203B41FA5}">
                      <a16:colId xmlns:a16="http://schemas.microsoft.com/office/drawing/2014/main" val="20002"/>
                    </a:ext>
                  </a:extLst>
                </a:gridCol>
              </a:tblGrid>
              <a:tr h="360000">
                <a:tc>
                  <a:txBody>
                    <a:bodyPr/>
                    <a:lstStyle/>
                    <a:p>
                      <a:r>
                        <a:rPr lang="en-US" sz="1200" b="1">
                          <a:solidFill>
                            <a:srgbClr val="1F1F1F"/>
                          </a:solidFill>
                          <a:latin typeface="+mj-lt"/>
                          <a:cs typeface="Segoe UI" pitchFamily="34" charset="0"/>
                        </a:rPr>
                        <a:t>What you want to do</a:t>
                      </a:r>
                    </a:p>
                  </a:txBody>
                  <a:tcPr marT="64008" marB="64008">
                    <a:lnB w="25400" cap="flat">
                      <a:solidFill>
                        <a:srgbClr val="D0D7DE"/>
                      </a:solidFill>
                    </a:lnB>
                    <a:noFill/>
                  </a:tcPr>
                </a:tc>
                <a:tc>
                  <a:txBody>
                    <a:bodyPr/>
                    <a:lstStyle/>
                    <a:p>
                      <a:r>
                        <a:rPr lang="en-US" sz="1200" b="1">
                          <a:solidFill>
                            <a:srgbClr val="C239B3"/>
                          </a:solidFill>
                          <a:latin typeface="+mj-lt"/>
                          <a:cs typeface="Segoe UI" pitchFamily="34" charset="0"/>
                        </a:rPr>
                        <a:t>In standard harness</a:t>
                      </a:r>
                    </a:p>
                  </a:txBody>
                  <a:tcPr marT="64008" marB="64008">
                    <a:lnB w="25400" cap="flat">
                      <a:solidFill>
                        <a:srgbClr val="D0D7DE"/>
                      </a:solidFill>
                    </a:lnB>
                    <a:noFill/>
                  </a:tcPr>
                </a:tc>
                <a:tc>
                  <a:txBody>
                    <a:bodyPr/>
                    <a:lstStyle/>
                    <a:p>
                      <a:r>
                        <a:rPr lang="en-US" sz="1200" b="1">
                          <a:solidFill>
                            <a:srgbClr val="0078D4"/>
                          </a:solidFill>
                          <a:latin typeface="+mj-lt"/>
                          <a:cs typeface="Segoe UI" pitchFamily="34" charset="0"/>
                        </a:rPr>
                        <a:t>In GHCP harness</a:t>
                      </a:r>
                    </a:p>
                  </a:txBody>
                  <a:tcPr marT="64008" marB="64008">
                    <a:lnB w="25400" cap="flat">
                      <a:solidFill>
                        <a:srgbClr val="D0D7DE"/>
                      </a:solidFill>
                    </a:lnB>
                    <a:noFill/>
                  </a:tcPr>
                </a:tc>
                <a:extLst>
                  <a:ext uri="{0D108BD9-81ED-4DB2-BD59-A6C34878D82A}">
                    <a16:rowId xmlns:a16="http://schemas.microsoft.com/office/drawing/2014/main" val="10000"/>
                  </a:ext>
                </a:extLst>
              </a:tr>
              <a:tr h="620000">
                <a:tc>
                  <a:txBody>
                    <a:bodyPr/>
                    <a:lstStyle/>
                    <a:p>
                      <a:r>
                        <a:rPr lang="en-US" sz="1050" b="1">
                          <a:solidFill>
                            <a:srgbClr val="1F1F1F"/>
                          </a:solidFill>
                          <a:cs typeface="Segoe UI" pitchFamily="34" charset="0"/>
                        </a:rPr>
                        <a:t>Drive the conversational flow</a:t>
                      </a:r>
                    </a:p>
                  </a:txBody>
                  <a:tcPr marT="64008" marB="64008">
                    <a:lnT w="25400" cap="flat" cmpd="sng" algn="ctr">
                      <a:solidFill>
                        <a:srgbClr val="D0D7DE"/>
                      </a:solidFill>
                      <a:prstDash val="solid"/>
                      <a:round/>
                      <a:headEnd type="none" w="med" len="med"/>
                      <a:tailEnd type="none" w="med" len="med"/>
                    </a:lnT>
                    <a:lnB w="12700" cap="flat">
                      <a:solidFill>
                        <a:srgbClr val="E6EAEF"/>
                      </a:solidFill>
                    </a:lnB>
                    <a:noFill/>
                  </a:tcPr>
                </a:tc>
                <a:tc>
                  <a:txBody>
                    <a:bodyPr/>
                    <a:lstStyle/>
                    <a:p>
                      <a:r>
                        <a:rPr lang="en-US" sz="1050">
                          <a:solidFill>
                            <a:srgbClr val="1F1F1F"/>
                          </a:solidFill>
                          <a:cs typeface="Segoe UI" pitchFamily="34" charset="0"/>
                        </a:rPr>
                        <a:t>Authored </a:t>
                      </a:r>
                      <a:r>
                        <a:rPr lang="en-US" sz="1050" b="1">
                          <a:solidFill>
                            <a:srgbClr val="1F1F1F"/>
                          </a:solidFill>
                          <a:cs typeface="Segoe UI" pitchFamily="34" charset="0"/>
                        </a:rPr>
                        <a:t>topics</a:t>
                      </a:r>
                      <a:r>
                        <a:rPr lang="en-US" sz="1050">
                          <a:solidFill>
                            <a:srgbClr val="1F1F1F"/>
                          </a:solidFill>
                          <a:cs typeface="Segoe UI" pitchFamily="34" charset="0"/>
                        </a:rPr>
                        <a:t> plus LLM-generated questions, one tool input at a time.</a:t>
                      </a:r>
                    </a:p>
                  </a:txBody>
                  <a:tcPr marT="64008" marB="64008">
                    <a:lnT w="25400" cap="flat" cmpd="sng" algn="ctr">
                      <a:solidFill>
                        <a:srgbClr val="D0D7DE"/>
                      </a:solidFill>
                      <a:prstDash val="solid"/>
                      <a:round/>
                      <a:headEnd type="none" w="med" len="med"/>
                      <a:tailEnd type="none" w="med" len="med"/>
                    </a:lnT>
                    <a:lnB w="12700" cap="flat">
                      <a:solidFill>
                        <a:srgbClr val="E6EAEF"/>
                      </a:solidFill>
                    </a:lnB>
                    <a:noFill/>
                  </a:tcPr>
                </a:tc>
                <a:tc>
                  <a:txBody>
                    <a:bodyPr/>
                    <a:lstStyle/>
                    <a:p>
                      <a:r>
                        <a:rPr lang="en-US" sz="1050">
                          <a:solidFill>
                            <a:srgbClr val="1F1F1F"/>
                          </a:solidFill>
                          <a:cs typeface="Segoe UI" pitchFamily="34" charset="0"/>
                        </a:rPr>
                        <a:t>Agent-level </a:t>
                      </a:r>
                      <a:r>
                        <a:rPr lang="en-US" sz="1050" b="1">
                          <a:solidFill>
                            <a:srgbClr val="1F1F1F"/>
                          </a:solidFill>
                          <a:cs typeface="Segoe UI" pitchFamily="34" charset="0"/>
                        </a:rPr>
                        <a:t>instructions</a:t>
                      </a:r>
                      <a:r>
                        <a:rPr lang="en-US" sz="1050">
                          <a:solidFill>
                            <a:srgbClr val="1F1F1F"/>
                          </a:solidFill>
                          <a:cs typeface="Segoe UI" pitchFamily="34" charset="0"/>
                        </a:rPr>
                        <a:t> and reusable </a:t>
                      </a:r>
                      <a:r>
                        <a:rPr lang="en-US" sz="1050" b="1">
                          <a:solidFill>
                            <a:srgbClr val="1F1F1F"/>
                          </a:solidFill>
                          <a:cs typeface="Segoe UI" pitchFamily="34" charset="0"/>
                        </a:rPr>
                        <a:t>skills</a:t>
                      </a:r>
                      <a:r>
                        <a:rPr lang="en-US" sz="1050">
                          <a:solidFill>
                            <a:srgbClr val="1F1F1F"/>
                          </a:solidFill>
                          <a:cs typeface="Segoe UI" pitchFamily="34" charset="0"/>
                        </a:rPr>
                        <a:t>; the agent decides what to ask and when.</a:t>
                      </a:r>
                    </a:p>
                  </a:txBody>
                  <a:tcPr marT="64008" marB="64008">
                    <a:lnT w="25400" cap="flat" cmpd="sng" algn="ctr">
                      <a:solidFill>
                        <a:srgbClr val="D0D7DE"/>
                      </a:solidFill>
                      <a:prstDash val="solid"/>
                      <a:round/>
                      <a:headEnd type="none" w="med" len="med"/>
                      <a:tailEnd type="none" w="med" len="med"/>
                    </a:lnT>
                    <a:lnB w="12700" cap="flat">
                      <a:solidFill>
                        <a:srgbClr val="E6EAEF"/>
                      </a:solidFill>
                    </a:lnB>
                    <a:noFill/>
                  </a:tcPr>
                </a:tc>
                <a:extLst>
                  <a:ext uri="{0D108BD9-81ED-4DB2-BD59-A6C34878D82A}">
                    <a16:rowId xmlns:a16="http://schemas.microsoft.com/office/drawing/2014/main" val="10001"/>
                  </a:ext>
                </a:extLst>
              </a:tr>
              <a:tr h="760000">
                <a:tc>
                  <a:txBody>
                    <a:bodyPr/>
                    <a:lstStyle/>
                    <a:p>
                      <a:r>
                        <a:rPr lang="en-US" sz="1050" b="1">
                          <a:solidFill>
                            <a:srgbClr val="1F1F1F"/>
                          </a:solidFill>
                          <a:cs typeface="Segoe UI" pitchFamily="34" charset="0"/>
                        </a:rPr>
                        <a:t>Transform data</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r>
                        <a:rPr lang="en-US" sz="1050">
                          <a:solidFill>
                            <a:srgbClr val="1F1F1F"/>
                          </a:solidFill>
                          <a:cs typeface="Segoe UI" pitchFamily="34" charset="0"/>
                        </a:rPr>
                        <a:t>Inline </a:t>
                      </a:r>
                      <a:r>
                        <a:rPr lang="en-US" sz="1050" b="1">
                          <a:solidFill>
                            <a:srgbClr val="1F1F1F"/>
                          </a:solidFill>
                          <a:cs typeface="Segoe UI" pitchFamily="34" charset="0"/>
                        </a:rPr>
                        <a:t>Power Fx</a:t>
                      </a:r>
                      <a:r>
                        <a:rPr lang="en-US" sz="1050">
                          <a:solidFill>
                            <a:srgbClr val="1F1F1F"/>
                          </a:solidFill>
                          <a:cs typeface="Segoe UI" pitchFamily="34" charset="0"/>
                        </a:rPr>
                        <a:t> formulas for deterministic logic.</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r>
                        <a:rPr lang="en-US" sz="1050" b="1">
                          <a:solidFill>
                            <a:schemeClr val="tx1"/>
                          </a:solidFill>
                          <a:cs typeface="Segoe UI"/>
                        </a:rPr>
                        <a:t>Code Execution in the Agent Sandbox,</a:t>
                      </a:r>
                      <a:r>
                        <a:rPr lang="en-US" sz="1050">
                          <a:solidFill>
                            <a:schemeClr val="tx1"/>
                          </a:solidFill>
                          <a:cs typeface="Segoe UI"/>
                        </a:rPr>
                        <a:t> or helper code in a tool or skill, but it is Python/bash, less approachable for low-code makers than Power Fx. Delegating to a </a:t>
                      </a:r>
                      <a:r>
                        <a:rPr lang="en-US" sz="1050" b="1">
                          <a:solidFill>
                            <a:schemeClr val="tx1"/>
                          </a:solidFill>
                          <a:cs typeface="Segoe UI"/>
                        </a:rPr>
                        <a:t>workflow</a:t>
                      </a:r>
                      <a:r>
                        <a:rPr lang="en-US" sz="1050">
                          <a:solidFill>
                            <a:schemeClr val="tx1"/>
                          </a:solidFill>
                          <a:cs typeface="Segoe UI"/>
                        </a:rPr>
                        <a:t> is also an option.</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extLst>
                  <a:ext uri="{0D108BD9-81ED-4DB2-BD59-A6C34878D82A}">
                    <a16:rowId xmlns:a16="http://schemas.microsoft.com/office/drawing/2014/main" val="10002"/>
                  </a:ext>
                </a:extLst>
              </a:tr>
              <a:tr h="720000">
                <a:tc>
                  <a:txBody>
                    <a:bodyPr/>
                    <a:lstStyle/>
                    <a:p>
                      <a:r>
                        <a:rPr lang="en-US" sz="1050" b="1">
                          <a:solidFill>
                            <a:srgbClr val="1F1F1F"/>
                          </a:solidFill>
                          <a:cs typeface="Segoe UI" pitchFamily="34" charset="0"/>
                        </a:rPr>
                        <a:t>Use known context about the user</a:t>
                      </a:r>
                    </a:p>
                    <a:p>
                      <a:r>
                        <a:rPr lang="en-US" sz="900">
                          <a:solidFill>
                            <a:srgbClr val="6B7280"/>
                          </a:solidFill>
                          <a:cs typeface="Segoe UI" pitchFamily="34" charset="0"/>
                        </a:rPr>
                        <a:t>e.g. department, role, channel</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r>
                        <a:rPr lang="en-US" sz="1050" b="1">
                          <a:solidFill>
                            <a:srgbClr val="1F1F1F"/>
                          </a:solidFill>
                          <a:cs typeface="Segoe UI" pitchFamily="34" charset="0"/>
                        </a:rPr>
                        <a:t>System / environment variables</a:t>
                      </a:r>
                      <a:r>
                        <a:rPr lang="en-US" sz="1050">
                          <a:solidFill>
                            <a:srgbClr val="1F1F1F"/>
                          </a:solidFill>
                          <a:cs typeface="Segoe UI" pitchFamily="34" charset="0"/>
                        </a:rPr>
                        <a:t> load user context and reference it deterministically throughout the conversation.</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r>
                        <a:rPr lang="en-US" sz="1050">
                          <a:solidFill>
                            <a:schemeClr val="tx1"/>
                          </a:solidFill>
                          <a:cs typeface="Segoe UI" pitchFamily="34" charset="0"/>
                        </a:rPr>
                        <a:t>No system variables; instead, instruct the agent to call a </a:t>
                      </a:r>
                      <a:r>
                        <a:rPr lang="en-US" sz="1050" b="1">
                          <a:solidFill>
                            <a:schemeClr val="tx1"/>
                          </a:solidFill>
                          <a:cs typeface="Segoe UI" pitchFamily="34" charset="0"/>
                        </a:rPr>
                        <a:t>tool</a:t>
                      </a:r>
                      <a:r>
                        <a:rPr lang="en-US" sz="1050">
                          <a:solidFill>
                            <a:schemeClr val="tx1"/>
                          </a:solidFill>
                          <a:cs typeface="Segoe UI" pitchFamily="34" charset="0"/>
                        </a:rPr>
                        <a:t> that fetches the context before it responds.</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extLst>
                  <a:ext uri="{0D108BD9-81ED-4DB2-BD59-A6C34878D82A}">
                    <a16:rowId xmlns:a16="http://schemas.microsoft.com/office/drawing/2014/main" val="10003"/>
                  </a:ext>
                </a:extLst>
              </a:tr>
              <a:tr h="850467">
                <a:tc>
                  <a:txBody>
                    <a:bodyPr/>
                    <a:lstStyle/>
                    <a:p>
                      <a:r>
                        <a:rPr lang="en-US" sz="1050" b="1">
                          <a:solidFill>
                            <a:srgbClr val="1F1F1F"/>
                          </a:solidFill>
                          <a:cs typeface="Segoe UI" pitchFamily="34" charset="0"/>
                        </a:rPr>
                        <a:t>Intercept user messages and agent responses</a:t>
                      </a:r>
                    </a:p>
                    <a:p>
                      <a:r>
                        <a:rPr lang="en-US" sz="900">
                          <a:solidFill>
                            <a:srgbClr val="6B7280"/>
                          </a:solidFill>
                          <a:cs typeface="Segoe UI" pitchFamily="34" charset="0"/>
                        </a:rPr>
                        <a:t>e.g. capture incoming user messages, transform the agent response before it is sent</a:t>
                      </a:r>
                    </a:p>
                  </a:txBody>
                  <a:tcPr marT="64008" marB="64008">
                    <a:lnT w="12700" cap="flat" cmpd="sng" algn="ctr">
                      <a:solidFill>
                        <a:srgbClr val="E6EAEF"/>
                      </a:solidFill>
                      <a:prstDash val="solid"/>
                      <a:round/>
                      <a:headEnd type="none" w="med" len="med"/>
                      <a:tailEnd type="none" w="med" len="med"/>
                    </a:lnT>
                    <a:lnB w="12700" cap="flat" cmpd="sng" algn="ctr">
                      <a:solidFill>
                        <a:srgbClr val="E6EAEF"/>
                      </a:solidFill>
                      <a:prstDash val="solid"/>
                      <a:round/>
                      <a:headEnd type="none" w="med" len="med"/>
                      <a:tailEnd type="none" w="med" len="med"/>
                    </a:lnB>
                    <a:noFill/>
                  </a:tcPr>
                </a:tc>
                <a:tc>
                  <a:txBody>
                    <a:bodyPr/>
                    <a:lstStyle/>
                    <a:p>
                      <a:r>
                        <a:rPr lang="en-US" sz="1050">
                          <a:solidFill>
                            <a:srgbClr val="1F1F1F"/>
                          </a:solidFill>
                          <a:cs typeface="Segoe UI" pitchFamily="34" charset="0"/>
                        </a:rPr>
                        <a:t>System </a:t>
                      </a:r>
                      <a:r>
                        <a:rPr lang="en-US" sz="1050" b="1">
                          <a:solidFill>
                            <a:srgbClr val="1F1F1F"/>
                          </a:solidFill>
                          <a:cs typeface="Segoe UI" pitchFamily="34" charset="0"/>
                        </a:rPr>
                        <a:t>topics</a:t>
                      </a:r>
                      <a:r>
                        <a:rPr lang="en-US" sz="1050">
                          <a:solidFill>
                            <a:srgbClr val="1F1F1F"/>
                          </a:solidFill>
                          <a:cs typeface="Segoe UI" pitchFamily="34" charset="0"/>
                        </a:rPr>
                        <a:t> and triggers (such as On message received, On AI response generated) shape messages.</a:t>
                      </a:r>
                    </a:p>
                  </a:txBody>
                  <a:tcPr marT="64008" marB="64008">
                    <a:lnT w="12700" cap="flat" cmpd="sng" algn="ctr">
                      <a:solidFill>
                        <a:srgbClr val="E6EAEF"/>
                      </a:solidFill>
                      <a:prstDash val="solid"/>
                      <a:round/>
                      <a:headEnd type="none" w="med" len="med"/>
                      <a:tailEnd type="none" w="med" len="med"/>
                    </a:lnT>
                    <a:lnB w="12700" cap="flat" cmpd="sng" algn="ctr">
                      <a:solidFill>
                        <a:srgbClr val="E6EAEF"/>
                      </a:solidFill>
                      <a:prstDash val="solid"/>
                      <a:round/>
                      <a:headEnd type="none" w="med" len="med"/>
                      <a:tailEnd type="none" w="med" len="med"/>
                    </a:lnB>
                    <a:noFill/>
                  </a:tcPr>
                </a:tc>
                <a:tc>
                  <a:txBody>
                    <a:bodyPr/>
                    <a:lstStyle/>
                    <a:p>
                      <a:r>
                        <a:rPr lang="en-US" sz="1050">
                          <a:solidFill>
                            <a:schemeClr val="tx1"/>
                          </a:solidFill>
                          <a:cs typeface="Segoe UI" pitchFamily="34" charset="0"/>
                        </a:rPr>
                        <a:t>No general intercept point yet; a plan for hooks is being worked on.</a:t>
                      </a:r>
                    </a:p>
                  </a:txBody>
                  <a:tcPr marT="64008" marB="64008">
                    <a:lnT w="12700" cap="flat" cmpd="sng" algn="ctr">
                      <a:solidFill>
                        <a:srgbClr val="E6EAEF"/>
                      </a:solidFill>
                      <a:prstDash val="solid"/>
                      <a:round/>
                      <a:headEnd type="none" w="med" len="med"/>
                      <a:tailEnd type="none" w="med" len="med"/>
                    </a:lnT>
                    <a:lnB w="12700" cap="flat" cmpd="sng" algn="ctr">
                      <a:solidFill>
                        <a:srgbClr val="E6EAEF"/>
                      </a:solidFill>
                      <a:prstDash val="solid"/>
                      <a:round/>
                      <a:headEnd type="none" w="med" len="med"/>
                      <a:tailEnd type="none" w="med" len="med"/>
                    </a:lnB>
                    <a:noFill/>
                  </a:tcPr>
                </a:tc>
                <a:extLst>
                  <a:ext uri="{0D108BD9-81ED-4DB2-BD59-A6C34878D82A}">
                    <a16:rowId xmlns:a16="http://schemas.microsoft.com/office/drawing/2014/main" val="10004"/>
                  </a:ext>
                </a:extLst>
              </a:tr>
              <a:tr h="76000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sz="1050" b="1" dirty="0">
                          <a:solidFill>
                            <a:srgbClr val="1F1F1F"/>
                          </a:solidFill>
                          <a:latin typeface="+mn-lt"/>
                        </a:rPr>
                        <a:t>Make an ungrounded LLM call</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r>
                        <a:rPr sz="1050" b="0">
                          <a:solidFill>
                            <a:srgbClr val="1F1F1F"/>
                          </a:solidFill>
                        </a:rPr>
                        <a:t>Prompts provide ungrounded LLM calls for tasks like intent classification, sentiment analysis, and summarization.</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r>
                        <a:rPr sz="1050" b="0" dirty="0"/>
                        <a:t>GHCP-harness agents are much more adherent to instructions, so they can perform these tasks directly from instructions, without dedicated prompts.</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extLst>
                  <a:ext uri="{0D108BD9-81ED-4DB2-BD59-A6C34878D82A}">
                    <a16:rowId xmlns:a16="http://schemas.microsoft.com/office/drawing/2014/main" val="4059302812"/>
                  </a:ext>
                </a:extLst>
              </a:tr>
            </a:tbl>
          </a:graphicData>
        </a:graphic>
      </p:graphicFrame>
      <p:sp>
        <p:nvSpPr>
          <p:cNvPr id="7" name="Takeaway Banner">
            <a:extLst>
              <a:ext uri="{FF2B5EF4-FFF2-40B4-BE49-F238E27FC236}">
                <a16:creationId xmlns:a16="http://schemas.microsoft.com/office/drawing/2014/main" id="{8D88C785-F00B-4C40-1549-7BEC1C91CE7A}"/>
              </a:ext>
            </a:extLst>
          </p:cNvPr>
          <p:cNvSpPr/>
          <p:nvPr/>
        </p:nvSpPr>
        <p:spPr>
          <a:xfrm>
            <a:off x="548640" y="5386832"/>
            <a:ext cx="11052046" cy="402336"/>
          </a:xfrm>
          <a:prstGeom prst="roundRect">
            <a:avLst>
              <a:gd name="adj" fmla="val 12000"/>
            </a:avLst>
          </a:prstGeom>
          <a:solidFill>
            <a:srgbClr val="FAF8FA"/>
          </a:solidFill>
          <a:ln w="12700">
            <a:solidFill>
              <a:schemeClr val="bg1"/>
            </a:solidFill>
          </a:ln>
          <a:effectLst>
            <a:outerShdw blurRad="50800" dist="38100" dir="5400000" algn="t" rotWithShape="0">
              <a:prstClr val="black">
                <a:alpha val="40000"/>
              </a:prstClr>
            </a:outerShdw>
          </a:effectLst>
        </p:spPr>
        <p:txBody>
          <a:bodyPr lIns="182880" tIns="18288" rIns="182880" bIns="18288" rtlCol="0" anchor="ctr"/>
          <a:lstStyle/>
          <a:p>
            <a:pPr algn="ctr"/>
            <a:r>
              <a:rPr lang="en-GB" sz="1300" b="1">
                <a:latin typeface="+mj-lt"/>
                <a:cs typeface="Segoe UI" pitchFamily="34" charset="0"/>
              </a:rPr>
              <a:t>Most authoring and conversation logic maps onto instructions, skills, and tools; a few cases need a workaround.</a:t>
            </a:r>
          </a:p>
        </p:txBody>
      </p:sp>
    </p:spTree>
  </p:cSld>
  <p:clrMapOvr>
    <a:masterClrMapping/>
  </p:clrMapOvr>
  <p:transition/>
  <p:extLst>
    <p:ext uri="{6950BFC3-D8DA-4A85-94F7-54DA5524770B}"/>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op Accent"/>
          <p:cNvSpPr/>
          <p:nvPr/>
        </p:nvSpPr>
        <p:spPr>
          <a:xfrm>
            <a:off x="0" y="0"/>
            <a:ext cx="12188952" cy="54864"/>
          </a:xfrm>
          <a:prstGeom prst="rect">
            <a:avLst/>
          </a:prstGeom>
          <a:solidFill>
            <a:srgbClr val="C239B3"/>
          </a:solidFill>
          <a:ln w="12700">
            <a:solidFill>
              <a:srgbClr val="C239B3"/>
            </a:solidFill>
          </a:ln>
        </p:spPr>
        <p:txBody>
          <a:bodyPr rtlCol="0" anchor="ctr"/>
          <a:lstStyle/>
          <a:p>
            <a:pPr algn="ctr"/>
            <a:endParaRPr/>
          </a:p>
        </p:txBody>
      </p:sp>
      <p:sp>
        <p:nvSpPr>
          <p:cNvPr id="59" name="Eyebrow"/>
          <p:cNvSpPr txBox="1"/>
          <p:nvPr/>
        </p:nvSpPr>
        <p:spPr>
          <a:xfrm>
            <a:off x="554737" y="300000"/>
            <a:ext cx="11052046" cy="200000"/>
          </a:xfrm>
          <a:prstGeom prst="rect">
            <a:avLst/>
          </a:prstGeom>
        </p:spPr>
        <p:txBody>
          <a:bodyPr vert="horz" wrap="square" lIns="0" tIns="0" rIns="0" bIns="0" rtlCol="0">
            <a:spAutoFit/>
          </a:bodyPr>
          <a:lstStyle>
            <a:lvl1pPr marR="0" indent="0" defTabSz="932742" fontAlgn="auto">
              <a:lnSpc>
                <a:spcPct val="100000"/>
              </a:lnSpc>
              <a:spcBef>
                <a:spcPct val="20000"/>
              </a:spcBef>
              <a:spcAft>
                <a:spcPts val="0"/>
              </a:spcAft>
              <a:buClrTx/>
              <a:buSzPct val="90000"/>
              <a:buFont typeface="Wingdings" panose="05000000000000000000" pitchFamily="2" charset="2"/>
              <a:buNone/>
              <a:tabLst/>
              <a:defRPr sz="1000" cap="all" spc="0" baseline="0">
                <a:solidFill>
                  <a:srgbClr val="4B5563"/>
                </a:solidFill>
                <a:latin typeface="Aptos"/>
                <a:cs typeface="Segoe Sans Display" pitchFamily="2"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a:t>2 of 2 · Where there is a gap or something upcoming, mostly a question of how easy the workaround is.</a:t>
            </a:r>
          </a:p>
        </p:txBody>
      </p:sp>
      <p:sp>
        <p:nvSpPr>
          <p:cNvPr id="2" name="Title 1"/>
          <p:cNvSpPr>
            <a:spLocks noGrp="1"/>
          </p:cNvSpPr>
          <p:nvPr>
            <p:ph type="title"/>
          </p:nvPr>
        </p:nvSpPr>
        <p:spPr>
          <a:xfrm>
            <a:off x="548640" y="560000"/>
            <a:ext cx="11052046" cy="430887"/>
          </a:xfrm>
        </p:spPr>
        <p:txBody>
          <a:bodyPr/>
          <a:lstStyle/>
          <a:p>
            <a:r>
              <a:rPr lang="en-US" sz="2800" b="1"/>
              <a:t>Mapping standard capabilities to the GitHub Copilot harness</a:t>
            </a:r>
          </a:p>
        </p:txBody>
      </p:sp>
      <p:graphicFrame>
        <p:nvGraphicFramePr>
          <p:cNvPr id="60" name="Mapping Table"/>
          <p:cNvGraphicFramePr>
            <a:graphicFrameLocks noGrp="1"/>
          </p:cNvGraphicFramePr>
          <p:nvPr>
            <p:extLst>
              <p:ext uri="{D42A27DB-BD31-4B8C-83A1-F6EECF244321}">
                <p14:modId xmlns:p14="http://schemas.microsoft.com/office/powerpoint/2010/main" val="2763917560"/>
              </p:ext>
            </p:extLst>
          </p:nvPr>
        </p:nvGraphicFramePr>
        <p:xfrm>
          <a:off x="548640" y="1270000"/>
          <a:ext cx="11090000" cy="2950016"/>
        </p:xfrm>
        <a:graphic>
          <a:graphicData uri="http://schemas.openxmlformats.org/drawingml/2006/table">
            <a:tbl>
              <a:tblPr firstRow="1">
                <a:tableStyleId>{2D5ABB26-0587-4C30-8999-92F81FD0307C}</a:tableStyleId>
              </a:tblPr>
              <a:tblGrid>
                <a:gridCol w="2900000">
                  <a:extLst>
                    <a:ext uri="{9D8B030D-6E8A-4147-A177-3AD203B41FA5}">
                      <a16:colId xmlns:a16="http://schemas.microsoft.com/office/drawing/2014/main" val="20000"/>
                    </a:ext>
                  </a:extLst>
                </a:gridCol>
                <a:gridCol w="4095000">
                  <a:extLst>
                    <a:ext uri="{9D8B030D-6E8A-4147-A177-3AD203B41FA5}">
                      <a16:colId xmlns:a16="http://schemas.microsoft.com/office/drawing/2014/main" val="20001"/>
                    </a:ext>
                  </a:extLst>
                </a:gridCol>
                <a:gridCol w="4095000">
                  <a:extLst>
                    <a:ext uri="{9D8B030D-6E8A-4147-A177-3AD203B41FA5}">
                      <a16:colId xmlns:a16="http://schemas.microsoft.com/office/drawing/2014/main" val="20002"/>
                    </a:ext>
                  </a:extLst>
                </a:gridCol>
              </a:tblGrid>
              <a:tr h="360000">
                <a:tc>
                  <a:txBody>
                    <a:bodyPr/>
                    <a:lstStyle/>
                    <a:p>
                      <a:r>
                        <a:rPr lang="en-US" sz="1200" b="1">
                          <a:solidFill>
                            <a:srgbClr val="1F1F1F"/>
                          </a:solidFill>
                          <a:latin typeface="+mj-lt"/>
                          <a:cs typeface="Segoe UI" pitchFamily="34" charset="0"/>
                        </a:rPr>
                        <a:t>What you want to do</a:t>
                      </a:r>
                    </a:p>
                  </a:txBody>
                  <a:tcPr marT="64008" marB="64008">
                    <a:lnB w="25400" cap="flat">
                      <a:solidFill>
                        <a:srgbClr val="D0D7DE"/>
                      </a:solidFill>
                    </a:lnB>
                    <a:noFill/>
                  </a:tcPr>
                </a:tc>
                <a:tc>
                  <a:txBody>
                    <a:bodyPr/>
                    <a:lstStyle/>
                    <a:p>
                      <a:r>
                        <a:rPr lang="en-US" sz="1200" b="1">
                          <a:solidFill>
                            <a:srgbClr val="C239B3"/>
                          </a:solidFill>
                          <a:latin typeface="+mj-lt"/>
                          <a:cs typeface="Segoe UI" pitchFamily="34" charset="0"/>
                        </a:rPr>
                        <a:t>In standard harness</a:t>
                      </a:r>
                    </a:p>
                  </a:txBody>
                  <a:tcPr marT="64008" marB="64008">
                    <a:lnB w="25400" cap="flat">
                      <a:solidFill>
                        <a:srgbClr val="D0D7DE"/>
                      </a:solidFill>
                    </a:lnB>
                    <a:noFill/>
                  </a:tcPr>
                </a:tc>
                <a:tc>
                  <a:txBody>
                    <a:bodyPr/>
                    <a:lstStyle/>
                    <a:p>
                      <a:r>
                        <a:rPr lang="en-US" sz="1200" b="1">
                          <a:solidFill>
                            <a:srgbClr val="0078D4"/>
                          </a:solidFill>
                          <a:latin typeface="+mj-lt"/>
                          <a:cs typeface="Segoe UI" pitchFamily="34" charset="0"/>
                        </a:rPr>
                        <a:t>In GHCP harness</a:t>
                      </a:r>
                    </a:p>
                  </a:txBody>
                  <a:tcPr marT="64008" marB="64008">
                    <a:lnB w="25400" cap="flat">
                      <a:solidFill>
                        <a:srgbClr val="D0D7DE"/>
                      </a:solidFill>
                    </a:lnB>
                    <a:noFill/>
                  </a:tcPr>
                </a:tc>
                <a:extLst>
                  <a:ext uri="{0D108BD9-81ED-4DB2-BD59-A6C34878D82A}">
                    <a16:rowId xmlns:a16="http://schemas.microsoft.com/office/drawing/2014/main" val="10000"/>
                  </a:ext>
                </a:extLst>
              </a:tr>
              <a:tr h="540000">
                <a:tc>
                  <a:txBody>
                    <a:bodyPr/>
                    <a:lstStyle/>
                    <a:p>
                      <a:r>
                        <a:rPr lang="en-US" sz="1050" b="1">
                          <a:solidFill>
                            <a:srgbClr val="1F1F1F"/>
                          </a:solidFill>
                          <a:cs typeface="Segoe UI" pitchFamily="34" charset="0"/>
                        </a:rPr>
                        <a:t>Display UI components</a:t>
                      </a:r>
                    </a:p>
                  </a:txBody>
                  <a:tcPr marT="64008" marB="64008">
                    <a:lnT w="25400" cap="flat" cmpd="sng" algn="ctr">
                      <a:solidFill>
                        <a:srgbClr val="D0D7DE"/>
                      </a:solidFill>
                      <a:prstDash val="solid"/>
                      <a:round/>
                      <a:headEnd type="none" w="med" len="med"/>
                      <a:tailEnd type="none" w="med" len="med"/>
                    </a:lnT>
                    <a:lnB w="12700" cap="flat">
                      <a:solidFill>
                        <a:srgbClr val="E6EAEF"/>
                      </a:solidFill>
                    </a:lnB>
                    <a:noFill/>
                  </a:tcPr>
                </a:tc>
                <a:tc>
                  <a:txBody>
                    <a:bodyPr/>
                    <a:lstStyle/>
                    <a:p>
                      <a:r>
                        <a:rPr lang="en-US" sz="1050" b="1">
                          <a:solidFill>
                            <a:srgbClr val="1F1F1F"/>
                          </a:solidFill>
                          <a:cs typeface="Segoe UI" pitchFamily="34" charset="0"/>
                        </a:rPr>
                        <a:t>Adaptive Cards</a:t>
                      </a:r>
                      <a:r>
                        <a:rPr lang="en-US" sz="1050">
                          <a:solidFill>
                            <a:srgbClr val="1F1F1F"/>
                          </a:solidFill>
                          <a:cs typeface="Segoe UI" pitchFamily="34" charset="0"/>
                        </a:rPr>
                        <a:t> render a deterministic card experience.</a:t>
                      </a:r>
                    </a:p>
                  </a:txBody>
                  <a:tcPr marT="64008" marB="64008">
                    <a:lnT w="25400" cap="flat" cmpd="sng" algn="ctr">
                      <a:solidFill>
                        <a:srgbClr val="D0D7DE"/>
                      </a:solidFill>
                      <a:prstDash val="solid"/>
                      <a:round/>
                      <a:headEnd type="none" w="med" len="med"/>
                      <a:tailEnd type="none" w="med" len="med"/>
                    </a:lnT>
                    <a:lnB w="12700" cap="flat">
                      <a:solidFill>
                        <a:srgbClr val="E6EAEF"/>
                      </a:solidFill>
                    </a:lnB>
                    <a:noFill/>
                  </a:tcPr>
                </a:tc>
                <a:tc>
                  <a:txBody>
                    <a:bodyPr/>
                    <a:lstStyle/>
                    <a:p>
                      <a:r>
                        <a:rPr lang="en-US" sz="1050" b="1">
                          <a:solidFill>
                            <a:srgbClr val="B0413E"/>
                          </a:solidFill>
                          <a:cs typeface="Segoe UI" pitchFamily="34" charset="0"/>
                        </a:rPr>
                        <a:t>Active work being done on identifying a suitable framework for rich UI components</a:t>
                      </a:r>
                    </a:p>
                  </a:txBody>
                  <a:tcPr marT="64008" marB="64008">
                    <a:lnT w="25400" cap="flat" cmpd="sng" algn="ctr">
                      <a:solidFill>
                        <a:srgbClr val="D0D7DE"/>
                      </a:solidFill>
                      <a:prstDash val="solid"/>
                      <a:round/>
                      <a:headEnd type="none" w="med" len="med"/>
                      <a:tailEnd type="none" w="med" len="med"/>
                    </a:lnT>
                    <a:lnB w="12700" cap="flat">
                      <a:solidFill>
                        <a:srgbClr val="E6EAEF"/>
                      </a:solidFill>
                    </a:lnB>
                    <a:noFill/>
                  </a:tcPr>
                </a:tc>
                <a:extLst>
                  <a:ext uri="{0D108BD9-81ED-4DB2-BD59-A6C34878D82A}">
                    <a16:rowId xmlns:a16="http://schemas.microsoft.com/office/drawing/2014/main" val="10001"/>
                  </a:ext>
                </a:extLst>
              </a:tr>
              <a:tr h="540000">
                <a:tc>
                  <a:txBody>
                    <a:bodyPr/>
                    <a:lstStyle/>
                    <a:p>
                      <a:r>
                        <a:rPr lang="en-US" sz="1050" b="1">
                          <a:solidFill>
                            <a:srgbClr val="1F1F1F"/>
                          </a:solidFill>
                          <a:cs typeface="Segoe UI" pitchFamily="34" charset="0"/>
                        </a:rPr>
                        <a:t>Capture user input via UI components</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r>
                        <a:rPr lang="en-US" sz="1050" b="1">
                          <a:solidFill>
                            <a:srgbClr val="1F1F1F"/>
                          </a:solidFill>
                          <a:cs typeface="Segoe UI" pitchFamily="34" charset="0"/>
                        </a:rPr>
                        <a:t>Adaptive Cards</a:t>
                      </a:r>
                      <a:r>
                        <a:rPr lang="en-US" sz="1050">
                          <a:solidFill>
                            <a:srgbClr val="1F1F1F"/>
                          </a:solidFill>
                          <a:cs typeface="Segoe UI" pitchFamily="34" charset="0"/>
                        </a:rPr>
                        <a:t> with input fields collect structured input.</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r>
                        <a:rPr lang="en-US" sz="1050" b="1">
                          <a:solidFill>
                            <a:srgbClr val="B0413E"/>
                          </a:solidFill>
                          <a:cs typeface="Segoe UI" pitchFamily="34" charset="0"/>
                        </a:rPr>
                        <a:t>Active work being done on identifying a suitable framework for rich UI components</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extLst>
                  <a:ext uri="{0D108BD9-81ED-4DB2-BD59-A6C34878D82A}">
                    <a16:rowId xmlns:a16="http://schemas.microsoft.com/office/drawing/2014/main" val="10002"/>
                  </a:ext>
                </a:extLst>
              </a:tr>
              <a:tr h="620000">
                <a:tc>
                  <a:txBody>
                    <a:bodyPr/>
                    <a:lstStyle/>
                    <a:p>
                      <a:r>
                        <a:rPr lang="en-US" sz="1050" b="1">
                          <a:solidFill>
                            <a:srgbClr val="1F1F1F"/>
                          </a:solidFill>
                          <a:cs typeface="Segoe UI" pitchFamily="34" charset="0"/>
                        </a:rPr>
                        <a:t>Restrict to grounded knowledge only</a:t>
                      </a:r>
                    </a:p>
                  </a:txBody>
                  <a:tcPr marT="64008" marB="64008">
                    <a:lnT w="12700" cap="flat" cmpd="sng" algn="ctr">
                      <a:solidFill>
                        <a:srgbClr val="E6EAEF"/>
                      </a:solidFill>
                      <a:prstDash val="solid"/>
                      <a:round/>
                      <a:headEnd type="none" w="med" len="med"/>
                      <a:tailEnd type="none" w="med" len="med"/>
                    </a:lnT>
                    <a:lnB w="12700" cap="flat" cmpd="sng" algn="ctr">
                      <a:solidFill>
                        <a:srgbClr val="E6EAEF"/>
                      </a:solidFill>
                      <a:prstDash val="solid"/>
                      <a:round/>
                      <a:headEnd type="none" w="med" len="med"/>
                      <a:tailEnd type="none" w="med" len="med"/>
                    </a:lnB>
                    <a:noFill/>
                  </a:tcPr>
                </a:tc>
                <a:tc>
                  <a:txBody>
                    <a:bodyPr/>
                    <a:lstStyle/>
                    <a:p>
                      <a:r>
                        <a:rPr lang="en-US" sz="1050">
                          <a:solidFill>
                            <a:srgbClr val="1F1F1F"/>
                          </a:solidFill>
                          <a:cs typeface="Segoe UI" pitchFamily="34" charset="0"/>
                        </a:rPr>
                        <a:t>Toggle to </a:t>
                      </a:r>
                      <a:r>
                        <a:rPr lang="en-US" sz="1050" b="1">
                          <a:solidFill>
                            <a:srgbClr val="1F1F1F"/>
                          </a:solidFill>
                          <a:cs typeface="Segoe UI" pitchFamily="34" charset="0"/>
                        </a:rPr>
                        <a:t>disable general / LLM knowledge</a:t>
                      </a:r>
                      <a:r>
                        <a:rPr lang="en-US" sz="1050">
                          <a:solidFill>
                            <a:srgbClr val="1F1F1F"/>
                          </a:solidFill>
                          <a:cs typeface="Segoe UI" pitchFamily="34" charset="0"/>
                        </a:rPr>
                        <a:t> and force grounded answers.</a:t>
                      </a:r>
                    </a:p>
                  </a:txBody>
                  <a:tcPr marT="64008" marB="64008">
                    <a:lnT w="12700" cap="flat" cmpd="sng" algn="ctr">
                      <a:solidFill>
                        <a:srgbClr val="E6EAEF"/>
                      </a:solidFill>
                      <a:prstDash val="solid"/>
                      <a:round/>
                      <a:headEnd type="none" w="med" len="med"/>
                      <a:tailEnd type="none" w="med" len="med"/>
                    </a:lnT>
                    <a:lnB w="12700" cap="flat" cmpd="sng" algn="ctr">
                      <a:solidFill>
                        <a:srgbClr val="E6EAEF"/>
                      </a:solidFill>
                      <a:prstDash val="solid"/>
                      <a:round/>
                      <a:headEnd type="none" w="med" len="med"/>
                      <a:tailEnd type="none" w="med" len="med"/>
                    </a:lnB>
                    <a:noFill/>
                  </a:tcPr>
                </a:tc>
                <a:tc>
                  <a:txBody>
                    <a:bodyPr/>
                    <a:lstStyle/>
                    <a:p>
                      <a:r>
                        <a:rPr lang="en-US" sz="1050">
                          <a:solidFill>
                            <a:srgbClr val="1F1F1F"/>
                          </a:solidFill>
                          <a:cs typeface="Segoe UI" pitchFamily="34" charset="0"/>
                        </a:rPr>
                        <a:t>By design not offered, GHCP-harness agents have the autonomy to decide when to generate content or ask.</a:t>
                      </a:r>
                    </a:p>
                  </a:txBody>
                  <a:tcPr marT="64008" marB="64008">
                    <a:lnT w="12700" cap="flat" cmpd="sng" algn="ctr">
                      <a:solidFill>
                        <a:srgbClr val="E6EAEF"/>
                      </a:solidFill>
                      <a:prstDash val="solid"/>
                      <a:round/>
                      <a:headEnd type="none" w="med" len="med"/>
                      <a:tailEnd type="none" w="med" len="med"/>
                    </a:lnT>
                    <a:lnB w="12700" cap="flat" cmpd="sng" algn="ctr">
                      <a:solidFill>
                        <a:srgbClr val="E6EAEF"/>
                      </a:solidFill>
                      <a:prstDash val="solid"/>
                      <a:round/>
                      <a:headEnd type="none" w="med" len="med"/>
                      <a:tailEnd type="none" w="med" len="med"/>
                    </a:lnB>
                    <a:noFill/>
                  </a:tcPr>
                </a:tc>
                <a:extLst>
                  <a:ext uri="{0D108BD9-81ED-4DB2-BD59-A6C34878D82A}">
                    <a16:rowId xmlns:a16="http://schemas.microsoft.com/office/drawing/2014/main" val="10004"/>
                  </a:ext>
                </a:extLst>
              </a:tr>
              <a:tr h="620000">
                <a:tc>
                  <a:txBody>
                    <a:bodyPr/>
                    <a:lstStyle/>
                    <a:p>
                      <a:r>
                        <a:rPr lang="en-US" sz="1050" b="1">
                          <a:solidFill>
                            <a:srgbClr val="1F1F1F"/>
                          </a:solidFill>
                          <a:cs typeface="Segoe UI" pitchFamily="34" charset="0"/>
                        </a:rPr>
                        <a:t>Read files and run real computation on data</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r>
                        <a:rPr lang="en-US" sz="1000">
                          <a:solidFill>
                            <a:srgbClr val="1F1F1F"/>
                          </a:solidFill>
                          <a:cs typeface="Segoe UI" pitchFamily="34" charset="0"/>
                        </a:rPr>
                        <a:t>Code Interpreter (preview) is </a:t>
                      </a:r>
                      <a:r>
                        <a:rPr lang="en-US" sz="1000" b="1">
                          <a:solidFill>
                            <a:srgbClr val="1F1F1F"/>
                          </a:solidFill>
                          <a:cs typeface="Segoe UI" pitchFamily="34" charset="0"/>
                        </a:rPr>
                        <a:t>limited</a:t>
                      </a:r>
                      <a:r>
                        <a:rPr lang="en-US" sz="1000">
                          <a:solidFill>
                            <a:srgbClr val="1F1F1F"/>
                          </a:solidFill>
                          <a:cs typeface="Segoe UI" pitchFamily="34" charset="0"/>
                        </a:rPr>
                        <a:t>: one file per prompt, no multi-turn questions, no system commands, and timeouts on large datasets. It can only be used to generate python code, and only when the orchestrator decides. Admins must enable it per environment, and it can't be called from a topic.</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r>
                        <a:rPr lang="en-US" sz="1000" b="1">
                          <a:solidFill>
                            <a:srgbClr val="1F1F1F"/>
                          </a:solidFill>
                          <a:cs typeface="Segoe UI" pitchFamily="34" charset="0"/>
                        </a:rPr>
                        <a:t>Full Shell access with Python runtime in an isolated container (Agent Sandbox),</a:t>
                      </a:r>
                      <a:r>
                        <a:rPr lang="en-US" sz="1000">
                          <a:solidFill>
                            <a:srgbClr val="1F1F1F"/>
                          </a:solidFill>
                          <a:cs typeface="Segoe UI" pitchFamily="34" charset="0"/>
                        </a:rPr>
                        <a:t> no single-file limit, multi-turn capable, </a:t>
                      </a:r>
                      <a:r>
                        <a:rPr lang="en-US" sz="1000" b="1">
                          <a:solidFill>
                            <a:srgbClr val="1F1F1F"/>
                          </a:solidFill>
                          <a:cs typeface="Segoe UI" pitchFamily="34" charset="0"/>
                        </a:rPr>
                        <a:t>on by default</a:t>
                      </a:r>
                      <a:r>
                        <a:rPr lang="en-US" sz="1000">
                          <a:solidFill>
                            <a:srgbClr val="1F1F1F"/>
                          </a:solidFill>
                          <a:cs typeface="Segoe UI" pitchFamily="34" charset="0"/>
                        </a:rPr>
                        <a:t>. It’s also a workspace that can store temporary files produced by the agent during the current run, and it’s always available for the agent.</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extLst>
                  <a:ext uri="{0D108BD9-81ED-4DB2-BD59-A6C34878D82A}">
                    <a16:rowId xmlns:a16="http://schemas.microsoft.com/office/drawing/2014/main" val="4243594264"/>
                  </a:ext>
                </a:extLst>
              </a:tr>
            </a:tbl>
          </a:graphicData>
        </a:graphic>
      </p:graphicFrame>
      <p:sp>
        <p:nvSpPr>
          <p:cNvPr id="7" name="Takeaway Banner">
            <a:extLst>
              <a:ext uri="{FF2B5EF4-FFF2-40B4-BE49-F238E27FC236}">
                <a16:creationId xmlns:a16="http://schemas.microsoft.com/office/drawing/2014/main" id="{1A1128B2-87BA-675A-5209-E7028D504496}"/>
              </a:ext>
            </a:extLst>
          </p:cNvPr>
          <p:cNvSpPr/>
          <p:nvPr/>
        </p:nvSpPr>
        <p:spPr>
          <a:xfrm>
            <a:off x="548640" y="5386832"/>
            <a:ext cx="11091672" cy="402336"/>
          </a:xfrm>
          <a:prstGeom prst="roundRect">
            <a:avLst>
              <a:gd name="adj" fmla="val 12000"/>
            </a:avLst>
          </a:prstGeom>
          <a:solidFill>
            <a:srgbClr val="FAF8FA"/>
          </a:solidFill>
          <a:ln w="12700">
            <a:solidFill>
              <a:schemeClr val="bg1"/>
            </a:solidFill>
          </a:ln>
          <a:effectLst>
            <a:outerShdw blurRad="50800" dist="38100" dir="5400000" algn="t" rotWithShape="0">
              <a:prstClr val="black">
                <a:alpha val="40000"/>
              </a:prstClr>
            </a:outerShdw>
          </a:effectLst>
        </p:spPr>
        <p:txBody>
          <a:bodyPr lIns="182880" tIns="18288" rIns="182880" bIns="18288" rtlCol="0" anchor="ctr"/>
          <a:lstStyle/>
          <a:p>
            <a:pPr algn="ctr"/>
            <a:r>
              <a:rPr lang="en-GB" sz="1300" b="1">
                <a:latin typeface="+mj-lt"/>
                <a:cs typeface="Segoe UI" pitchFamily="34" charset="0"/>
              </a:rPr>
              <a:t>UI components are the main true gap; most other needs have a workaround or are on the roadmap.</a:t>
            </a:r>
          </a:p>
        </p:txBody>
      </p:sp>
    </p:spTree>
  </p:cSld>
  <p:clrMapOvr>
    <a:masterClrMapping/>
  </p:clrMapOvr>
  <p:transition/>
  <p:extLst>
    <p:ext uri="{6950BFC3-D8DA-4A85-94F7-54DA5524770B}"/>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AB694-09BD-7804-6586-CB91474C9D41}"/>
            </a:ext>
          </a:extLst>
        </p:cNvPr>
        <p:cNvGrpSpPr/>
        <p:nvPr/>
      </p:nvGrpSpPr>
      <p:grpSpPr>
        <a:xfrm>
          <a:off x="0" y="0"/>
          <a:ext cx="0" cy="0"/>
          <a:chOff x="0" y="0"/>
          <a:chExt cx="0" cy="0"/>
        </a:xfrm>
      </p:grpSpPr>
      <p:cxnSp>
        <p:nvCxnSpPr>
          <p:cNvPr id="6" name="conn">
            <a:extLst>
              <a:ext uri="{FF2B5EF4-FFF2-40B4-BE49-F238E27FC236}">
                <a16:creationId xmlns:a16="http://schemas.microsoft.com/office/drawing/2014/main" id="{1086E92A-C651-E509-DFD3-3AD73FA26AEB}"/>
              </a:ext>
            </a:extLst>
          </p:cNvPr>
          <p:cNvCxnSpPr>
            <a:cxnSpLocks/>
            <a:endCxn id="5" idx="0"/>
          </p:cNvCxnSpPr>
          <p:nvPr/>
        </p:nvCxnSpPr>
        <p:spPr>
          <a:xfrm>
            <a:off x="3268980" y="5072301"/>
            <a:ext cx="0" cy="236482"/>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sp>
        <p:nvSpPr>
          <p:cNvPr id="3" name="Top Accent">
            <a:extLst>
              <a:ext uri="{FF2B5EF4-FFF2-40B4-BE49-F238E27FC236}">
                <a16:creationId xmlns:a16="http://schemas.microsoft.com/office/drawing/2014/main" id="{1B8D4264-F95C-8DAE-20A4-A0A8791F140F}"/>
              </a:ext>
            </a:extLst>
          </p:cNvPr>
          <p:cNvSpPr/>
          <p:nvPr/>
        </p:nvSpPr>
        <p:spPr>
          <a:xfrm>
            <a:off x="0" y="0"/>
            <a:ext cx="12188952" cy="54864"/>
          </a:xfrm>
          <a:prstGeom prst="rect">
            <a:avLst/>
          </a:prstGeom>
          <a:solidFill>
            <a:srgbClr val="C239B3"/>
          </a:solidFill>
          <a:ln w="12700">
            <a:solidFill>
              <a:srgbClr val="C239B3"/>
            </a:solidFill>
          </a:ln>
        </p:spPr>
        <p:txBody>
          <a:bodyPr rtlCol="0" anchor="ctr"/>
          <a:lstStyle/>
          <a:p>
            <a:pPr algn="ctr"/>
            <a:endParaRPr/>
          </a:p>
        </p:txBody>
      </p:sp>
      <p:sp>
        <p:nvSpPr>
          <p:cNvPr id="59" name="Eyebrow">
            <a:extLst>
              <a:ext uri="{FF2B5EF4-FFF2-40B4-BE49-F238E27FC236}">
                <a16:creationId xmlns:a16="http://schemas.microsoft.com/office/drawing/2014/main" id="{C258E1C5-8B71-B411-C9EE-79A8DF798079}"/>
              </a:ext>
            </a:extLst>
          </p:cNvPr>
          <p:cNvSpPr txBox="1"/>
          <p:nvPr/>
        </p:nvSpPr>
        <p:spPr>
          <a:xfrm>
            <a:off x="554737" y="300000"/>
            <a:ext cx="11052046" cy="200000"/>
          </a:xfrm>
          <a:prstGeom prst="rect">
            <a:avLst/>
          </a:prstGeom>
        </p:spPr>
        <p:txBody>
          <a:bodyPr vert="horz" wrap="square" lIns="0" tIns="0" rIns="0" bIns="0" rtlCol="0">
            <a:spAutoFit/>
          </a:bodyPr>
          <a:lstStyle>
            <a:lvl1pPr marR="0" indent="0" defTabSz="932742" fontAlgn="auto">
              <a:lnSpc>
                <a:spcPct val="100000"/>
              </a:lnSpc>
              <a:spcBef>
                <a:spcPct val="20000"/>
              </a:spcBef>
              <a:spcAft>
                <a:spcPts val="0"/>
              </a:spcAft>
              <a:buClrTx/>
              <a:buSzPct val="90000"/>
              <a:buFont typeface="Wingdings" panose="05000000000000000000" pitchFamily="2" charset="2"/>
              <a:buNone/>
              <a:tabLst/>
              <a:defRPr sz="1000" cap="all" spc="0" baseline="0">
                <a:solidFill>
                  <a:srgbClr val="4B5563"/>
                </a:solidFill>
                <a:latin typeface="Aptos"/>
                <a:cs typeface="Segoe Sans Display" pitchFamily="2"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a:t>You are here: Agents · Introduction</a:t>
            </a:r>
          </a:p>
        </p:txBody>
      </p:sp>
      <p:sp>
        <p:nvSpPr>
          <p:cNvPr id="2" name="Title 1">
            <a:extLst>
              <a:ext uri="{FF2B5EF4-FFF2-40B4-BE49-F238E27FC236}">
                <a16:creationId xmlns:a16="http://schemas.microsoft.com/office/drawing/2014/main" id="{C4AED72D-FD92-2EBB-785B-8B658B8DE08E}"/>
              </a:ext>
            </a:extLst>
          </p:cNvPr>
          <p:cNvSpPr>
            <a:spLocks noGrp="1"/>
          </p:cNvSpPr>
          <p:nvPr>
            <p:ph type="title"/>
          </p:nvPr>
        </p:nvSpPr>
        <p:spPr>
          <a:xfrm>
            <a:off x="571500" y="519543"/>
            <a:ext cx="11052046" cy="492443"/>
          </a:xfrm>
        </p:spPr>
        <p:txBody>
          <a:bodyPr/>
          <a:lstStyle/>
          <a:p>
            <a:r>
              <a:rPr lang="en-US" sz="3000" b="1"/>
              <a:t>Contents</a:t>
            </a:r>
          </a:p>
        </p:txBody>
      </p:sp>
      <p:sp>
        <p:nvSpPr>
          <p:cNvPr id="301" name="Introduction">
            <a:extLst>
              <a:ext uri="{FF2B5EF4-FFF2-40B4-BE49-F238E27FC236}">
                <a16:creationId xmlns:a16="http://schemas.microsoft.com/office/drawing/2014/main" id="{AAED0CEB-569D-F323-4FAE-4F53F9CD840B}"/>
              </a:ext>
            </a:extLst>
          </p:cNvPr>
          <p:cNvSpPr/>
          <p:nvPr/>
        </p:nvSpPr>
        <p:spPr bwMode="auto">
          <a:xfrm>
            <a:off x="548640" y="1327961"/>
            <a:ext cx="11091672" cy="593088"/>
          </a:xfrm>
          <a:prstGeom prst="roundRect">
            <a:avLst>
              <a:gd name="adj" fmla="val 6000"/>
            </a:avLst>
          </a:prstGeom>
          <a:solidFill>
            <a:srgbClr val="EEF1F5"/>
          </a:solidFill>
          <a:ln w="12700">
            <a:solidFill>
              <a:srgbClr val="DFE4EA"/>
            </a:solidFill>
          </a:ln>
        </p:spPr>
        <p:txBody>
          <a:bodyPr wrap="square" lIns="160020" tIns="91440" rIns="160020" bIns="91440" anchor="t">
            <a:noAutofit/>
          </a:bodyPr>
          <a:lstStyle/>
          <a:p>
            <a:pPr>
              <a:spcAft>
                <a:spcPts val="300"/>
              </a:spcAft>
            </a:pPr>
            <a:r>
              <a:rPr lang="en-US" sz="1100" b="1">
                <a:solidFill>
                  <a:srgbClr val="1F1F1F"/>
                </a:solidFill>
                <a:cs typeface="Segoe UI" pitchFamily="34" charset="0"/>
              </a:rPr>
              <a:t>Introduction</a:t>
            </a:r>
          </a:p>
          <a:p>
            <a:pPr marL="171450" indent="-171450">
              <a:spcAft>
                <a:spcPts val="200"/>
              </a:spcAft>
              <a:buFont typeface="Arial"/>
              <a:buChar char="•"/>
            </a:pPr>
            <a:r>
              <a:rPr lang="en-US" sz="1250">
                <a:solidFill>
                  <a:srgbClr val="1F1F1F"/>
                </a:solidFill>
                <a:cs typeface="Segoe UI" pitchFamily="34" charset="0"/>
              </a:rPr>
              <a:t>What this guide is about: agents and workflows at a glance</a:t>
            </a:r>
          </a:p>
        </p:txBody>
      </p:sp>
      <p:sp>
        <p:nvSpPr>
          <p:cNvPr id="302" name="Agents · introduction">
            <a:extLst>
              <a:ext uri="{FF2B5EF4-FFF2-40B4-BE49-F238E27FC236}">
                <a16:creationId xmlns:a16="http://schemas.microsoft.com/office/drawing/2014/main" id="{89E0A90A-E8A3-42D5-13E9-92153F69D80E}"/>
              </a:ext>
            </a:extLst>
          </p:cNvPr>
          <p:cNvSpPr/>
          <p:nvPr/>
        </p:nvSpPr>
        <p:spPr bwMode="auto">
          <a:xfrm>
            <a:off x="548640" y="2201049"/>
            <a:ext cx="5440680" cy="860000"/>
          </a:xfrm>
          <a:prstGeom prst="roundRect">
            <a:avLst>
              <a:gd name="adj" fmla="val 6000"/>
            </a:avLst>
          </a:prstGeom>
          <a:solidFill>
            <a:srgbClr val="EAF5FF"/>
          </a:solidFill>
          <a:ln w="12700">
            <a:solidFill>
              <a:schemeClr val="accent5">
                <a:lumMod val="40000"/>
                <a:lumOff val="60000"/>
              </a:schemeClr>
            </a:solidFill>
          </a:ln>
        </p:spPr>
        <p:txBody>
          <a:bodyPr wrap="square" lIns="160020" tIns="91440" rIns="160020" bIns="91440" anchor="t">
            <a:noAutofit/>
          </a:bodyPr>
          <a:lstStyle/>
          <a:p>
            <a:pPr>
              <a:spcAft>
                <a:spcPts val="300"/>
              </a:spcAft>
            </a:pPr>
            <a:r>
              <a:rPr lang="en-US" sz="1100" b="1">
                <a:solidFill>
                  <a:srgbClr val="0078D4"/>
                </a:solidFill>
                <a:cs typeface="Segoe UI" pitchFamily="34" charset="0"/>
              </a:rPr>
              <a:t>Agents · introduction</a:t>
            </a:r>
          </a:p>
          <a:p>
            <a:pPr marL="171450" indent="-171450">
              <a:spcAft>
                <a:spcPts val="200"/>
              </a:spcAft>
              <a:buFont typeface="Arial"/>
              <a:buChar char="•"/>
            </a:pPr>
            <a:r>
              <a:rPr lang="en-GB" sz="1250">
                <a:solidFill>
                  <a:srgbClr val="1F1F1F"/>
                </a:solidFill>
                <a:cs typeface="Segoe UI" pitchFamily="34" charset="0"/>
              </a:rPr>
              <a:t>Why build agents on the GitHub Copilot (GHCP) harness</a:t>
            </a:r>
            <a:endParaRPr lang="en-US" sz="1250">
              <a:solidFill>
                <a:srgbClr val="1F1F1F"/>
              </a:solidFill>
              <a:cs typeface="Segoe UI" pitchFamily="34" charset="0"/>
            </a:endParaRPr>
          </a:p>
          <a:p>
            <a:pPr marL="171450" indent="-171450">
              <a:spcAft>
                <a:spcPts val="200"/>
              </a:spcAft>
              <a:buFont typeface="Arial"/>
              <a:buChar char="•"/>
            </a:pPr>
            <a:r>
              <a:rPr lang="en-US" sz="1250">
                <a:solidFill>
                  <a:srgbClr val="1F1F1F"/>
                </a:solidFill>
                <a:cs typeface="Segoe UI" pitchFamily="34" charset="0"/>
              </a:rPr>
              <a:t>Standard vs modern orchestration</a:t>
            </a:r>
          </a:p>
        </p:txBody>
      </p:sp>
      <p:sp>
        <p:nvSpPr>
          <p:cNvPr id="303" name="Workflows · introduction">
            <a:extLst>
              <a:ext uri="{FF2B5EF4-FFF2-40B4-BE49-F238E27FC236}">
                <a16:creationId xmlns:a16="http://schemas.microsoft.com/office/drawing/2014/main" id="{06B7FF82-242C-AAC0-AAAF-A8AF265999FD}"/>
              </a:ext>
            </a:extLst>
          </p:cNvPr>
          <p:cNvSpPr/>
          <p:nvPr/>
        </p:nvSpPr>
        <p:spPr bwMode="auto">
          <a:xfrm>
            <a:off x="6199632" y="2201049"/>
            <a:ext cx="5440680" cy="860000"/>
          </a:xfrm>
          <a:prstGeom prst="roundRect">
            <a:avLst>
              <a:gd name="adj" fmla="val 6000"/>
            </a:avLst>
          </a:prstGeom>
          <a:solidFill>
            <a:srgbClr val="F3EEFB"/>
          </a:solidFill>
          <a:ln w="76200">
            <a:solidFill>
              <a:srgbClr val="C03BC4"/>
            </a:solidFill>
          </a:ln>
        </p:spPr>
        <p:txBody>
          <a:bodyPr wrap="square" lIns="160020" tIns="91440" rIns="160020" bIns="91440" anchor="t">
            <a:noAutofit/>
          </a:bodyPr>
          <a:lstStyle/>
          <a:p>
            <a:pPr>
              <a:spcAft>
                <a:spcPts val="300"/>
              </a:spcAft>
            </a:pPr>
            <a:r>
              <a:rPr lang="en-US" sz="1100" b="1">
                <a:solidFill>
                  <a:srgbClr val="6B3FA0"/>
                </a:solidFill>
                <a:cs typeface="Segoe UI" pitchFamily="34" charset="0"/>
              </a:rPr>
              <a:t>Workflows · introduction</a:t>
            </a:r>
          </a:p>
          <a:p>
            <a:pPr marL="171450" indent="-171450">
              <a:spcAft>
                <a:spcPts val="200"/>
              </a:spcAft>
              <a:buFont typeface="Arial"/>
              <a:buChar char="•"/>
            </a:pPr>
            <a:r>
              <a:rPr lang="en-US" sz="1250">
                <a:solidFill>
                  <a:srgbClr val="1F1F1F"/>
                </a:solidFill>
                <a:cs typeface="Segoe UI" pitchFamily="34" charset="0"/>
              </a:rPr>
              <a:t>What is really new, what is not</a:t>
            </a:r>
          </a:p>
        </p:txBody>
      </p:sp>
      <p:sp>
        <p:nvSpPr>
          <p:cNvPr id="304" name="Choose where to build what">
            <a:extLst>
              <a:ext uri="{FF2B5EF4-FFF2-40B4-BE49-F238E27FC236}">
                <a16:creationId xmlns:a16="http://schemas.microsoft.com/office/drawing/2014/main" id="{2876CBA4-9AF0-D383-E5BB-48E6826C151F}"/>
              </a:ext>
            </a:extLst>
          </p:cNvPr>
          <p:cNvSpPr/>
          <p:nvPr/>
        </p:nvSpPr>
        <p:spPr bwMode="auto">
          <a:xfrm>
            <a:off x="548640" y="3341049"/>
            <a:ext cx="11091672" cy="600000"/>
          </a:xfrm>
          <a:prstGeom prst="roundRect">
            <a:avLst>
              <a:gd name="adj" fmla="val 6000"/>
            </a:avLst>
          </a:prstGeom>
          <a:solidFill>
            <a:srgbClr val="EEF1F5"/>
          </a:solidFill>
          <a:ln w="12700">
            <a:solidFill>
              <a:srgbClr val="DFE4EA"/>
            </a:solidFill>
          </a:ln>
        </p:spPr>
        <p:txBody>
          <a:bodyPr wrap="square" lIns="160020" tIns="91440" rIns="160020" bIns="91440" anchor="t">
            <a:noAutofit/>
          </a:bodyPr>
          <a:lstStyle/>
          <a:p>
            <a:pPr>
              <a:spcAft>
                <a:spcPts val="300"/>
              </a:spcAft>
            </a:pPr>
            <a:r>
              <a:rPr lang="en-US" sz="1100" b="1">
                <a:solidFill>
                  <a:srgbClr val="1F1F1F"/>
                </a:solidFill>
                <a:cs typeface="Segoe UI" pitchFamily="34" charset="0"/>
              </a:rPr>
              <a:t>Choose where to build what</a:t>
            </a:r>
          </a:p>
          <a:p>
            <a:pPr marL="171450" indent="-171450">
              <a:spcAft>
                <a:spcPts val="200"/>
              </a:spcAft>
              <a:buFont typeface="Arial"/>
              <a:buChar char="•"/>
            </a:pPr>
            <a:r>
              <a:rPr lang="en-US" sz="1250">
                <a:solidFill>
                  <a:srgbClr val="1F1F1F"/>
                </a:solidFill>
                <a:cs typeface="Segoe UI" pitchFamily="34" charset="0"/>
              </a:rPr>
              <a:t>Pick the right solution: predictability vs agility</a:t>
            </a:r>
          </a:p>
        </p:txBody>
      </p:sp>
      <p:sp>
        <p:nvSpPr>
          <p:cNvPr id="305" name="Agents · building">
            <a:extLst>
              <a:ext uri="{FF2B5EF4-FFF2-40B4-BE49-F238E27FC236}">
                <a16:creationId xmlns:a16="http://schemas.microsoft.com/office/drawing/2014/main" id="{884F66F1-D696-C365-C10C-50B144EFFC6D}"/>
              </a:ext>
            </a:extLst>
          </p:cNvPr>
          <p:cNvSpPr/>
          <p:nvPr/>
        </p:nvSpPr>
        <p:spPr bwMode="auto">
          <a:xfrm>
            <a:off x="548640" y="4221049"/>
            <a:ext cx="5440680" cy="851252"/>
          </a:xfrm>
          <a:prstGeom prst="roundRect">
            <a:avLst>
              <a:gd name="adj" fmla="val 6000"/>
            </a:avLst>
          </a:prstGeom>
          <a:solidFill>
            <a:srgbClr val="EAF5FF"/>
          </a:solidFill>
          <a:ln w="12700">
            <a:solidFill>
              <a:srgbClr val="CFE6FB"/>
            </a:solidFill>
          </a:ln>
        </p:spPr>
        <p:txBody>
          <a:bodyPr wrap="square" lIns="160020" tIns="91440" rIns="160020" bIns="91440" anchor="t">
            <a:noAutofit/>
          </a:bodyPr>
          <a:lstStyle/>
          <a:p>
            <a:pPr>
              <a:spcAft>
                <a:spcPts val="300"/>
              </a:spcAft>
            </a:pPr>
            <a:r>
              <a:rPr lang="en-US" sz="1100" b="1">
                <a:solidFill>
                  <a:srgbClr val="0078D4"/>
                </a:solidFill>
                <a:cs typeface="Segoe UI" pitchFamily="34" charset="0"/>
              </a:rPr>
              <a:t>Agents · building</a:t>
            </a:r>
          </a:p>
          <a:p>
            <a:pPr marL="171450" indent="-171450">
              <a:spcAft>
                <a:spcPts val="200"/>
              </a:spcAft>
              <a:buFont typeface="Arial"/>
              <a:buChar char="•"/>
            </a:pPr>
            <a:r>
              <a:rPr lang="en-US" sz="1250">
                <a:solidFill>
                  <a:srgbClr val="1F1F1F"/>
                </a:solidFill>
                <a:cs typeface="Segoe UI" pitchFamily="34" charset="0"/>
              </a:rPr>
              <a:t>Building blocks of </a:t>
            </a:r>
            <a:r>
              <a:rPr lang="en-GB" sz="1250">
                <a:solidFill>
                  <a:srgbClr val="1F1F1F"/>
                </a:solidFill>
                <a:cs typeface="Segoe UI" pitchFamily="34" charset="0"/>
              </a:rPr>
              <a:t>agents powered by the GHCP harness</a:t>
            </a:r>
            <a:endParaRPr lang="en-US" sz="1250">
              <a:solidFill>
                <a:srgbClr val="1F1F1F"/>
              </a:solidFill>
              <a:cs typeface="Segoe UI" pitchFamily="34" charset="0"/>
            </a:endParaRPr>
          </a:p>
          <a:p>
            <a:pPr marL="171450" indent="-171450">
              <a:spcAft>
                <a:spcPts val="200"/>
              </a:spcAft>
              <a:buFont typeface="Arial"/>
              <a:buChar char="•"/>
            </a:pPr>
            <a:r>
              <a:rPr lang="en-US" sz="1250">
                <a:solidFill>
                  <a:srgbClr val="1F1F1F"/>
                </a:solidFill>
                <a:cs typeface="Segoe UI" pitchFamily="34" charset="0"/>
              </a:rPr>
              <a:t>Skill best practices</a:t>
            </a:r>
          </a:p>
        </p:txBody>
      </p:sp>
      <p:sp>
        <p:nvSpPr>
          <p:cNvPr id="306" name="Workflows · building">
            <a:extLst>
              <a:ext uri="{FF2B5EF4-FFF2-40B4-BE49-F238E27FC236}">
                <a16:creationId xmlns:a16="http://schemas.microsoft.com/office/drawing/2014/main" id="{70CD655E-4799-8129-5BE5-355D820E7F15}"/>
              </a:ext>
            </a:extLst>
          </p:cNvPr>
          <p:cNvSpPr/>
          <p:nvPr/>
        </p:nvSpPr>
        <p:spPr bwMode="auto">
          <a:xfrm>
            <a:off x="6199632" y="4221048"/>
            <a:ext cx="5440680" cy="1087735"/>
          </a:xfrm>
          <a:prstGeom prst="roundRect">
            <a:avLst>
              <a:gd name="adj" fmla="val 6000"/>
            </a:avLst>
          </a:prstGeom>
          <a:solidFill>
            <a:srgbClr val="F3EEFB"/>
          </a:solidFill>
          <a:ln w="12700">
            <a:solidFill>
              <a:srgbClr val="E0D4F0"/>
            </a:solidFill>
          </a:ln>
        </p:spPr>
        <p:txBody>
          <a:bodyPr wrap="square" lIns="160020" tIns="91440" rIns="160020" bIns="91440" anchor="t">
            <a:noAutofit/>
          </a:bodyPr>
          <a:lstStyle/>
          <a:p>
            <a:pPr>
              <a:spcAft>
                <a:spcPts val="300"/>
              </a:spcAft>
            </a:pPr>
            <a:r>
              <a:rPr lang="en-US" sz="1100" b="1">
                <a:solidFill>
                  <a:srgbClr val="6B3FA0"/>
                </a:solidFill>
                <a:cs typeface="Segoe UI" pitchFamily="34" charset="0"/>
              </a:rPr>
              <a:t>Workflows · building</a:t>
            </a:r>
          </a:p>
          <a:p>
            <a:pPr marL="171450" indent="-171450">
              <a:spcAft>
                <a:spcPts val="200"/>
              </a:spcAft>
              <a:buFont typeface="Arial"/>
              <a:buChar char="•"/>
            </a:pPr>
            <a:r>
              <a:rPr lang="en-US" sz="1250">
                <a:solidFill>
                  <a:srgbClr val="1F1F1F"/>
                </a:solidFill>
                <a:cs typeface="Segoe UI" pitchFamily="34" charset="0"/>
              </a:rPr>
              <a:t>Choosing deterministic vs AI per step</a:t>
            </a:r>
          </a:p>
          <a:p>
            <a:pPr marL="171450" indent="-171450">
              <a:spcAft>
                <a:spcPts val="200"/>
              </a:spcAft>
              <a:buFont typeface="Arial"/>
              <a:buChar char="•"/>
            </a:pPr>
            <a:r>
              <a:rPr lang="en-US" sz="1250">
                <a:solidFill>
                  <a:srgbClr val="1F1F1F"/>
                </a:solidFill>
                <a:cs typeface="Segoe UI" pitchFamily="34" charset="0"/>
              </a:rPr>
              <a:t>Goal-first vs agent-first mindset</a:t>
            </a:r>
          </a:p>
          <a:p>
            <a:pPr marL="171450" indent="-171450">
              <a:spcAft>
                <a:spcPts val="200"/>
              </a:spcAft>
              <a:buFont typeface="Arial"/>
              <a:buChar char="•"/>
            </a:pPr>
            <a:r>
              <a:rPr lang="en-US" sz="1250">
                <a:solidFill>
                  <a:srgbClr val="1F1F1F"/>
                </a:solidFill>
                <a:cs typeface="Segoe UI" pitchFamily="34" charset="0"/>
              </a:rPr>
              <a:t>Building with trust and safety</a:t>
            </a:r>
          </a:p>
        </p:txBody>
      </p:sp>
      <p:cxnSp>
        <p:nvCxnSpPr>
          <p:cNvPr id="307" name="conn">
            <a:extLst>
              <a:ext uri="{FF2B5EF4-FFF2-40B4-BE49-F238E27FC236}">
                <a16:creationId xmlns:a16="http://schemas.microsoft.com/office/drawing/2014/main" id="{AAE971F2-B99F-95B2-80CF-706A2042C7D3}"/>
              </a:ext>
            </a:extLst>
          </p:cNvPr>
          <p:cNvCxnSpPr/>
          <p:nvPr/>
        </p:nvCxnSpPr>
        <p:spPr>
          <a:xfrm>
            <a:off x="6094476" y="1921049"/>
            <a:ext cx="0" cy="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08" name="conn">
            <a:extLst>
              <a:ext uri="{FF2B5EF4-FFF2-40B4-BE49-F238E27FC236}">
                <a16:creationId xmlns:a16="http://schemas.microsoft.com/office/drawing/2014/main" id="{7A529796-CCDB-59B5-E8E3-1B0C5675826E}"/>
              </a:ext>
            </a:extLst>
          </p:cNvPr>
          <p:cNvCxnSpPr/>
          <p:nvPr/>
        </p:nvCxnSpPr>
        <p:spPr>
          <a:xfrm>
            <a:off x="3268980" y="2011049"/>
            <a:ext cx="5650992" cy="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09" name="conn">
            <a:extLst>
              <a:ext uri="{FF2B5EF4-FFF2-40B4-BE49-F238E27FC236}">
                <a16:creationId xmlns:a16="http://schemas.microsoft.com/office/drawing/2014/main" id="{8A5E2F32-7692-3714-611A-2186667A161A}"/>
              </a:ext>
            </a:extLst>
          </p:cNvPr>
          <p:cNvCxnSpPr/>
          <p:nvPr/>
        </p:nvCxnSpPr>
        <p:spPr>
          <a:xfrm>
            <a:off x="3268980" y="201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0" name="conn">
            <a:extLst>
              <a:ext uri="{FF2B5EF4-FFF2-40B4-BE49-F238E27FC236}">
                <a16:creationId xmlns:a16="http://schemas.microsoft.com/office/drawing/2014/main" id="{6DFE8D4C-CF93-BCA1-B53A-FAD8689EE7BC}"/>
              </a:ext>
            </a:extLst>
          </p:cNvPr>
          <p:cNvCxnSpPr/>
          <p:nvPr/>
        </p:nvCxnSpPr>
        <p:spPr>
          <a:xfrm>
            <a:off x="8919972" y="201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1" name="conn">
            <a:extLst>
              <a:ext uri="{FF2B5EF4-FFF2-40B4-BE49-F238E27FC236}">
                <a16:creationId xmlns:a16="http://schemas.microsoft.com/office/drawing/2014/main" id="{BDD212A0-C1D9-11BD-F94E-286F5D6AD104}"/>
              </a:ext>
            </a:extLst>
          </p:cNvPr>
          <p:cNvCxnSpPr/>
          <p:nvPr/>
        </p:nvCxnSpPr>
        <p:spPr>
          <a:xfrm>
            <a:off x="3268980" y="306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2" name="conn">
            <a:extLst>
              <a:ext uri="{FF2B5EF4-FFF2-40B4-BE49-F238E27FC236}">
                <a16:creationId xmlns:a16="http://schemas.microsoft.com/office/drawing/2014/main" id="{0E8554D2-61E0-0CC3-C543-7B90360DC840}"/>
              </a:ext>
            </a:extLst>
          </p:cNvPr>
          <p:cNvCxnSpPr/>
          <p:nvPr/>
        </p:nvCxnSpPr>
        <p:spPr>
          <a:xfrm>
            <a:off x="8919972" y="306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3" name="conn">
            <a:extLst>
              <a:ext uri="{FF2B5EF4-FFF2-40B4-BE49-F238E27FC236}">
                <a16:creationId xmlns:a16="http://schemas.microsoft.com/office/drawing/2014/main" id="{2EB46720-BB35-6560-5D23-EDAC54E4B396}"/>
              </a:ext>
            </a:extLst>
          </p:cNvPr>
          <p:cNvCxnSpPr/>
          <p:nvPr/>
        </p:nvCxnSpPr>
        <p:spPr>
          <a:xfrm>
            <a:off x="3268980" y="3251049"/>
            <a:ext cx="5650992" cy="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4" name="conn">
            <a:extLst>
              <a:ext uri="{FF2B5EF4-FFF2-40B4-BE49-F238E27FC236}">
                <a16:creationId xmlns:a16="http://schemas.microsoft.com/office/drawing/2014/main" id="{85B8C3FB-BF37-7235-EAF4-4DA0FC980D4F}"/>
              </a:ext>
            </a:extLst>
          </p:cNvPr>
          <p:cNvCxnSpPr/>
          <p:nvPr/>
        </p:nvCxnSpPr>
        <p:spPr>
          <a:xfrm>
            <a:off x="6094476" y="3251049"/>
            <a:ext cx="0" cy="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5" name="conn">
            <a:extLst>
              <a:ext uri="{FF2B5EF4-FFF2-40B4-BE49-F238E27FC236}">
                <a16:creationId xmlns:a16="http://schemas.microsoft.com/office/drawing/2014/main" id="{C38F1413-A2B3-39B0-7A1C-30776D5CFFFE}"/>
              </a:ext>
            </a:extLst>
          </p:cNvPr>
          <p:cNvCxnSpPr/>
          <p:nvPr/>
        </p:nvCxnSpPr>
        <p:spPr>
          <a:xfrm>
            <a:off x="6094476" y="3941049"/>
            <a:ext cx="0" cy="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6" name="conn">
            <a:extLst>
              <a:ext uri="{FF2B5EF4-FFF2-40B4-BE49-F238E27FC236}">
                <a16:creationId xmlns:a16="http://schemas.microsoft.com/office/drawing/2014/main" id="{BEDE865E-2542-54E5-4D28-141D27FE2943}"/>
              </a:ext>
            </a:extLst>
          </p:cNvPr>
          <p:cNvCxnSpPr/>
          <p:nvPr/>
        </p:nvCxnSpPr>
        <p:spPr>
          <a:xfrm>
            <a:off x="3268980" y="4031049"/>
            <a:ext cx="5650992" cy="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7" name="conn">
            <a:extLst>
              <a:ext uri="{FF2B5EF4-FFF2-40B4-BE49-F238E27FC236}">
                <a16:creationId xmlns:a16="http://schemas.microsoft.com/office/drawing/2014/main" id="{1D0FDA60-1F57-EFE8-15EE-7E609101FDA0}"/>
              </a:ext>
            </a:extLst>
          </p:cNvPr>
          <p:cNvCxnSpPr/>
          <p:nvPr/>
        </p:nvCxnSpPr>
        <p:spPr>
          <a:xfrm>
            <a:off x="3268980" y="403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8" name="conn">
            <a:extLst>
              <a:ext uri="{FF2B5EF4-FFF2-40B4-BE49-F238E27FC236}">
                <a16:creationId xmlns:a16="http://schemas.microsoft.com/office/drawing/2014/main" id="{8505F8FA-67E9-00F9-4A9E-1D110B65425C}"/>
              </a:ext>
            </a:extLst>
          </p:cNvPr>
          <p:cNvCxnSpPr/>
          <p:nvPr/>
        </p:nvCxnSpPr>
        <p:spPr>
          <a:xfrm>
            <a:off x="8919972" y="403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sp>
        <p:nvSpPr>
          <p:cNvPr id="399" name="Intro Done">
            <a:extLst>
              <a:ext uri="{FF2B5EF4-FFF2-40B4-BE49-F238E27FC236}">
                <a16:creationId xmlns:a16="http://schemas.microsoft.com/office/drawing/2014/main" id="{02B3D49F-71D6-D91C-9F95-6BB84926C86F}"/>
              </a:ext>
            </a:extLst>
          </p:cNvPr>
          <p:cNvSpPr/>
          <p:nvPr/>
        </p:nvSpPr>
        <p:spPr>
          <a:xfrm>
            <a:off x="-961513" y="1503221"/>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
        <p:nvSpPr>
          <p:cNvPr id="5" name="Agents · building">
            <a:extLst>
              <a:ext uri="{FF2B5EF4-FFF2-40B4-BE49-F238E27FC236}">
                <a16:creationId xmlns:a16="http://schemas.microsoft.com/office/drawing/2014/main" id="{5F72DFA2-5F41-5E7E-F73F-4DBE414A9814}"/>
              </a:ext>
            </a:extLst>
          </p:cNvPr>
          <p:cNvSpPr/>
          <p:nvPr/>
        </p:nvSpPr>
        <p:spPr bwMode="auto">
          <a:xfrm>
            <a:off x="548640" y="5308783"/>
            <a:ext cx="5440680" cy="656165"/>
          </a:xfrm>
          <a:prstGeom prst="roundRect">
            <a:avLst>
              <a:gd name="adj" fmla="val 6000"/>
            </a:avLst>
          </a:prstGeom>
          <a:solidFill>
            <a:srgbClr val="EAF5FF"/>
          </a:solidFill>
          <a:ln w="12700">
            <a:solidFill>
              <a:srgbClr val="CFE6FB"/>
            </a:solidFill>
          </a:ln>
        </p:spPr>
        <p:txBody>
          <a:bodyPr wrap="square" lIns="160020" tIns="91440" rIns="160020" bIns="91440" anchor="t">
            <a:noAutofit/>
          </a:bodyPr>
          <a:lstStyle/>
          <a:p>
            <a:pPr>
              <a:spcAft>
                <a:spcPts val="300"/>
              </a:spcAft>
            </a:pPr>
            <a:r>
              <a:rPr lang="en-US" sz="1100" b="1">
                <a:solidFill>
                  <a:srgbClr val="0078D4"/>
                </a:solidFill>
                <a:cs typeface="Segoe UI" pitchFamily="34" charset="0"/>
              </a:rPr>
              <a:t>Agents · AI Assisted developing</a:t>
            </a:r>
          </a:p>
          <a:p>
            <a:pPr marL="171450" indent="-171450">
              <a:spcAft>
                <a:spcPts val="200"/>
              </a:spcAft>
              <a:buFont typeface="Arial"/>
              <a:buChar char="•"/>
            </a:pPr>
            <a:r>
              <a:rPr lang="en-GB" sz="1250">
                <a:solidFill>
                  <a:srgbClr val="1F1F1F"/>
                </a:solidFill>
                <a:cs typeface="Segoe UI" pitchFamily="34" charset="0"/>
              </a:rPr>
              <a:t>Upgrade from standard agents to the GHCP harness</a:t>
            </a:r>
            <a:endParaRPr lang="en-US" sz="1250">
              <a:solidFill>
                <a:srgbClr val="1F1F1F"/>
              </a:solidFill>
              <a:cs typeface="Segoe UI" pitchFamily="34" charset="0"/>
            </a:endParaRPr>
          </a:p>
        </p:txBody>
      </p:sp>
      <p:sp>
        <p:nvSpPr>
          <p:cNvPr id="7" name="Intro Done">
            <a:extLst>
              <a:ext uri="{FF2B5EF4-FFF2-40B4-BE49-F238E27FC236}">
                <a16:creationId xmlns:a16="http://schemas.microsoft.com/office/drawing/2014/main" id="{2A2ABD6E-04FE-E488-18F9-DE4DAF9C8200}"/>
              </a:ext>
            </a:extLst>
          </p:cNvPr>
          <p:cNvSpPr/>
          <p:nvPr/>
        </p:nvSpPr>
        <p:spPr>
          <a:xfrm>
            <a:off x="11135001" y="1471050"/>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
        <p:nvSpPr>
          <p:cNvPr id="8" name="Intro Done">
            <a:extLst>
              <a:ext uri="{FF2B5EF4-FFF2-40B4-BE49-F238E27FC236}">
                <a16:creationId xmlns:a16="http://schemas.microsoft.com/office/drawing/2014/main" id="{D05A7FC2-8388-E1ED-3DCF-306628E94427}"/>
              </a:ext>
            </a:extLst>
          </p:cNvPr>
          <p:cNvSpPr/>
          <p:nvPr/>
        </p:nvSpPr>
        <p:spPr>
          <a:xfrm>
            <a:off x="5461729" y="2481049"/>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Tree>
    <p:extLst>
      <p:ext uri="{BB962C8B-B14F-4D97-AF65-F5344CB8AC3E}">
        <p14:creationId xmlns:p14="http://schemas.microsoft.com/office/powerpoint/2010/main" val="153921300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0803C-A260-336A-AD85-660606604905}"/>
            </a:ext>
          </a:extLst>
        </p:cNvPr>
        <p:cNvGrpSpPr/>
        <p:nvPr/>
      </p:nvGrpSpPr>
      <p:grpSpPr>
        <a:xfrm>
          <a:off x="0" y="0"/>
          <a:ext cx="0" cy="0"/>
          <a:chOff x="0" y="0"/>
          <a:chExt cx="0" cy="0"/>
        </a:xfrm>
      </p:grpSpPr>
      <p:sp>
        <p:nvSpPr>
          <p:cNvPr id="3" name="Top Accent">
            <a:extLst>
              <a:ext uri="{FF2B5EF4-FFF2-40B4-BE49-F238E27FC236}">
                <a16:creationId xmlns:a16="http://schemas.microsoft.com/office/drawing/2014/main" id="{A17CA2A5-09CE-9BE8-E1A2-036C414786AB}"/>
              </a:ext>
            </a:extLst>
          </p:cNvPr>
          <p:cNvSpPr/>
          <p:nvPr/>
        </p:nvSpPr>
        <p:spPr>
          <a:xfrm>
            <a:off x="0" y="0"/>
            <a:ext cx="12188952" cy="54864"/>
          </a:xfrm>
          <a:prstGeom prst="rect">
            <a:avLst/>
          </a:prstGeom>
          <a:solidFill>
            <a:srgbClr val="C239B3"/>
          </a:solidFill>
          <a:ln w="12700">
            <a:solidFill>
              <a:srgbClr val="C239B3"/>
            </a:solidFill>
          </a:ln>
        </p:spPr>
        <p:txBody>
          <a:bodyPr rtlCol="0" anchor="ctr"/>
          <a:lstStyle/>
          <a:p>
            <a:pPr algn="ctr"/>
            <a:endParaRPr/>
          </a:p>
        </p:txBody>
      </p:sp>
      <p:sp>
        <p:nvSpPr>
          <p:cNvPr id="5" name="Title 4">
            <a:extLst>
              <a:ext uri="{FF2B5EF4-FFF2-40B4-BE49-F238E27FC236}">
                <a16:creationId xmlns:a16="http://schemas.microsoft.com/office/drawing/2014/main" id="{08201506-B71A-94C9-D109-44AAEA45F065}"/>
              </a:ext>
            </a:extLst>
          </p:cNvPr>
          <p:cNvSpPr>
            <a:spLocks noGrp="1"/>
          </p:cNvSpPr>
          <p:nvPr>
            <p:ph type="title"/>
          </p:nvPr>
        </p:nvSpPr>
        <p:spPr>
          <a:xfrm>
            <a:off x="568453" y="537000"/>
            <a:ext cx="11052046" cy="430887"/>
          </a:xfrm>
        </p:spPr>
        <p:txBody>
          <a:bodyPr/>
          <a:lstStyle/>
          <a:p>
            <a:r>
              <a:rPr lang="en-GB" sz="2800"/>
              <a:t>From automations triggered by agents to agentic workflows </a:t>
            </a:r>
          </a:p>
        </p:txBody>
      </p:sp>
      <p:sp>
        <p:nvSpPr>
          <p:cNvPr id="8" name="Rectangle: Rounded Corners 7">
            <a:extLst>
              <a:ext uri="{FF2B5EF4-FFF2-40B4-BE49-F238E27FC236}">
                <a16:creationId xmlns:a16="http://schemas.microsoft.com/office/drawing/2014/main" id="{C5F35624-E3E2-4D51-8842-6234A7D4EC4A}"/>
              </a:ext>
              <a:ext uri="{C183D7F6-B498-43B3-948B-1728B52AA6E4}">
                <adec:decorative xmlns:adec="http://schemas.microsoft.com/office/drawing/2017/decorative" val="1"/>
              </a:ext>
            </a:extLst>
          </p:cNvPr>
          <p:cNvSpPr/>
          <p:nvPr/>
        </p:nvSpPr>
        <p:spPr bwMode="auto">
          <a:xfrm>
            <a:off x="4360920" y="1658855"/>
            <a:ext cx="3445210" cy="3434276"/>
          </a:xfrm>
          <a:prstGeom prst="roundRect">
            <a:avLst>
              <a:gd name="adj" fmla="val 5848"/>
            </a:avLst>
          </a:prstGeom>
          <a:solidFill>
            <a:srgbClr val="FAF0FA">
              <a:alpha val="58824"/>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137160" numCol="1" spcCol="0" rtlCol="0" fromWordArt="0" anchor="ctr" anchorCtr="0" forceAA="0" compatLnSpc="1">
            <a:prstTxWarp prst="textNoShape">
              <a:avLst/>
            </a:prstTxWarp>
            <a:noAutofit/>
          </a:bodyPr>
          <a:lstStyle/>
          <a:p>
            <a:pPr defTabSz="932472" fontAlgn="base">
              <a:spcAft>
                <a:spcPts val="600"/>
              </a:spcAft>
            </a:pPr>
            <a:endParaRPr lang="en-US" sz="1400">
              <a:solidFill>
                <a:schemeClr val="tx1"/>
              </a:solidFill>
              <a:latin typeface="+mj-lt"/>
              <a:cs typeface="Segoe UI" pitchFamily="34" charset="0"/>
            </a:endParaRPr>
          </a:p>
        </p:txBody>
      </p:sp>
      <p:sp>
        <p:nvSpPr>
          <p:cNvPr id="9" name="Rectangle: Rounded Corners 8">
            <a:extLst>
              <a:ext uri="{FF2B5EF4-FFF2-40B4-BE49-F238E27FC236}">
                <a16:creationId xmlns:a16="http://schemas.microsoft.com/office/drawing/2014/main" id="{547C6BC5-9FCD-4565-5494-11538B2BA1EB}"/>
              </a:ext>
              <a:ext uri="{C183D7F6-B498-43B3-948B-1728B52AA6E4}">
                <adec:decorative xmlns:adec="http://schemas.microsoft.com/office/drawing/2017/decorative" val="1"/>
              </a:ext>
            </a:extLst>
          </p:cNvPr>
          <p:cNvSpPr>
            <a:spLocks/>
          </p:cNvSpPr>
          <p:nvPr/>
        </p:nvSpPr>
        <p:spPr bwMode="auto">
          <a:xfrm>
            <a:off x="669628" y="1658857"/>
            <a:ext cx="3445210" cy="3434276"/>
          </a:xfrm>
          <a:prstGeom prst="roundRect">
            <a:avLst>
              <a:gd name="adj" fmla="val 5848"/>
            </a:avLst>
          </a:prstGeom>
          <a:solidFill>
            <a:srgbClr val="E7F9FF">
              <a:alpha val="50196"/>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54864" rIns="91440" bIns="91440" numCol="1" spcCol="0" rtlCol="0" fromWordArt="0" anchor="t" anchorCtr="0" forceAA="0" compatLnSpc="1">
            <a:prstTxWarp prst="textNoShape">
              <a:avLst/>
            </a:prstTxWarp>
            <a:noAutofit/>
          </a:bodyPr>
          <a:lstStyle/>
          <a:p>
            <a:pPr lvl="0" defTabSz="914367">
              <a:spcAft>
                <a:spcPts val="600"/>
              </a:spcAft>
              <a:defRPr/>
            </a:pPr>
            <a:endParaRPr lang="en-US" sz="1400" b="1">
              <a:solidFill>
                <a:schemeClr val="bg1"/>
              </a:solidFill>
              <a:latin typeface="+mj-lt"/>
            </a:endParaRPr>
          </a:p>
        </p:txBody>
      </p:sp>
      <p:sp>
        <p:nvSpPr>
          <p:cNvPr id="10" name="Rectangle: Rounded Corners 9">
            <a:extLst>
              <a:ext uri="{FF2B5EF4-FFF2-40B4-BE49-F238E27FC236}">
                <a16:creationId xmlns:a16="http://schemas.microsoft.com/office/drawing/2014/main" id="{A087E9FD-376A-CE94-5D3B-D8DCDB581C28}"/>
              </a:ext>
              <a:ext uri="{C183D7F6-B498-43B3-948B-1728B52AA6E4}">
                <adec:decorative xmlns:adec="http://schemas.microsoft.com/office/drawing/2017/decorative" val="1"/>
              </a:ext>
            </a:extLst>
          </p:cNvPr>
          <p:cNvSpPr>
            <a:spLocks/>
          </p:cNvSpPr>
          <p:nvPr/>
        </p:nvSpPr>
        <p:spPr bwMode="auto">
          <a:xfrm>
            <a:off x="8052212" y="1658855"/>
            <a:ext cx="3440672" cy="3434276"/>
          </a:xfrm>
          <a:prstGeom prst="roundRect">
            <a:avLst>
              <a:gd name="adj" fmla="val 5848"/>
            </a:avLst>
          </a:prstGeom>
          <a:solidFill>
            <a:srgbClr val="E1F2FF">
              <a:alpha val="47059"/>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lvl="0" defTabSz="914367">
              <a:spcAft>
                <a:spcPts val="600"/>
              </a:spcAft>
              <a:defRPr/>
            </a:pPr>
            <a:endParaRPr lang="en-US" sz="1400">
              <a:solidFill>
                <a:schemeClr val="bg1"/>
              </a:solidFill>
            </a:endParaRPr>
          </a:p>
        </p:txBody>
      </p:sp>
      <p:sp>
        <p:nvSpPr>
          <p:cNvPr id="11" name="TextBox 10">
            <a:extLst>
              <a:ext uri="{FF2B5EF4-FFF2-40B4-BE49-F238E27FC236}">
                <a16:creationId xmlns:a16="http://schemas.microsoft.com/office/drawing/2014/main" id="{6A534D8F-3271-217C-2186-3522C10DDB85}"/>
              </a:ext>
            </a:extLst>
          </p:cNvPr>
          <p:cNvSpPr txBox="1"/>
          <p:nvPr/>
        </p:nvSpPr>
        <p:spPr>
          <a:xfrm>
            <a:off x="943247" y="1730866"/>
            <a:ext cx="2849540" cy="369332"/>
          </a:xfrm>
          <a:prstGeom prst="rect">
            <a:avLst/>
          </a:prstGeom>
          <a:noFill/>
        </p:spPr>
        <p:txBody>
          <a:bodyPr wrap="square">
            <a:spAutoFit/>
          </a:bodyPr>
          <a:lstStyle/>
          <a:p>
            <a:pPr algn="ctr"/>
            <a:r>
              <a:rPr lang="en-GB" b="1">
                <a:solidFill>
                  <a:sysClr val="windowText" lastClr="000000"/>
                </a:solidFill>
                <a:latin typeface="+mj-lt"/>
              </a:rPr>
              <a:t>CLOUD FLOWS</a:t>
            </a:r>
            <a:endParaRPr b="1">
              <a:solidFill>
                <a:sysClr val="windowText" lastClr="000000"/>
              </a:solidFill>
              <a:latin typeface="+mj-lt"/>
            </a:endParaRPr>
          </a:p>
        </p:txBody>
      </p:sp>
      <p:sp>
        <p:nvSpPr>
          <p:cNvPr id="12" name="Rounded Rectangle 14">
            <a:extLst>
              <a:ext uri="{FF2B5EF4-FFF2-40B4-BE49-F238E27FC236}">
                <a16:creationId xmlns:a16="http://schemas.microsoft.com/office/drawing/2014/main" id="{27894F2C-52A9-7223-D796-4175D877B875}"/>
              </a:ext>
            </a:extLst>
          </p:cNvPr>
          <p:cNvSpPr/>
          <p:nvPr/>
        </p:nvSpPr>
        <p:spPr>
          <a:xfrm>
            <a:off x="736818" y="2863177"/>
            <a:ext cx="3241082" cy="576000"/>
          </a:xfrm>
          <a:prstGeom prst="roundRect">
            <a:avLst/>
          </a:prstGeom>
          <a:solidFill>
            <a:srgbClr val="068694"/>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GB" sz="1400">
                <a:solidFill>
                  <a:schemeClr val="bg1"/>
                </a:solidFill>
                <a:latin typeface="+mj-lt"/>
              </a:rPr>
              <a:t>Flexible approach to automate processes across apps and services</a:t>
            </a:r>
            <a:endParaRPr sz="1400">
              <a:solidFill>
                <a:schemeClr val="bg1"/>
              </a:solidFill>
              <a:latin typeface="+mj-lt"/>
            </a:endParaRPr>
          </a:p>
        </p:txBody>
      </p:sp>
      <p:sp>
        <p:nvSpPr>
          <p:cNvPr id="13" name="Rounded Rectangle 15">
            <a:extLst>
              <a:ext uri="{FF2B5EF4-FFF2-40B4-BE49-F238E27FC236}">
                <a16:creationId xmlns:a16="http://schemas.microsoft.com/office/drawing/2014/main" id="{A7392249-CE19-D186-94F8-B6B9827966A7}"/>
              </a:ext>
            </a:extLst>
          </p:cNvPr>
          <p:cNvSpPr/>
          <p:nvPr/>
        </p:nvSpPr>
        <p:spPr>
          <a:xfrm>
            <a:off x="737672" y="3535956"/>
            <a:ext cx="3239140" cy="576000"/>
          </a:xfrm>
          <a:prstGeom prst="roundRect">
            <a:avLst/>
          </a:prstGeom>
          <a:solidFill>
            <a:srgbClr val="068694"/>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GB" sz="1400">
                <a:solidFill>
                  <a:schemeClr val="bg1"/>
                </a:solidFill>
                <a:latin typeface="+mj-lt"/>
              </a:rPr>
              <a:t>Runs within Power Automate </a:t>
            </a:r>
          </a:p>
        </p:txBody>
      </p:sp>
      <p:sp>
        <p:nvSpPr>
          <p:cNvPr id="14" name="Rounded Rectangle 16">
            <a:extLst>
              <a:ext uri="{FF2B5EF4-FFF2-40B4-BE49-F238E27FC236}">
                <a16:creationId xmlns:a16="http://schemas.microsoft.com/office/drawing/2014/main" id="{342DD61D-A198-6AEC-0530-AA09E6974566}"/>
              </a:ext>
            </a:extLst>
          </p:cNvPr>
          <p:cNvSpPr/>
          <p:nvPr/>
        </p:nvSpPr>
        <p:spPr>
          <a:xfrm>
            <a:off x="737672" y="4208735"/>
            <a:ext cx="3239140" cy="576000"/>
          </a:xfrm>
          <a:prstGeom prst="roundRect">
            <a:avLst/>
          </a:prstGeom>
          <a:solidFill>
            <a:srgbClr val="068694"/>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GB" sz="1400">
                <a:solidFill>
                  <a:schemeClr val="bg1"/>
                </a:solidFill>
                <a:latin typeface="+mj-lt"/>
              </a:rPr>
              <a:t>Supports standard and premium connectors</a:t>
            </a:r>
            <a:endParaRPr sz="1400">
              <a:solidFill>
                <a:schemeClr val="bg1"/>
              </a:solidFill>
              <a:latin typeface="+mj-lt"/>
            </a:endParaRPr>
          </a:p>
        </p:txBody>
      </p:sp>
      <p:sp>
        <p:nvSpPr>
          <p:cNvPr id="15" name="TextBox 14">
            <a:extLst>
              <a:ext uri="{FF2B5EF4-FFF2-40B4-BE49-F238E27FC236}">
                <a16:creationId xmlns:a16="http://schemas.microsoft.com/office/drawing/2014/main" id="{EA99128F-B67C-5E3B-B1AB-5B0C09C51A7B}"/>
              </a:ext>
            </a:extLst>
          </p:cNvPr>
          <p:cNvSpPr txBox="1"/>
          <p:nvPr/>
        </p:nvSpPr>
        <p:spPr>
          <a:xfrm>
            <a:off x="3627814" y="5149565"/>
            <a:ext cx="1151115" cy="612934"/>
          </a:xfrm>
          <a:prstGeom prst="roundRect">
            <a:avLst/>
          </a:prstGeom>
          <a:noFill/>
        </p:spPr>
        <p:txBody>
          <a:bodyPr wrap="square">
            <a:spAutoFit/>
          </a:bodyPr>
          <a:lstStyle/>
          <a:p>
            <a:pPr algn="ctr"/>
            <a:r>
              <a:rPr lang="en-GB" sz="1000">
                <a:solidFill>
                  <a:sysClr val="windowText" lastClr="000000"/>
                </a:solidFill>
                <a:latin typeface="+mj-lt"/>
              </a:rPr>
              <a:t>Optimized for use in </a:t>
            </a:r>
            <a:br>
              <a:rPr lang="en-GB" sz="1000">
                <a:solidFill>
                  <a:sysClr val="windowText" lastClr="000000"/>
                </a:solidFill>
                <a:latin typeface="+mj-lt"/>
              </a:rPr>
            </a:br>
            <a:r>
              <a:rPr lang="en-GB" sz="1000">
                <a:solidFill>
                  <a:sysClr val="windowText" lastClr="000000"/>
                </a:solidFill>
                <a:latin typeface="+mj-lt"/>
              </a:rPr>
              <a:t>Copilot Studio</a:t>
            </a:r>
          </a:p>
        </p:txBody>
      </p:sp>
      <p:sp>
        <p:nvSpPr>
          <p:cNvPr id="16" name="TextBox 15">
            <a:extLst>
              <a:ext uri="{FF2B5EF4-FFF2-40B4-BE49-F238E27FC236}">
                <a16:creationId xmlns:a16="http://schemas.microsoft.com/office/drawing/2014/main" id="{66E6FFA7-077F-C349-AF4E-5008932E2D0E}"/>
              </a:ext>
            </a:extLst>
          </p:cNvPr>
          <p:cNvSpPr txBox="1"/>
          <p:nvPr/>
        </p:nvSpPr>
        <p:spPr>
          <a:xfrm>
            <a:off x="4640016" y="1723487"/>
            <a:ext cx="2849540" cy="646331"/>
          </a:xfrm>
          <a:prstGeom prst="rect">
            <a:avLst/>
          </a:prstGeom>
          <a:noFill/>
        </p:spPr>
        <p:txBody>
          <a:bodyPr wrap="square">
            <a:spAutoFit/>
          </a:bodyPr>
          <a:lstStyle/>
          <a:p>
            <a:pPr algn="ctr"/>
            <a:r>
              <a:rPr lang="en-GB" b="1">
                <a:solidFill>
                  <a:sysClr val="windowText" lastClr="000000"/>
                </a:solidFill>
                <a:latin typeface="+mj-lt"/>
              </a:rPr>
              <a:t>AGENT FLOWS </a:t>
            </a:r>
            <a:br>
              <a:rPr lang="en-GB" b="1">
                <a:solidFill>
                  <a:sysClr val="windowText" lastClr="000000"/>
                </a:solidFill>
                <a:latin typeface="+mj-lt"/>
              </a:rPr>
            </a:br>
            <a:endParaRPr b="1">
              <a:solidFill>
                <a:sysClr val="windowText" lastClr="000000"/>
              </a:solidFill>
              <a:latin typeface="+mj-lt"/>
            </a:endParaRPr>
          </a:p>
        </p:txBody>
      </p:sp>
      <p:sp>
        <p:nvSpPr>
          <p:cNvPr id="17" name="Rounded Rectangle 14">
            <a:extLst>
              <a:ext uri="{FF2B5EF4-FFF2-40B4-BE49-F238E27FC236}">
                <a16:creationId xmlns:a16="http://schemas.microsoft.com/office/drawing/2014/main" id="{ECBCCA30-316D-EFF8-173F-0A157FF9BD70}"/>
              </a:ext>
            </a:extLst>
          </p:cNvPr>
          <p:cNvSpPr/>
          <p:nvPr/>
        </p:nvSpPr>
        <p:spPr>
          <a:xfrm>
            <a:off x="4463249" y="2852879"/>
            <a:ext cx="3241082" cy="576000"/>
          </a:xfrm>
          <a:prstGeom prst="roundRect">
            <a:avLst/>
          </a:prstGeom>
          <a:solidFill>
            <a:schemeClr val="accent2">
              <a:lumMod val="75000"/>
            </a:schemeClr>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IN" sz="1400">
                <a:solidFill>
                  <a:schemeClr val="bg1"/>
                </a:solidFill>
                <a:latin typeface="+mj-lt"/>
              </a:rPr>
              <a:t>Optimized experience for automations tied to Copilot Studio agents</a:t>
            </a:r>
          </a:p>
        </p:txBody>
      </p:sp>
      <p:sp>
        <p:nvSpPr>
          <p:cNvPr id="18" name="Rounded Rectangle 15">
            <a:extLst>
              <a:ext uri="{FF2B5EF4-FFF2-40B4-BE49-F238E27FC236}">
                <a16:creationId xmlns:a16="http://schemas.microsoft.com/office/drawing/2014/main" id="{2F5DB97B-BA0B-BD12-1B61-FBD2759D1E59}"/>
              </a:ext>
            </a:extLst>
          </p:cNvPr>
          <p:cNvSpPr/>
          <p:nvPr/>
        </p:nvSpPr>
        <p:spPr>
          <a:xfrm>
            <a:off x="4464103" y="3525658"/>
            <a:ext cx="3239140" cy="576000"/>
          </a:xfrm>
          <a:prstGeom prst="roundRect">
            <a:avLst/>
          </a:prstGeom>
          <a:solidFill>
            <a:schemeClr val="accent2">
              <a:lumMod val="75000"/>
            </a:schemeClr>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GB" sz="1400">
                <a:solidFill>
                  <a:schemeClr val="bg1"/>
                </a:solidFill>
                <a:latin typeface="+mj-lt"/>
              </a:rPr>
              <a:t>Runs within Copilot Studio</a:t>
            </a:r>
          </a:p>
        </p:txBody>
      </p:sp>
      <p:sp>
        <p:nvSpPr>
          <p:cNvPr id="19" name="Rounded Rectangle 16">
            <a:extLst>
              <a:ext uri="{FF2B5EF4-FFF2-40B4-BE49-F238E27FC236}">
                <a16:creationId xmlns:a16="http://schemas.microsoft.com/office/drawing/2014/main" id="{B120970A-DEE4-17E3-F250-5EDC87D10941}"/>
              </a:ext>
            </a:extLst>
          </p:cNvPr>
          <p:cNvSpPr/>
          <p:nvPr/>
        </p:nvSpPr>
        <p:spPr>
          <a:xfrm>
            <a:off x="4464103" y="4198437"/>
            <a:ext cx="3239140" cy="576000"/>
          </a:xfrm>
          <a:prstGeom prst="roundRect">
            <a:avLst/>
          </a:prstGeom>
          <a:solidFill>
            <a:schemeClr val="accent2">
              <a:lumMod val="75000"/>
            </a:schemeClr>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GB" sz="1400">
                <a:solidFill>
                  <a:schemeClr val="bg1"/>
                </a:solidFill>
                <a:latin typeface="+mj-lt"/>
              </a:rPr>
              <a:t>Supports connectors optimized for agent-related actions</a:t>
            </a:r>
          </a:p>
        </p:txBody>
      </p:sp>
      <p:sp>
        <p:nvSpPr>
          <p:cNvPr id="20" name="TextBox 19">
            <a:extLst>
              <a:ext uri="{FF2B5EF4-FFF2-40B4-BE49-F238E27FC236}">
                <a16:creationId xmlns:a16="http://schemas.microsoft.com/office/drawing/2014/main" id="{49B65572-27FE-D984-FC4E-C0A5AAB176E2}"/>
              </a:ext>
            </a:extLst>
          </p:cNvPr>
          <p:cNvSpPr txBox="1"/>
          <p:nvPr/>
        </p:nvSpPr>
        <p:spPr>
          <a:xfrm>
            <a:off x="8330683" y="1730866"/>
            <a:ext cx="2849540" cy="646331"/>
          </a:xfrm>
          <a:prstGeom prst="rect">
            <a:avLst/>
          </a:prstGeom>
          <a:noFill/>
        </p:spPr>
        <p:txBody>
          <a:bodyPr wrap="square">
            <a:spAutoFit/>
          </a:bodyPr>
          <a:lstStyle/>
          <a:p>
            <a:pPr algn="ctr"/>
            <a:r>
              <a:rPr lang="en-GB" b="1">
                <a:solidFill>
                  <a:sysClr val="windowText" lastClr="000000"/>
                </a:solidFill>
                <a:latin typeface="+mj-lt"/>
              </a:rPr>
              <a:t>WORKFLOWS</a:t>
            </a:r>
            <a:br>
              <a:rPr lang="en-GB" b="1">
                <a:solidFill>
                  <a:sysClr val="windowText" lastClr="000000"/>
                </a:solidFill>
                <a:latin typeface="+mj-lt"/>
              </a:rPr>
            </a:br>
            <a:endParaRPr b="1">
              <a:solidFill>
                <a:sysClr val="windowText" lastClr="000000"/>
              </a:solidFill>
              <a:latin typeface="+mj-lt"/>
            </a:endParaRPr>
          </a:p>
        </p:txBody>
      </p:sp>
      <p:sp>
        <p:nvSpPr>
          <p:cNvPr id="21" name="Rounded Rectangle 14">
            <a:extLst>
              <a:ext uri="{FF2B5EF4-FFF2-40B4-BE49-F238E27FC236}">
                <a16:creationId xmlns:a16="http://schemas.microsoft.com/office/drawing/2014/main" id="{87F7EF5C-71D8-DDCA-941B-553CE7BEC1BA}"/>
              </a:ext>
            </a:extLst>
          </p:cNvPr>
          <p:cNvSpPr/>
          <p:nvPr/>
        </p:nvSpPr>
        <p:spPr>
          <a:xfrm>
            <a:off x="8154540" y="2860136"/>
            <a:ext cx="3270111" cy="576000"/>
          </a:xfrm>
          <a:prstGeom prst="roundRect">
            <a:avLst/>
          </a:prstGeom>
          <a:solidFill>
            <a:schemeClr val="accent1"/>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GB" sz="1400">
                <a:solidFill>
                  <a:schemeClr val="bg1"/>
                </a:solidFill>
                <a:latin typeface="+mj-lt"/>
              </a:rPr>
              <a:t>Improved canvas to build agentic automations in Copilot Studio</a:t>
            </a:r>
            <a:endParaRPr lang="en-IN" sz="1400">
              <a:solidFill>
                <a:schemeClr val="bg1"/>
              </a:solidFill>
              <a:latin typeface="+mj-lt"/>
            </a:endParaRPr>
          </a:p>
        </p:txBody>
      </p:sp>
      <p:sp>
        <p:nvSpPr>
          <p:cNvPr id="22" name="Rounded Rectangle 15">
            <a:extLst>
              <a:ext uri="{FF2B5EF4-FFF2-40B4-BE49-F238E27FC236}">
                <a16:creationId xmlns:a16="http://schemas.microsoft.com/office/drawing/2014/main" id="{E2193DF2-DA16-3C99-CE6F-E17DA675B26B}"/>
              </a:ext>
            </a:extLst>
          </p:cNvPr>
          <p:cNvSpPr/>
          <p:nvPr/>
        </p:nvSpPr>
        <p:spPr>
          <a:xfrm>
            <a:off x="8155393" y="3532915"/>
            <a:ext cx="3260911" cy="568743"/>
          </a:xfrm>
          <a:prstGeom prst="roundRect">
            <a:avLst/>
          </a:prstGeom>
          <a:solidFill>
            <a:schemeClr val="accent1"/>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en-GB" sz="1400">
                <a:solidFill>
                  <a:schemeClr val="bg1"/>
                </a:solidFill>
                <a:latin typeface="+mj-lt"/>
              </a:rPr>
              <a:t>Runs within Copilot Studio</a:t>
            </a:r>
            <a:endParaRPr lang="en-GB" sz="1400">
              <a:solidFill>
                <a:schemeClr val="bg1"/>
              </a:solidFill>
              <a:latin typeface="+mj-lt"/>
              <a:cs typeface="Segoe Sans Display Semibold"/>
            </a:endParaRPr>
          </a:p>
        </p:txBody>
      </p:sp>
      <p:sp>
        <p:nvSpPr>
          <p:cNvPr id="23" name="Rounded Rectangle 16">
            <a:extLst>
              <a:ext uri="{FF2B5EF4-FFF2-40B4-BE49-F238E27FC236}">
                <a16:creationId xmlns:a16="http://schemas.microsoft.com/office/drawing/2014/main" id="{256C5BFB-09B6-D406-C479-B0F4ADEAAA68}"/>
              </a:ext>
            </a:extLst>
          </p:cNvPr>
          <p:cNvSpPr/>
          <p:nvPr/>
        </p:nvSpPr>
        <p:spPr>
          <a:xfrm>
            <a:off x="8155393" y="4198437"/>
            <a:ext cx="3239140" cy="576000"/>
          </a:xfrm>
          <a:prstGeom prst="roundRect">
            <a:avLst/>
          </a:prstGeom>
          <a:solidFill>
            <a:schemeClr val="accent1"/>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GB" sz="1400">
                <a:solidFill>
                  <a:schemeClr val="bg1"/>
                </a:solidFill>
                <a:latin typeface="+mj-lt"/>
              </a:rPr>
              <a:t>Includes native AI action nodes and </a:t>
            </a:r>
            <a:br>
              <a:rPr lang="en-GB" sz="1400">
                <a:solidFill>
                  <a:schemeClr val="bg1"/>
                </a:solidFill>
                <a:latin typeface="+mj-lt"/>
              </a:rPr>
            </a:br>
            <a:r>
              <a:rPr lang="en-GB" sz="1400">
                <a:solidFill>
                  <a:schemeClr val="bg1"/>
                </a:solidFill>
                <a:latin typeface="+mj-lt"/>
              </a:rPr>
              <a:t>an inline agent designer</a:t>
            </a:r>
          </a:p>
        </p:txBody>
      </p:sp>
      <p:sp>
        <p:nvSpPr>
          <p:cNvPr id="24" name="TextBox 23">
            <a:extLst>
              <a:ext uri="{FF2B5EF4-FFF2-40B4-BE49-F238E27FC236}">
                <a16:creationId xmlns:a16="http://schemas.microsoft.com/office/drawing/2014/main" id="{9A697D03-234E-C3CF-724F-59A9366D51C2}"/>
              </a:ext>
            </a:extLst>
          </p:cNvPr>
          <p:cNvSpPr txBox="1"/>
          <p:nvPr/>
        </p:nvSpPr>
        <p:spPr>
          <a:xfrm>
            <a:off x="7344837" y="5170310"/>
            <a:ext cx="1151115" cy="612934"/>
          </a:xfrm>
          <a:prstGeom prst="roundRect">
            <a:avLst/>
          </a:prstGeom>
          <a:noFill/>
        </p:spPr>
        <p:txBody>
          <a:bodyPr wrap="square">
            <a:spAutoFit/>
          </a:bodyPr>
          <a:lstStyle/>
          <a:p>
            <a:pPr algn="ctr"/>
            <a:r>
              <a:rPr lang="en-GB" sz="1000" b="1">
                <a:solidFill>
                  <a:sysClr val="windowText" lastClr="000000"/>
                </a:solidFill>
                <a:latin typeface="+mj-lt"/>
              </a:rPr>
              <a:t>Optimized for </a:t>
            </a:r>
            <a:br>
              <a:rPr lang="en-GB" sz="1000" b="1">
                <a:solidFill>
                  <a:sysClr val="windowText" lastClr="000000"/>
                </a:solidFill>
                <a:latin typeface="+mj-lt"/>
              </a:rPr>
            </a:br>
            <a:r>
              <a:rPr lang="en-GB" sz="1000" b="1">
                <a:solidFill>
                  <a:sysClr val="windowText" lastClr="000000"/>
                </a:solidFill>
                <a:latin typeface="+mj-lt"/>
              </a:rPr>
              <a:t>agentic-led automation</a:t>
            </a:r>
          </a:p>
        </p:txBody>
      </p:sp>
      <p:pic>
        <p:nvPicPr>
          <p:cNvPr id="25" name="Graphic 24" descr="Line arrow: Clockwise curve with solid fill">
            <a:extLst>
              <a:ext uri="{FF2B5EF4-FFF2-40B4-BE49-F238E27FC236}">
                <a16:creationId xmlns:a16="http://schemas.microsoft.com/office/drawing/2014/main" id="{8E3710D5-7A49-8D4B-02BB-B53C9EE70E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3394890" flipH="1">
            <a:off x="3923921" y="4658945"/>
            <a:ext cx="664250" cy="664250"/>
          </a:xfrm>
          <a:prstGeom prst="rect">
            <a:avLst/>
          </a:prstGeom>
        </p:spPr>
      </p:pic>
      <p:pic>
        <p:nvPicPr>
          <p:cNvPr id="26" name="Graphic 25" descr="Line arrow: Clockwise curve with solid fill">
            <a:extLst>
              <a:ext uri="{FF2B5EF4-FFF2-40B4-BE49-F238E27FC236}">
                <a16:creationId xmlns:a16="http://schemas.microsoft.com/office/drawing/2014/main" id="{74B966B5-C695-D359-936E-62E844C3D6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3394890" flipH="1">
            <a:off x="7617564" y="4665884"/>
            <a:ext cx="664250" cy="664250"/>
          </a:xfrm>
          <a:prstGeom prst="rect">
            <a:avLst/>
          </a:prstGeom>
        </p:spPr>
      </p:pic>
      <p:pic>
        <p:nvPicPr>
          <p:cNvPr id="27" name="Picture 26">
            <a:extLst>
              <a:ext uri="{FF2B5EF4-FFF2-40B4-BE49-F238E27FC236}">
                <a16:creationId xmlns:a16="http://schemas.microsoft.com/office/drawing/2014/main" id="{1CEA0C11-3894-5CDD-34FA-1289F2269D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28212" y="2132191"/>
            <a:ext cx="488672" cy="535729"/>
          </a:xfrm>
          <a:prstGeom prst="rect">
            <a:avLst/>
          </a:prstGeom>
        </p:spPr>
      </p:pic>
      <p:pic>
        <p:nvPicPr>
          <p:cNvPr id="28" name="Picture 27">
            <a:extLst>
              <a:ext uri="{FF2B5EF4-FFF2-40B4-BE49-F238E27FC236}">
                <a16:creationId xmlns:a16="http://schemas.microsoft.com/office/drawing/2014/main" id="{4ABF0152-B20F-AB80-ACBC-ACC774033A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33613" y="2056980"/>
            <a:ext cx="750049" cy="750406"/>
          </a:xfrm>
          <a:prstGeom prst="rect">
            <a:avLst/>
          </a:prstGeom>
        </p:spPr>
      </p:pic>
      <p:pic>
        <p:nvPicPr>
          <p:cNvPr id="29" name="Picture 28">
            <a:extLst>
              <a:ext uri="{FF2B5EF4-FFF2-40B4-BE49-F238E27FC236}">
                <a16:creationId xmlns:a16="http://schemas.microsoft.com/office/drawing/2014/main" id="{7F356CF0-A95B-AB0C-71C6-1A26E538B71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82991" y="2193035"/>
            <a:ext cx="563589" cy="445471"/>
          </a:xfrm>
          <a:prstGeom prst="rect">
            <a:avLst/>
          </a:prstGeom>
        </p:spPr>
      </p:pic>
      <p:sp>
        <p:nvSpPr>
          <p:cNvPr id="4" name="Eyebrow">
            <a:extLst>
              <a:ext uri="{FF2B5EF4-FFF2-40B4-BE49-F238E27FC236}">
                <a16:creationId xmlns:a16="http://schemas.microsoft.com/office/drawing/2014/main" id="{2962BE5E-12EE-91C8-E079-A5BE5946F9B9}"/>
              </a:ext>
            </a:extLst>
          </p:cNvPr>
          <p:cNvSpPr txBox="1"/>
          <p:nvPr/>
        </p:nvSpPr>
        <p:spPr>
          <a:xfrm>
            <a:off x="554737" y="300000"/>
            <a:ext cx="11052046" cy="307777"/>
          </a:xfrm>
          <a:prstGeom prst="rect">
            <a:avLst/>
          </a:prstGeom>
        </p:spPr>
        <p:txBody>
          <a:bodyPr vert="horz" wrap="square" lIns="0" tIns="0" rIns="0" bIns="0" rtlCol="0">
            <a:spAutoFit/>
          </a:bodyPr>
          <a:lstStyle>
            <a:lvl1pPr marR="0" indent="0" defTabSz="932742" fontAlgn="auto">
              <a:lnSpc>
                <a:spcPct val="100000"/>
              </a:lnSpc>
              <a:spcBef>
                <a:spcPct val="20000"/>
              </a:spcBef>
              <a:spcAft>
                <a:spcPts val="0"/>
              </a:spcAft>
              <a:buClrTx/>
              <a:buSzPct val="90000"/>
              <a:buFont typeface="Wingdings" panose="05000000000000000000" pitchFamily="2" charset="2"/>
              <a:buNone/>
              <a:tabLst/>
              <a:defRPr sz="1000" cap="all" spc="0" baseline="0">
                <a:solidFill>
                  <a:srgbClr val="4B5563"/>
                </a:solidFill>
                <a:latin typeface="Aptos"/>
                <a:cs typeface="Segoe Sans Display" pitchFamily="2"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GB"/>
              <a:t>Workflows result from bringing deterministic automation and agents closer together</a:t>
            </a:r>
            <a:br>
              <a:rPr lang="en-GB"/>
            </a:br>
            <a:endParaRPr lang="en-GB"/>
          </a:p>
        </p:txBody>
      </p:sp>
    </p:spTree>
    <p:extLst>
      <p:ext uri="{BB962C8B-B14F-4D97-AF65-F5344CB8AC3E}">
        <p14:creationId xmlns:p14="http://schemas.microsoft.com/office/powerpoint/2010/main" val="3043912914"/>
      </p:ext>
    </p:extLst>
  </p:cSld>
  <p:clrMapOvr>
    <a:masterClrMapping/>
  </p:clrMapOvr>
  <p:transition/>
  <p:extLst>
    <p:ext uri="{6950BFC3-D8DA-4A85-94F7-54DA5524770B}"/>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CB44C-A1FE-C2A6-9165-DA04805F77C4}"/>
            </a:ext>
          </a:extLst>
        </p:cNvPr>
        <p:cNvGrpSpPr/>
        <p:nvPr/>
      </p:nvGrpSpPr>
      <p:grpSpPr>
        <a:xfrm>
          <a:off x="0" y="0"/>
          <a:ext cx="0" cy="0"/>
          <a:chOff x="0" y="0"/>
          <a:chExt cx="0" cy="0"/>
        </a:xfrm>
      </p:grpSpPr>
      <p:sp>
        <p:nvSpPr>
          <p:cNvPr id="3" name="Top Accent">
            <a:extLst>
              <a:ext uri="{FF2B5EF4-FFF2-40B4-BE49-F238E27FC236}">
                <a16:creationId xmlns:a16="http://schemas.microsoft.com/office/drawing/2014/main" id="{75545B05-9EE0-8F87-CFDB-14B9DF5A964D}"/>
              </a:ext>
            </a:extLst>
          </p:cNvPr>
          <p:cNvSpPr/>
          <p:nvPr/>
        </p:nvSpPr>
        <p:spPr>
          <a:xfrm>
            <a:off x="0" y="0"/>
            <a:ext cx="12188952" cy="54864"/>
          </a:xfrm>
          <a:prstGeom prst="rect">
            <a:avLst/>
          </a:prstGeom>
          <a:solidFill>
            <a:srgbClr val="C239B3"/>
          </a:solidFill>
          <a:ln w="12700">
            <a:solidFill>
              <a:srgbClr val="C239B3"/>
            </a:solidFill>
          </a:ln>
        </p:spPr>
        <p:txBody>
          <a:bodyPr rtlCol="0" anchor="ctr"/>
          <a:lstStyle/>
          <a:p>
            <a:pPr algn="ctr"/>
            <a:endParaRPr/>
          </a:p>
        </p:txBody>
      </p:sp>
      <p:sp>
        <p:nvSpPr>
          <p:cNvPr id="50" name="TextBox 49">
            <a:extLst>
              <a:ext uri="{FF2B5EF4-FFF2-40B4-BE49-F238E27FC236}">
                <a16:creationId xmlns:a16="http://schemas.microsoft.com/office/drawing/2014/main" id="{42645D82-8FB0-CDEB-4A5F-9A10443B6116}"/>
              </a:ext>
              <a:ext uri="{C183D7F6-B498-43B3-948B-1728B52AA6E4}">
                <adec:decorative xmlns:adec="http://schemas.microsoft.com/office/drawing/2017/decorative" val="1"/>
              </a:ext>
            </a:extLst>
          </p:cNvPr>
          <p:cNvSpPr txBox="1"/>
          <p:nvPr/>
        </p:nvSpPr>
        <p:spPr>
          <a:xfrm>
            <a:off x="1603466" y="1619408"/>
            <a:ext cx="4101953" cy="3558382"/>
          </a:xfrm>
          <a:prstGeom prst="roundRect">
            <a:avLst>
              <a:gd name="adj" fmla="val 5999"/>
            </a:avLst>
          </a:prstGeom>
          <a:solidFill>
            <a:srgbClr val="FFFFFF"/>
          </a:solidFill>
          <a:ln w="12700" cap="flat" cmpd="sng" algn="ctr">
            <a:solidFill>
              <a:schemeClr val="accent2">
                <a:lumMod val="60000"/>
                <a:lumOff val="40000"/>
              </a:schemeClr>
            </a:soli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lvl="0" algn="ctr" defTabSz="932472" fontAlgn="base">
              <a:spcBef>
                <a:spcPct val="0"/>
              </a:spcBef>
              <a:spcAft>
                <a:spcPct val="0"/>
              </a:spcAft>
              <a:defRPr>
                <a:solidFill>
                  <a:schemeClr val="tx1"/>
                </a:solidFill>
                <a:cs typeface="Segoe Sans Text Semibold"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endParaRPr lang="en-US"/>
          </a:p>
        </p:txBody>
      </p:sp>
      <p:sp>
        <p:nvSpPr>
          <p:cNvPr id="51" name="Title 1">
            <a:extLst>
              <a:ext uri="{FF2B5EF4-FFF2-40B4-BE49-F238E27FC236}">
                <a16:creationId xmlns:a16="http://schemas.microsoft.com/office/drawing/2014/main" id="{5804F6C0-B56A-EA28-900B-E4FE04F8C5B2}"/>
              </a:ext>
            </a:extLst>
          </p:cNvPr>
          <p:cNvSpPr>
            <a:spLocks noGrp="1"/>
          </p:cNvSpPr>
          <p:nvPr>
            <p:ph type="title"/>
          </p:nvPr>
        </p:nvSpPr>
        <p:spPr>
          <a:xfrm>
            <a:off x="568388" y="541879"/>
            <a:ext cx="11052175" cy="430887"/>
          </a:xfrm>
        </p:spPr>
        <p:txBody>
          <a:bodyPr/>
          <a:lstStyle/>
          <a:p>
            <a:r>
              <a:rPr lang="en-GB" sz="2800"/>
              <a:t>From autonomous agents to agentic automation in workflows</a:t>
            </a:r>
            <a:endParaRPr lang="en-NL" sz="2800"/>
          </a:p>
        </p:txBody>
      </p:sp>
      <p:sp>
        <p:nvSpPr>
          <p:cNvPr id="52" name="Rounded Rectangle 5">
            <a:extLst>
              <a:ext uri="{FF2B5EF4-FFF2-40B4-BE49-F238E27FC236}">
                <a16:creationId xmlns:a16="http://schemas.microsoft.com/office/drawing/2014/main" id="{64F3CAEF-3AA5-34BA-5DD9-46C4B7E259EC}"/>
              </a:ext>
            </a:extLst>
          </p:cNvPr>
          <p:cNvSpPr/>
          <p:nvPr/>
        </p:nvSpPr>
        <p:spPr>
          <a:xfrm>
            <a:off x="2103954" y="1453091"/>
            <a:ext cx="2344590" cy="384048"/>
          </a:xfrm>
          <a:prstGeom prst="roundRect">
            <a:avLst>
              <a:gd name="adj"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marL="93663">
              <a:spcBef>
                <a:spcPts val="0"/>
              </a:spcBef>
              <a:spcAft>
                <a:spcPts val="100"/>
              </a:spcAft>
            </a:pPr>
            <a:r>
              <a:rPr lang="en-GB" sz="1400" b="1">
                <a:solidFill>
                  <a:srgbClr val="FFFFFF"/>
                </a:solidFill>
                <a:latin typeface="+mj-lt"/>
              </a:rPr>
              <a:t>AUTONOMOUS AGENT</a:t>
            </a:r>
            <a:endParaRPr sz="1400" b="1">
              <a:solidFill>
                <a:srgbClr val="FFFFFF"/>
              </a:solidFill>
              <a:latin typeface="+mj-lt"/>
            </a:endParaRPr>
          </a:p>
        </p:txBody>
      </p:sp>
      <p:sp>
        <p:nvSpPr>
          <p:cNvPr id="53" name="Rounded Rectangle 13">
            <a:extLst>
              <a:ext uri="{FF2B5EF4-FFF2-40B4-BE49-F238E27FC236}">
                <a16:creationId xmlns:a16="http://schemas.microsoft.com/office/drawing/2014/main" id="{8EF594A5-A048-6BAE-5D98-407505D3D4BD}"/>
              </a:ext>
            </a:extLst>
          </p:cNvPr>
          <p:cNvSpPr/>
          <p:nvPr/>
        </p:nvSpPr>
        <p:spPr>
          <a:xfrm>
            <a:off x="1763081" y="2052844"/>
            <a:ext cx="3764415" cy="504000"/>
          </a:xfrm>
          <a:prstGeom prst="roundRect">
            <a:avLst/>
          </a:prstGeom>
          <a:solidFill>
            <a:srgbClr val="F2F2F2">
              <a:alpha val="61176"/>
            </a:srgbClr>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IN" sz="1300" b="1">
                <a:solidFill>
                  <a:schemeClr val="tx1"/>
                </a:solidFill>
              </a:rPr>
              <a:t>Too much control handed over to the LLM</a:t>
            </a:r>
            <a:r>
              <a:rPr lang="en-IN" sz="1300">
                <a:solidFill>
                  <a:schemeClr val="tx1"/>
                </a:solidFill>
              </a:rPr>
              <a:t>, which chooses the next best action</a:t>
            </a:r>
          </a:p>
        </p:txBody>
      </p:sp>
      <p:sp>
        <p:nvSpPr>
          <p:cNvPr id="54" name="Rounded Rectangle 14">
            <a:extLst>
              <a:ext uri="{FF2B5EF4-FFF2-40B4-BE49-F238E27FC236}">
                <a16:creationId xmlns:a16="http://schemas.microsoft.com/office/drawing/2014/main" id="{B971AB13-A9B9-AD4F-DB27-AE554EA64FA8}"/>
              </a:ext>
            </a:extLst>
          </p:cNvPr>
          <p:cNvSpPr/>
          <p:nvPr/>
        </p:nvSpPr>
        <p:spPr>
          <a:xfrm>
            <a:off x="1762016" y="2678409"/>
            <a:ext cx="3766672" cy="504000"/>
          </a:xfrm>
          <a:prstGeom prst="roundRect">
            <a:avLst/>
          </a:prstGeom>
          <a:solidFill>
            <a:srgbClr val="F2F2F2">
              <a:alpha val="61176"/>
            </a:srgbClr>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IN" sz="1300" b="1">
                <a:solidFill>
                  <a:schemeClr val="tx1"/>
                </a:solidFill>
              </a:rPr>
              <a:t>Inconsistent outputs </a:t>
            </a:r>
            <a:r>
              <a:rPr lang="en-IN" sz="1300">
                <a:solidFill>
                  <a:schemeClr val="tx1"/>
                </a:solidFill>
              </a:rPr>
              <a:t>result from </a:t>
            </a:r>
            <a:br>
              <a:rPr lang="en-IN" sz="1300">
                <a:solidFill>
                  <a:schemeClr val="tx1"/>
                </a:solidFill>
              </a:rPr>
            </a:br>
            <a:r>
              <a:rPr lang="en-IN" sz="1300">
                <a:solidFill>
                  <a:schemeClr val="tx1"/>
                </a:solidFill>
              </a:rPr>
              <a:t>dynamically selecting tools and tasks</a:t>
            </a:r>
          </a:p>
        </p:txBody>
      </p:sp>
      <p:sp>
        <p:nvSpPr>
          <p:cNvPr id="55" name="Rounded Rectangle 15">
            <a:extLst>
              <a:ext uri="{FF2B5EF4-FFF2-40B4-BE49-F238E27FC236}">
                <a16:creationId xmlns:a16="http://schemas.microsoft.com/office/drawing/2014/main" id="{878E53A8-5B55-97AD-D780-73C1963E56AB}"/>
              </a:ext>
            </a:extLst>
          </p:cNvPr>
          <p:cNvSpPr/>
          <p:nvPr/>
        </p:nvSpPr>
        <p:spPr>
          <a:xfrm>
            <a:off x="1763081" y="3303974"/>
            <a:ext cx="3764415" cy="504000"/>
          </a:xfrm>
          <a:prstGeom prst="roundRect">
            <a:avLst/>
          </a:prstGeom>
          <a:solidFill>
            <a:srgbClr val="F2F2F2">
              <a:alpha val="61176"/>
            </a:srgbClr>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IN" sz="1300" b="1">
                <a:solidFill>
                  <a:schemeClr val="tx1"/>
                </a:solidFill>
              </a:rPr>
              <a:t>Cannot enforce guardrails</a:t>
            </a:r>
            <a:r>
              <a:rPr lang="en-IN" sz="1300">
                <a:solidFill>
                  <a:schemeClr val="tx1"/>
                </a:solidFill>
              </a:rPr>
              <a:t>, left to the </a:t>
            </a:r>
            <a:br>
              <a:rPr lang="en-IN" sz="1300">
                <a:solidFill>
                  <a:schemeClr val="tx1"/>
                </a:solidFill>
              </a:rPr>
            </a:br>
            <a:r>
              <a:rPr lang="en-IN" sz="1300">
                <a:solidFill>
                  <a:schemeClr val="tx1"/>
                </a:solidFill>
              </a:rPr>
              <a:t>agent’s interpretation of instructions</a:t>
            </a:r>
          </a:p>
        </p:txBody>
      </p:sp>
      <p:sp>
        <p:nvSpPr>
          <p:cNvPr id="56" name="Rounded Rectangle 16">
            <a:extLst>
              <a:ext uri="{FF2B5EF4-FFF2-40B4-BE49-F238E27FC236}">
                <a16:creationId xmlns:a16="http://schemas.microsoft.com/office/drawing/2014/main" id="{75BBEA04-CE09-A35A-8698-0A10058B44ED}"/>
              </a:ext>
            </a:extLst>
          </p:cNvPr>
          <p:cNvSpPr/>
          <p:nvPr/>
        </p:nvSpPr>
        <p:spPr>
          <a:xfrm>
            <a:off x="1762016" y="4555105"/>
            <a:ext cx="3764415" cy="504000"/>
          </a:xfrm>
          <a:prstGeom prst="roundRect">
            <a:avLst/>
          </a:prstGeom>
          <a:solidFill>
            <a:srgbClr val="F2F2F2">
              <a:alpha val="61176"/>
            </a:srgbClr>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IN" sz="1300">
                <a:solidFill>
                  <a:schemeClr val="tx1"/>
                </a:solidFill>
              </a:rPr>
              <a:t>Dynamic path makes </a:t>
            </a:r>
            <a:r>
              <a:rPr lang="en-IN" sz="1300" b="1">
                <a:solidFill>
                  <a:schemeClr val="tx1"/>
                </a:solidFill>
              </a:rPr>
              <a:t>cost unpredictable</a:t>
            </a:r>
          </a:p>
        </p:txBody>
      </p:sp>
      <p:sp>
        <p:nvSpPr>
          <p:cNvPr id="57" name="TextBox 56">
            <a:extLst>
              <a:ext uri="{FF2B5EF4-FFF2-40B4-BE49-F238E27FC236}">
                <a16:creationId xmlns:a16="http://schemas.microsoft.com/office/drawing/2014/main" id="{5B120364-78BA-2260-4A2D-99C9DA16900C}"/>
              </a:ext>
              <a:ext uri="{C183D7F6-B498-43B3-948B-1728B52AA6E4}">
                <adec:decorative xmlns:adec="http://schemas.microsoft.com/office/drawing/2017/decorative" val="1"/>
              </a:ext>
            </a:extLst>
          </p:cNvPr>
          <p:cNvSpPr txBox="1"/>
          <p:nvPr/>
        </p:nvSpPr>
        <p:spPr>
          <a:xfrm>
            <a:off x="6394006" y="1619409"/>
            <a:ext cx="4102405" cy="3558381"/>
          </a:xfrm>
          <a:prstGeom prst="roundRect">
            <a:avLst>
              <a:gd name="adj" fmla="val 5999"/>
            </a:avLst>
          </a:prstGeom>
          <a:solidFill>
            <a:srgbClr val="FFFFFF"/>
          </a:solidFill>
          <a:ln w="12700" cap="flat" cmpd="sng" algn="ctr">
            <a:solidFill>
              <a:schemeClr val="accent1">
                <a:lumMod val="60000"/>
                <a:lumOff val="40000"/>
              </a:schemeClr>
            </a:soli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lvl="0" algn="ctr" defTabSz="932472" fontAlgn="base">
              <a:spcBef>
                <a:spcPct val="0"/>
              </a:spcBef>
              <a:spcAft>
                <a:spcPct val="0"/>
              </a:spcAft>
              <a:defRPr>
                <a:solidFill>
                  <a:schemeClr val="tx1"/>
                </a:solidFill>
                <a:cs typeface="Segoe Sans Text Semibold"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endParaRPr lang="en-US"/>
          </a:p>
        </p:txBody>
      </p:sp>
      <p:sp>
        <p:nvSpPr>
          <p:cNvPr id="58" name="Rounded Rectangle 5">
            <a:extLst>
              <a:ext uri="{FF2B5EF4-FFF2-40B4-BE49-F238E27FC236}">
                <a16:creationId xmlns:a16="http://schemas.microsoft.com/office/drawing/2014/main" id="{5026461F-124E-6207-B0A3-75DF4829DA6E}"/>
              </a:ext>
            </a:extLst>
          </p:cNvPr>
          <p:cNvSpPr/>
          <p:nvPr/>
        </p:nvSpPr>
        <p:spPr>
          <a:xfrm>
            <a:off x="6917090" y="1459718"/>
            <a:ext cx="2332730" cy="384048"/>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spcBef>
                <a:spcPts val="0"/>
              </a:spcBef>
              <a:spcAft>
                <a:spcPts val="100"/>
              </a:spcAft>
            </a:pPr>
            <a:r>
              <a:rPr lang="en-GB" sz="1400" b="1">
                <a:solidFill>
                  <a:srgbClr val="FFFFFF"/>
                </a:solidFill>
                <a:latin typeface="+mj-lt"/>
              </a:rPr>
              <a:t>WORKFLOW</a:t>
            </a:r>
            <a:endParaRPr sz="1400" b="1">
              <a:solidFill>
                <a:srgbClr val="FFFFFF"/>
              </a:solidFill>
              <a:latin typeface="+mj-lt"/>
            </a:endParaRPr>
          </a:p>
        </p:txBody>
      </p:sp>
      <p:sp>
        <p:nvSpPr>
          <p:cNvPr id="59" name="Rounded Rectangle 13">
            <a:extLst>
              <a:ext uri="{FF2B5EF4-FFF2-40B4-BE49-F238E27FC236}">
                <a16:creationId xmlns:a16="http://schemas.microsoft.com/office/drawing/2014/main" id="{EA3A44E9-CB6F-96E1-BB14-F506DB27F341}"/>
              </a:ext>
            </a:extLst>
          </p:cNvPr>
          <p:cNvSpPr/>
          <p:nvPr/>
        </p:nvSpPr>
        <p:spPr>
          <a:xfrm>
            <a:off x="6570967" y="2063706"/>
            <a:ext cx="3764416" cy="504000"/>
          </a:xfrm>
          <a:prstGeom prst="roundRect">
            <a:avLst/>
          </a:prstGeom>
          <a:solidFill>
            <a:srgbClr val="F2F2F2">
              <a:alpha val="61176"/>
            </a:srgbClr>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IN" sz="1300" b="1">
                <a:solidFill>
                  <a:schemeClr val="tx1"/>
                </a:solidFill>
              </a:rPr>
              <a:t>Human recovers control</a:t>
            </a:r>
            <a:r>
              <a:rPr lang="en-IN" sz="1300">
                <a:solidFill>
                  <a:schemeClr val="tx1"/>
                </a:solidFill>
              </a:rPr>
              <a:t> of the process path, which is rule-based</a:t>
            </a:r>
          </a:p>
        </p:txBody>
      </p:sp>
      <p:sp>
        <p:nvSpPr>
          <p:cNvPr id="60" name="Rounded Rectangle 14">
            <a:extLst>
              <a:ext uri="{FF2B5EF4-FFF2-40B4-BE49-F238E27FC236}">
                <a16:creationId xmlns:a16="http://schemas.microsoft.com/office/drawing/2014/main" id="{D4BA872A-20D2-D6C3-47AD-4D7EC4C63D36}"/>
              </a:ext>
            </a:extLst>
          </p:cNvPr>
          <p:cNvSpPr/>
          <p:nvPr/>
        </p:nvSpPr>
        <p:spPr>
          <a:xfrm>
            <a:off x="6570025" y="2686556"/>
            <a:ext cx="3765358" cy="504000"/>
          </a:xfrm>
          <a:prstGeom prst="roundRect">
            <a:avLst/>
          </a:prstGeom>
          <a:solidFill>
            <a:srgbClr val="F2F2F2">
              <a:alpha val="61176"/>
            </a:srgbClr>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IN" sz="1300" b="1">
                <a:solidFill>
                  <a:schemeClr val="tx1"/>
                </a:solidFill>
              </a:rPr>
              <a:t>Consistency gains </a:t>
            </a:r>
            <a:r>
              <a:rPr lang="en-IN" sz="1300">
                <a:solidFill>
                  <a:schemeClr val="tx1"/>
                </a:solidFill>
              </a:rPr>
              <a:t>from the deterministic sequence of tools or tasks</a:t>
            </a:r>
          </a:p>
        </p:txBody>
      </p:sp>
      <p:sp>
        <p:nvSpPr>
          <p:cNvPr id="61" name="Rounded Rectangle 15">
            <a:extLst>
              <a:ext uri="{FF2B5EF4-FFF2-40B4-BE49-F238E27FC236}">
                <a16:creationId xmlns:a16="http://schemas.microsoft.com/office/drawing/2014/main" id="{2B34A1ED-9DF8-4DFB-55DD-9F42860CCE75}"/>
              </a:ext>
            </a:extLst>
          </p:cNvPr>
          <p:cNvSpPr/>
          <p:nvPr/>
        </p:nvSpPr>
        <p:spPr>
          <a:xfrm>
            <a:off x="6570878" y="3309406"/>
            <a:ext cx="3765358" cy="504000"/>
          </a:xfrm>
          <a:prstGeom prst="roundRect">
            <a:avLst/>
          </a:prstGeom>
          <a:solidFill>
            <a:srgbClr val="F2F2F2">
              <a:alpha val="61176"/>
            </a:srgbClr>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IN" sz="1300" b="1">
                <a:solidFill>
                  <a:schemeClr val="tx1"/>
                </a:solidFill>
              </a:rPr>
              <a:t>Guardrails are embedded by design </a:t>
            </a:r>
            <a:br>
              <a:rPr lang="en-IN" sz="1300" b="1">
                <a:solidFill>
                  <a:schemeClr val="tx1"/>
                </a:solidFill>
              </a:rPr>
            </a:br>
            <a:r>
              <a:rPr lang="en-IN" sz="1300">
                <a:solidFill>
                  <a:schemeClr val="tx1"/>
                </a:solidFill>
              </a:rPr>
              <a:t>through</a:t>
            </a:r>
            <a:r>
              <a:rPr lang="en-IN" sz="1300" b="1">
                <a:solidFill>
                  <a:schemeClr val="tx1"/>
                </a:solidFill>
              </a:rPr>
              <a:t> </a:t>
            </a:r>
            <a:r>
              <a:rPr lang="en-IN" sz="1300">
                <a:solidFill>
                  <a:schemeClr val="tx1"/>
                </a:solidFill>
              </a:rPr>
              <a:t>logic and human-in-the-loop</a:t>
            </a:r>
          </a:p>
        </p:txBody>
      </p:sp>
      <p:sp>
        <p:nvSpPr>
          <p:cNvPr id="62" name="Rounded Rectangle 16">
            <a:extLst>
              <a:ext uri="{FF2B5EF4-FFF2-40B4-BE49-F238E27FC236}">
                <a16:creationId xmlns:a16="http://schemas.microsoft.com/office/drawing/2014/main" id="{8AD0F38C-461B-C717-8903-1B069D3E9EFE}"/>
              </a:ext>
            </a:extLst>
          </p:cNvPr>
          <p:cNvSpPr/>
          <p:nvPr/>
        </p:nvSpPr>
        <p:spPr>
          <a:xfrm>
            <a:off x="6562528" y="4555105"/>
            <a:ext cx="3765359" cy="504000"/>
          </a:xfrm>
          <a:prstGeom prst="roundRect">
            <a:avLst/>
          </a:prstGeom>
          <a:solidFill>
            <a:srgbClr val="F2F2F2">
              <a:alpha val="61176"/>
            </a:srgbClr>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en-IN" sz="1300">
                <a:solidFill>
                  <a:schemeClr val="tx1"/>
                </a:solidFill>
              </a:rPr>
              <a:t>Deterministic path makes </a:t>
            </a:r>
            <a:r>
              <a:rPr lang="en-IN" sz="1300" b="1">
                <a:solidFill>
                  <a:schemeClr val="tx1"/>
                </a:solidFill>
              </a:rPr>
              <a:t>cost predictable</a:t>
            </a:r>
          </a:p>
        </p:txBody>
      </p:sp>
      <p:sp>
        <p:nvSpPr>
          <p:cNvPr id="63" name="Rounded Rectangle 6">
            <a:extLst>
              <a:ext uri="{FF2B5EF4-FFF2-40B4-BE49-F238E27FC236}">
                <a16:creationId xmlns:a16="http://schemas.microsoft.com/office/drawing/2014/main" id="{C8C3D1C7-C8B6-AB4A-7409-CD38201ADDC7}"/>
              </a:ext>
            </a:extLst>
          </p:cNvPr>
          <p:cNvSpPr/>
          <p:nvPr/>
        </p:nvSpPr>
        <p:spPr>
          <a:xfrm>
            <a:off x="4865843" y="1454817"/>
            <a:ext cx="756873" cy="329184"/>
          </a:xfrm>
          <a:prstGeom prst="roundRect">
            <a:avLst>
              <a:gd name="adj" fmla="val 50000"/>
            </a:avLst>
          </a:prstGeom>
          <a:solidFill>
            <a:srgbClr val="FFFFFF"/>
          </a:solidFill>
          <a:ln w="12700">
            <a:solidFill>
              <a:schemeClr val="tx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Bef>
                <a:spcPts val="0"/>
              </a:spcBef>
              <a:spcAft>
                <a:spcPts val="100"/>
              </a:spcAft>
            </a:pPr>
            <a:r>
              <a:rPr lang="en-GB" sz="900" b="1">
                <a:solidFill>
                  <a:srgbClr val="071D2B"/>
                </a:solidFill>
                <a:latin typeface="Segoe Sans Display Semibold"/>
              </a:rPr>
              <a:t>BEFORE</a:t>
            </a:r>
            <a:endParaRPr sz="900" b="1">
              <a:solidFill>
                <a:srgbClr val="46515D"/>
              </a:solidFill>
              <a:latin typeface="Segoe Sans Display Semibold"/>
            </a:endParaRPr>
          </a:p>
        </p:txBody>
      </p:sp>
      <p:sp>
        <p:nvSpPr>
          <p:cNvPr id="64" name="Rounded Rectangle 6">
            <a:extLst>
              <a:ext uri="{FF2B5EF4-FFF2-40B4-BE49-F238E27FC236}">
                <a16:creationId xmlns:a16="http://schemas.microsoft.com/office/drawing/2014/main" id="{883FAF4D-5F8F-0F0D-15FD-A9E2F1201F2B}"/>
              </a:ext>
            </a:extLst>
          </p:cNvPr>
          <p:cNvSpPr/>
          <p:nvPr/>
        </p:nvSpPr>
        <p:spPr>
          <a:xfrm>
            <a:off x="9667120" y="1464273"/>
            <a:ext cx="781394" cy="329184"/>
          </a:xfrm>
          <a:prstGeom prst="roundRect">
            <a:avLst>
              <a:gd name="adj" fmla="val 50000"/>
            </a:avLst>
          </a:prstGeom>
          <a:solidFill>
            <a:srgbClr val="00B050"/>
          </a:solidFill>
          <a:ln w="12700">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Bef>
                <a:spcPts val="0"/>
              </a:spcBef>
              <a:spcAft>
                <a:spcPts val="100"/>
              </a:spcAft>
            </a:pPr>
            <a:r>
              <a:rPr lang="en-GB" sz="900" b="1">
                <a:solidFill>
                  <a:schemeClr val="bg1"/>
                </a:solidFill>
                <a:latin typeface="Segoe Sans Display Semibold"/>
              </a:rPr>
              <a:t>NOW</a:t>
            </a:r>
            <a:endParaRPr sz="900" b="1">
              <a:solidFill>
                <a:schemeClr val="bg1"/>
              </a:solidFill>
              <a:latin typeface="Segoe Sans Display Semibold"/>
            </a:endParaRPr>
          </a:p>
        </p:txBody>
      </p:sp>
      <p:pic>
        <p:nvPicPr>
          <p:cNvPr id="65" name="Graphic 64" descr="Arrow Right with solid fill">
            <a:extLst>
              <a:ext uri="{FF2B5EF4-FFF2-40B4-BE49-F238E27FC236}">
                <a16:creationId xmlns:a16="http://schemas.microsoft.com/office/drawing/2014/main" id="{EA81DA6F-3E69-CF25-B359-21C2B8B2F83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86469" y="2777488"/>
            <a:ext cx="526486" cy="526486"/>
          </a:xfrm>
          <a:prstGeom prst="rect">
            <a:avLst/>
          </a:prstGeom>
        </p:spPr>
      </p:pic>
      <p:pic>
        <p:nvPicPr>
          <p:cNvPr id="66" name="Graphic 65" descr="Arrow Right with solid fill">
            <a:extLst>
              <a:ext uri="{FF2B5EF4-FFF2-40B4-BE49-F238E27FC236}">
                <a16:creationId xmlns:a16="http://schemas.microsoft.com/office/drawing/2014/main" id="{E2FE40D7-B2D4-6D74-BC37-1F97A3E2EAA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86469" y="3084811"/>
            <a:ext cx="526486" cy="526486"/>
          </a:xfrm>
          <a:prstGeom prst="rect">
            <a:avLst/>
          </a:prstGeom>
        </p:spPr>
      </p:pic>
      <p:pic>
        <p:nvPicPr>
          <p:cNvPr id="67" name="Graphic 66" descr="Arrow Right with solid fill">
            <a:extLst>
              <a:ext uri="{FF2B5EF4-FFF2-40B4-BE49-F238E27FC236}">
                <a16:creationId xmlns:a16="http://schemas.microsoft.com/office/drawing/2014/main" id="{1CF3ADDD-8E03-B395-B1CA-7644FC860CA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86469" y="3370950"/>
            <a:ext cx="526486" cy="526486"/>
          </a:xfrm>
          <a:prstGeom prst="rect">
            <a:avLst/>
          </a:prstGeom>
        </p:spPr>
      </p:pic>
      <p:sp>
        <p:nvSpPr>
          <p:cNvPr id="77" name="Rounded Rectangle 16">
            <a:extLst>
              <a:ext uri="{FF2B5EF4-FFF2-40B4-BE49-F238E27FC236}">
                <a16:creationId xmlns:a16="http://schemas.microsoft.com/office/drawing/2014/main" id="{FD48B06F-84FD-F77D-9F5C-C852F8D8E966}"/>
              </a:ext>
            </a:extLst>
          </p:cNvPr>
          <p:cNvSpPr/>
          <p:nvPr/>
        </p:nvSpPr>
        <p:spPr>
          <a:xfrm>
            <a:off x="1763081" y="3929539"/>
            <a:ext cx="3764415" cy="504000"/>
          </a:xfrm>
          <a:prstGeom prst="roundRect">
            <a:avLst/>
          </a:prstGeom>
          <a:solidFill>
            <a:srgbClr val="F2F2F2">
              <a:alpha val="61176"/>
            </a:srgbClr>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IN" sz="1300" b="1">
                <a:solidFill>
                  <a:schemeClr val="tx1"/>
                </a:solidFill>
              </a:rPr>
              <a:t>Difficult to trace </a:t>
            </a:r>
            <a:r>
              <a:rPr lang="en-IN" sz="1300">
                <a:solidFill>
                  <a:schemeClr val="tx1"/>
                </a:solidFill>
              </a:rPr>
              <a:t>with no visualization of the process and the agent’s trajectory </a:t>
            </a:r>
          </a:p>
        </p:txBody>
      </p:sp>
      <p:sp>
        <p:nvSpPr>
          <p:cNvPr id="79" name="Rounded Rectangle 16">
            <a:extLst>
              <a:ext uri="{FF2B5EF4-FFF2-40B4-BE49-F238E27FC236}">
                <a16:creationId xmlns:a16="http://schemas.microsoft.com/office/drawing/2014/main" id="{F94B1098-24ED-58BD-3353-5EBCAFC750CD}"/>
              </a:ext>
            </a:extLst>
          </p:cNvPr>
          <p:cNvSpPr/>
          <p:nvPr/>
        </p:nvSpPr>
        <p:spPr>
          <a:xfrm>
            <a:off x="6570877" y="3932256"/>
            <a:ext cx="3765359" cy="504000"/>
          </a:xfrm>
          <a:prstGeom prst="roundRect">
            <a:avLst/>
          </a:prstGeom>
          <a:solidFill>
            <a:srgbClr val="F2F2F2">
              <a:alpha val="61176"/>
            </a:srgbClr>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en-IN" sz="1300" b="1">
                <a:solidFill>
                  <a:schemeClr val="tx1"/>
                </a:solidFill>
              </a:rPr>
              <a:t>Easy to trace and monitor </a:t>
            </a:r>
            <a:r>
              <a:rPr lang="en-IN" sz="1300">
                <a:solidFill>
                  <a:schemeClr val="tx1"/>
                </a:solidFill>
              </a:rPr>
              <a:t>the process, represented as steps in the visual canvas</a:t>
            </a:r>
          </a:p>
        </p:txBody>
      </p:sp>
      <p:sp>
        <p:nvSpPr>
          <p:cNvPr id="85" name="Takeaway Banner">
            <a:extLst>
              <a:ext uri="{FF2B5EF4-FFF2-40B4-BE49-F238E27FC236}">
                <a16:creationId xmlns:a16="http://schemas.microsoft.com/office/drawing/2014/main" id="{DDF1DA16-9C76-E4E7-794E-A8BFA1CACFBE}"/>
              </a:ext>
            </a:extLst>
          </p:cNvPr>
          <p:cNvSpPr/>
          <p:nvPr/>
        </p:nvSpPr>
        <p:spPr>
          <a:xfrm>
            <a:off x="830580" y="5611226"/>
            <a:ext cx="10645140" cy="402336"/>
          </a:xfrm>
          <a:prstGeom prst="roundRect">
            <a:avLst>
              <a:gd name="adj" fmla="val 12000"/>
            </a:avLst>
          </a:prstGeom>
          <a:solidFill>
            <a:srgbClr val="FAF8FA"/>
          </a:solidFill>
          <a:ln w="12700">
            <a:solidFill>
              <a:schemeClr val="bg1"/>
            </a:solidFill>
          </a:ln>
          <a:effectLst>
            <a:outerShdw blurRad="50800" dist="38100" dir="5400000" algn="t" rotWithShape="0">
              <a:prstClr val="black">
                <a:alpha val="40000"/>
              </a:prstClr>
            </a:outerShdw>
          </a:effectLst>
        </p:spPr>
        <p:txBody>
          <a:bodyPr lIns="182880" tIns="18288" rIns="182880" bIns="18288" rtlCol="0" anchor="ctr"/>
          <a:lstStyle/>
          <a:p>
            <a:pPr algn="ctr"/>
            <a:r>
              <a:rPr lang="en-GB" sz="1300" b="1">
                <a:latin typeface="+mj-lt"/>
                <a:cs typeface="Segoe UI" pitchFamily="34" charset="0"/>
              </a:rPr>
              <a:t>Workflows keep the structure of agent flows and add the intelligence of agents, without the unpredictability</a:t>
            </a:r>
          </a:p>
        </p:txBody>
      </p:sp>
      <p:sp>
        <p:nvSpPr>
          <p:cNvPr id="87" name="Eyebrow">
            <a:extLst>
              <a:ext uri="{FF2B5EF4-FFF2-40B4-BE49-F238E27FC236}">
                <a16:creationId xmlns:a16="http://schemas.microsoft.com/office/drawing/2014/main" id="{7D054E0B-6F0A-9B76-1C45-9DF3A319BA88}"/>
              </a:ext>
            </a:extLst>
          </p:cNvPr>
          <p:cNvSpPr txBox="1"/>
          <p:nvPr/>
        </p:nvSpPr>
        <p:spPr>
          <a:xfrm>
            <a:off x="554737" y="300000"/>
            <a:ext cx="11052046" cy="153888"/>
          </a:xfrm>
          <a:prstGeom prst="rect">
            <a:avLst/>
          </a:prstGeom>
        </p:spPr>
        <p:txBody>
          <a:bodyPr vert="horz" wrap="square" lIns="0" tIns="0" rIns="0" bIns="0" rtlCol="0">
            <a:spAutoFit/>
          </a:bodyPr>
          <a:lstStyle>
            <a:lvl1pPr marR="0" indent="0" defTabSz="932742" fontAlgn="auto">
              <a:lnSpc>
                <a:spcPct val="100000"/>
              </a:lnSpc>
              <a:spcBef>
                <a:spcPct val="20000"/>
              </a:spcBef>
              <a:spcAft>
                <a:spcPts val="0"/>
              </a:spcAft>
              <a:buClrTx/>
              <a:buSzPct val="90000"/>
              <a:buFont typeface="Wingdings" panose="05000000000000000000" pitchFamily="2" charset="2"/>
              <a:buNone/>
              <a:tabLst/>
              <a:defRPr sz="1000" cap="all" spc="0" baseline="0">
                <a:solidFill>
                  <a:srgbClr val="4B5563"/>
                </a:solidFill>
                <a:latin typeface="Aptos"/>
                <a:cs typeface="Segoe Sans Display" pitchFamily="2"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GB"/>
              <a:t>An autonomous agent runs a process freely. A workflow runs a process deterministically, using AI when needed.</a:t>
            </a:r>
          </a:p>
        </p:txBody>
      </p:sp>
    </p:spTree>
    <p:extLst>
      <p:ext uri="{BB962C8B-B14F-4D97-AF65-F5344CB8AC3E}">
        <p14:creationId xmlns:p14="http://schemas.microsoft.com/office/powerpoint/2010/main" val="329317658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2A709-BC60-4AC2-922F-162C58B092CE}"/>
            </a:ext>
          </a:extLst>
        </p:cNvPr>
        <p:cNvGrpSpPr/>
        <p:nvPr/>
      </p:nvGrpSpPr>
      <p:grpSpPr>
        <a:xfrm>
          <a:off x="0" y="0"/>
          <a:ext cx="0" cy="0"/>
          <a:chOff x="0" y="0"/>
          <a:chExt cx="0" cy="0"/>
        </a:xfrm>
      </p:grpSpPr>
      <p:sp>
        <p:nvSpPr>
          <p:cNvPr id="3" name="Top Accent">
            <a:extLst>
              <a:ext uri="{FF2B5EF4-FFF2-40B4-BE49-F238E27FC236}">
                <a16:creationId xmlns:a16="http://schemas.microsoft.com/office/drawing/2014/main" id="{53913733-625F-490E-14DD-D7F80E1DF524}"/>
              </a:ext>
            </a:extLst>
          </p:cNvPr>
          <p:cNvSpPr/>
          <p:nvPr/>
        </p:nvSpPr>
        <p:spPr>
          <a:xfrm>
            <a:off x="0" y="0"/>
            <a:ext cx="12188952" cy="54864"/>
          </a:xfrm>
          <a:prstGeom prst="rect">
            <a:avLst/>
          </a:prstGeom>
          <a:solidFill>
            <a:srgbClr val="C239B3"/>
          </a:solidFill>
          <a:ln w="12700">
            <a:solidFill>
              <a:srgbClr val="C239B3"/>
            </a:solidFill>
          </a:ln>
        </p:spPr>
        <p:txBody>
          <a:bodyPr rtlCol="0" anchor="ctr"/>
          <a:lstStyle/>
          <a:p>
            <a:pPr algn="ctr"/>
            <a:endParaRPr/>
          </a:p>
        </p:txBody>
      </p:sp>
      <p:sp>
        <p:nvSpPr>
          <p:cNvPr id="59" name="Eyebrow">
            <a:extLst>
              <a:ext uri="{FF2B5EF4-FFF2-40B4-BE49-F238E27FC236}">
                <a16:creationId xmlns:a16="http://schemas.microsoft.com/office/drawing/2014/main" id="{2C72AAA6-BF44-2CDA-BBCC-03EBD678FCCC}"/>
              </a:ext>
            </a:extLst>
          </p:cNvPr>
          <p:cNvSpPr txBox="1"/>
          <p:nvPr/>
        </p:nvSpPr>
        <p:spPr>
          <a:xfrm>
            <a:off x="554737" y="300000"/>
            <a:ext cx="11052046" cy="153888"/>
          </a:xfrm>
          <a:prstGeom prst="rect">
            <a:avLst/>
          </a:prstGeom>
        </p:spPr>
        <p:txBody>
          <a:bodyPr vert="horz" wrap="square" lIns="0" tIns="0" rIns="0" bIns="0" rtlCol="0">
            <a:spAutoFit/>
          </a:bodyPr>
          <a:lstStyle>
            <a:lvl1pPr marR="0" indent="0" defTabSz="932742" fontAlgn="auto">
              <a:lnSpc>
                <a:spcPct val="100000"/>
              </a:lnSpc>
              <a:spcBef>
                <a:spcPct val="20000"/>
              </a:spcBef>
              <a:spcAft>
                <a:spcPts val="0"/>
              </a:spcAft>
              <a:buClrTx/>
              <a:buSzPct val="90000"/>
              <a:buFont typeface="Wingdings" panose="05000000000000000000" pitchFamily="2" charset="2"/>
              <a:buNone/>
              <a:tabLst/>
              <a:defRPr sz="1000" cap="all" spc="0" baseline="0">
                <a:solidFill>
                  <a:srgbClr val="4B5563"/>
                </a:solidFill>
                <a:latin typeface="Aptos"/>
                <a:cs typeface="Segoe Sans Display" pitchFamily="2"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a:t>WORKFLOWS introduce a unified experience for </a:t>
            </a:r>
            <a:r>
              <a:rPr lang="en-GB"/>
              <a:t>building and orchestrating agentic automation, BUT NOT EVERY AUTOMATION BECOMES A WORKFLOW</a:t>
            </a:r>
            <a:endParaRPr lang="en-US"/>
          </a:p>
        </p:txBody>
      </p:sp>
      <p:sp>
        <p:nvSpPr>
          <p:cNvPr id="2" name="Title 1">
            <a:extLst>
              <a:ext uri="{FF2B5EF4-FFF2-40B4-BE49-F238E27FC236}">
                <a16:creationId xmlns:a16="http://schemas.microsoft.com/office/drawing/2014/main" id="{E572DF70-0D4D-3E7F-CD9C-A0F81424796E}"/>
              </a:ext>
            </a:extLst>
          </p:cNvPr>
          <p:cNvSpPr>
            <a:spLocks noGrp="1"/>
          </p:cNvSpPr>
          <p:nvPr>
            <p:ph type="title"/>
          </p:nvPr>
        </p:nvSpPr>
        <p:spPr>
          <a:xfrm>
            <a:off x="548640" y="560000"/>
            <a:ext cx="11052046" cy="430887"/>
          </a:xfrm>
        </p:spPr>
        <p:txBody>
          <a:bodyPr/>
          <a:lstStyle/>
          <a:p>
            <a:r>
              <a:rPr lang="en-GB" sz="2800"/>
              <a:t>Mapping automation patterns to workflows</a:t>
            </a:r>
            <a:endParaRPr lang="en-US" sz="2400" b="1"/>
          </a:p>
        </p:txBody>
      </p:sp>
      <p:sp>
        <p:nvSpPr>
          <p:cNvPr id="5" name="TextBox 4">
            <a:extLst>
              <a:ext uri="{FF2B5EF4-FFF2-40B4-BE49-F238E27FC236}">
                <a16:creationId xmlns:a16="http://schemas.microsoft.com/office/drawing/2014/main" id="{01EA6ED7-A0C8-B6B4-E49D-CC48FCD86A7E}"/>
              </a:ext>
              <a:ext uri="{C183D7F6-B498-43B3-948B-1728B52AA6E4}">
                <adec:decorative xmlns:adec="http://schemas.microsoft.com/office/drawing/2017/decorative" val="1"/>
              </a:ext>
            </a:extLst>
          </p:cNvPr>
          <p:cNvSpPr txBox="1"/>
          <p:nvPr/>
        </p:nvSpPr>
        <p:spPr>
          <a:xfrm>
            <a:off x="1329266" y="2103899"/>
            <a:ext cx="3717229" cy="396000"/>
          </a:xfrm>
          <a:prstGeom prst="roundRect">
            <a:avLst>
              <a:gd name="adj" fmla="val 49795"/>
            </a:avLst>
          </a:prstGeom>
          <a:solidFill>
            <a:srgbClr val="FFFFFF"/>
          </a:solidFill>
          <a:ln w="12700" cap="flat" cmpd="sng" algn="ctr">
            <a:solidFill>
              <a:schemeClr val="accent2"/>
            </a:soli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lvl="0" algn="ctr" defTabSz="932472" fontAlgn="base">
              <a:spcBef>
                <a:spcPct val="0"/>
              </a:spcBef>
              <a:spcAft>
                <a:spcPct val="0"/>
              </a:spcAft>
              <a:defRPr>
                <a:solidFill>
                  <a:schemeClr val="tx1"/>
                </a:solidFill>
                <a:cs typeface="Segoe Sans Text Semibold"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400">
                <a:latin typeface="+mj-lt"/>
              </a:rPr>
              <a:t>Autonomous agent, triggered on event</a:t>
            </a:r>
          </a:p>
        </p:txBody>
      </p:sp>
      <p:sp>
        <p:nvSpPr>
          <p:cNvPr id="7" name="TextBox 6">
            <a:extLst>
              <a:ext uri="{FF2B5EF4-FFF2-40B4-BE49-F238E27FC236}">
                <a16:creationId xmlns:a16="http://schemas.microsoft.com/office/drawing/2014/main" id="{F2540035-0B24-7510-573D-3B6E25F4AC5A}"/>
              </a:ext>
              <a:ext uri="{C183D7F6-B498-43B3-948B-1728B52AA6E4}">
                <adec:decorative xmlns:adec="http://schemas.microsoft.com/office/drawing/2017/decorative" val="1"/>
              </a:ext>
            </a:extLst>
          </p:cNvPr>
          <p:cNvSpPr txBox="1"/>
          <p:nvPr/>
        </p:nvSpPr>
        <p:spPr>
          <a:xfrm>
            <a:off x="6302826" y="1905001"/>
            <a:ext cx="5134899" cy="831859"/>
          </a:xfrm>
          <a:prstGeom prst="roundRect">
            <a:avLst>
              <a:gd name="adj" fmla="val 19327"/>
            </a:avLst>
          </a:prstGeom>
          <a:solidFill>
            <a:srgbClr val="FFFFFF"/>
          </a:solidFill>
          <a:ln w="12700" cap="flat" cmpd="sng" algn="ctr">
            <a:solidFill>
              <a:schemeClr val="accent1"/>
            </a:soli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lvl="0" algn="ctr" defTabSz="932472" fontAlgn="base">
              <a:spcBef>
                <a:spcPct val="0"/>
              </a:spcBef>
              <a:spcAft>
                <a:spcPct val="0"/>
              </a:spcAft>
              <a:defRPr>
                <a:solidFill>
                  <a:schemeClr val="tx1"/>
                </a:solidFill>
                <a:cs typeface="Segoe Sans Text Semibold"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600">
                <a:latin typeface="+mj-lt"/>
              </a:rPr>
              <a:t>A </a:t>
            </a:r>
            <a:r>
              <a:rPr lang="en-US" sz="1600">
                <a:solidFill>
                  <a:schemeClr val="accent1"/>
                </a:solidFill>
                <a:latin typeface="+mj-lt"/>
              </a:rPr>
              <a:t>workflow,</a:t>
            </a:r>
            <a:r>
              <a:rPr lang="en-US" sz="1600">
                <a:latin typeface="+mj-lt"/>
              </a:rPr>
              <a:t> triggered on the same event</a:t>
            </a:r>
          </a:p>
          <a:p>
            <a:r>
              <a:rPr lang="en-US" sz="700"/>
              <a:t> </a:t>
            </a:r>
            <a:br>
              <a:rPr lang="en-US" sz="1200"/>
            </a:br>
            <a:r>
              <a:rPr lang="en-US" sz="1200"/>
              <a:t>with </a:t>
            </a:r>
            <a:r>
              <a:rPr lang="en-US" sz="1200" b="1"/>
              <a:t>AI action nodes </a:t>
            </a:r>
            <a:r>
              <a:rPr lang="en-US" sz="1200"/>
              <a:t>where </a:t>
            </a:r>
            <a:r>
              <a:rPr lang="en-GB" sz="1200"/>
              <a:t>judgment, multi-step orchestration, or information from outside the flow is needed </a:t>
            </a:r>
            <a:endParaRPr lang="en-US" sz="1200"/>
          </a:p>
        </p:txBody>
      </p:sp>
      <p:sp>
        <p:nvSpPr>
          <p:cNvPr id="9" name="TextBox 8">
            <a:extLst>
              <a:ext uri="{FF2B5EF4-FFF2-40B4-BE49-F238E27FC236}">
                <a16:creationId xmlns:a16="http://schemas.microsoft.com/office/drawing/2014/main" id="{F1DF5EAD-C030-A2A2-168F-26CAD8B658C1}"/>
              </a:ext>
              <a:ext uri="{C183D7F6-B498-43B3-948B-1728B52AA6E4}">
                <adec:decorative xmlns:adec="http://schemas.microsoft.com/office/drawing/2017/decorative" val="1"/>
              </a:ext>
            </a:extLst>
          </p:cNvPr>
          <p:cNvSpPr txBox="1"/>
          <p:nvPr/>
        </p:nvSpPr>
        <p:spPr>
          <a:xfrm>
            <a:off x="1329266" y="3297289"/>
            <a:ext cx="3717229" cy="396000"/>
          </a:xfrm>
          <a:prstGeom prst="roundRect">
            <a:avLst>
              <a:gd name="adj" fmla="val 43354"/>
            </a:avLst>
          </a:prstGeom>
          <a:solidFill>
            <a:srgbClr val="FFFFFF"/>
          </a:solidFill>
          <a:ln w="12700" cap="flat" cmpd="sng" algn="ctr">
            <a:solidFill>
              <a:schemeClr val="accent2"/>
            </a:soli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lvl="0" algn="ctr" defTabSz="932472" fontAlgn="base">
              <a:spcBef>
                <a:spcPct val="0"/>
              </a:spcBef>
              <a:spcAft>
                <a:spcPct val="0"/>
              </a:spcAft>
              <a:defRPr>
                <a:solidFill>
                  <a:schemeClr val="tx1"/>
                </a:solidFill>
                <a:cs typeface="Segoe Sans Text Semibold"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400">
                <a:latin typeface="+mj-lt"/>
              </a:rPr>
              <a:t>Agent flow</a:t>
            </a:r>
          </a:p>
        </p:txBody>
      </p:sp>
      <p:sp>
        <p:nvSpPr>
          <p:cNvPr id="11" name="TextBox 10">
            <a:extLst>
              <a:ext uri="{FF2B5EF4-FFF2-40B4-BE49-F238E27FC236}">
                <a16:creationId xmlns:a16="http://schemas.microsoft.com/office/drawing/2014/main" id="{1E666181-087E-3BAF-182C-8BB5E859B5BB}"/>
              </a:ext>
              <a:ext uri="{C183D7F6-B498-43B3-948B-1728B52AA6E4}">
                <adec:decorative xmlns:adec="http://schemas.microsoft.com/office/drawing/2017/decorative" val="1"/>
              </a:ext>
            </a:extLst>
          </p:cNvPr>
          <p:cNvSpPr txBox="1"/>
          <p:nvPr/>
        </p:nvSpPr>
        <p:spPr>
          <a:xfrm>
            <a:off x="6302826" y="3092047"/>
            <a:ext cx="5134900" cy="831860"/>
          </a:xfrm>
          <a:prstGeom prst="roundRect">
            <a:avLst>
              <a:gd name="adj" fmla="val 20539"/>
            </a:avLst>
          </a:prstGeom>
          <a:solidFill>
            <a:srgbClr val="FFFFFF"/>
          </a:solidFill>
          <a:ln w="12700" cap="flat" cmpd="sng" algn="ctr">
            <a:solidFill>
              <a:schemeClr val="accent1"/>
            </a:soli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lvl="0" algn="ctr" defTabSz="932472" fontAlgn="base">
              <a:spcBef>
                <a:spcPct val="0"/>
              </a:spcBef>
              <a:spcAft>
                <a:spcPct val="0"/>
              </a:spcAft>
              <a:defRPr>
                <a:solidFill>
                  <a:schemeClr val="tx1"/>
                </a:solidFill>
                <a:cs typeface="Segoe Sans Text Semibold"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600">
                <a:latin typeface="+mj-lt"/>
              </a:rPr>
              <a:t>A </a:t>
            </a:r>
            <a:r>
              <a:rPr lang="en-US" sz="1600" b="1">
                <a:solidFill>
                  <a:schemeClr val="accent1"/>
                </a:solidFill>
                <a:latin typeface="+mj-lt"/>
              </a:rPr>
              <a:t>workflow</a:t>
            </a:r>
            <a:r>
              <a:rPr lang="en-US" sz="1600">
                <a:latin typeface="+mj-lt"/>
              </a:rPr>
              <a:t> called by an agent as a tool </a:t>
            </a:r>
          </a:p>
          <a:p>
            <a:r>
              <a:rPr lang="en-US" sz="700"/>
              <a:t> </a:t>
            </a:r>
            <a:br>
              <a:rPr lang="en-US" sz="1200"/>
            </a:br>
            <a:r>
              <a:rPr lang="en-US" sz="1200"/>
              <a:t>triggered by </a:t>
            </a:r>
            <a:r>
              <a:rPr lang="en-US" sz="1200" b="1"/>
              <a:t>‘when an agent calls the workflow’</a:t>
            </a:r>
            <a:r>
              <a:rPr lang="en-US" sz="1200"/>
              <a:t>, with output options (text, structured or JSON) used to keep output shape</a:t>
            </a:r>
          </a:p>
        </p:txBody>
      </p:sp>
      <p:sp>
        <p:nvSpPr>
          <p:cNvPr id="13" name="TextBox 12">
            <a:extLst>
              <a:ext uri="{FF2B5EF4-FFF2-40B4-BE49-F238E27FC236}">
                <a16:creationId xmlns:a16="http://schemas.microsoft.com/office/drawing/2014/main" id="{1A5A7D63-7479-02C9-476F-C7277D6EE116}"/>
              </a:ext>
              <a:ext uri="{C183D7F6-B498-43B3-948B-1728B52AA6E4}">
                <adec:decorative xmlns:adec="http://schemas.microsoft.com/office/drawing/2017/decorative" val="1"/>
              </a:ext>
            </a:extLst>
          </p:cNvPr>
          <p:cNvSpPr txBox="1"/>
          <p:nvPr/>
        </p:nvSpPr>
        <p:spPr>
          <a:xfrm>
            <a:off x="1329266" y="4490679"/>
            <a:ext cx="3717229" cy="396000"/>
          </a:xfrm>
          <a:prstGeom prst="roundRect">
            <a:avLst>
              <a:gd name="adj" fmla="val 42066"/>
            </a:avLst>
          </a:prstGeom>
          <a:solidFill>
            <a:srgbClr val="FFFFFF"/>
          </a:solidFill>
          <a:ln w="12700" cap="flat" cmpd="sng" algn="ctr">
            <a:solidFill>
              <a:schemeClr val="accent2"/>
            </a:soli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lvl="0" algn="ctr" defTabSz="932472" fontAlgn="base">
              <a:spcBef>
                <a:spcPct val="0"/>
              </a:spcBef>
              <a:spcAft>
                <a:spcPct val="0"/>
              </a:spcAft>
              <a:defRPr>
                <a:solidFill>
                  <a:schemeClr val="tx1"/>
                </a:solidFill>
                <a:cs typeface="Segoe Sans Text Semibold"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400">
                <a:latin typeface="+mj-lt"/>
              </a:rPr>
              <a:t>Cloud flow</a:t>
            </a:r>
          </a:p>
        </p:txBody>
      </p:sp>
      <p:sp>
        <p:nvSpPr>
          <p:cNvPr id="15" name="TextBox 14">
            <a:extLst>
              <a:ext uri="{FF2B5EF4-FFF2-40B4-BE49-F238E27FC236}">
                <a16:creationId xmlns:a16="http://schemas.microsoft.com/office/drawing/2014/main" id="{7A0B83A1-0F49-E090-1EBB-B69603955F7A}"/>
              </a:ext>
              <a:ext uri="{C183D7F6-B498-43B3-948B-1728B52AA6E4}">
                <adec:decorative xmlns:adec="http://schemas.microsoft.com/office/drawing/2017/decorative" val="1"/>
              </a:ext>
            </a:extLst>
          </p:cNvPr>
          <p:cNvSpPr txBox="1"/>
          <p:nvPr/>
        </p:nvSpPr>
        <p:spPr>
          <a:xfrm>
            <a:off x="6302826" y="4279094"/>
            <a:ext cx="5134899" cy="831860"/>
          </a:xfrm>
          <a:prstGeom prst="roundRect">
            <a:avLst>
              <a:gd name="adj" fmla="val 22962"/>
            </a:avLst>
          </a:prstGeom>
          <a:solidFill>
            <a:srgbClr val="FFFFFF"/>
          </a:solidFill>
          <a:ln w="12700" cap="flat" cmpd="sng" algn="ctr">
            <a:solidFill>
              <a:schemeClr val="accent1"/>
            </a:soli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lvl="0" algn="ctr" defTabSz="932472" fontAlgn="base">
              <a:spcBef>
                <a:spcPct val="0"/>
              </a:spcBef>
              <a:spcAft>
                <a:spcPct val="0"/>
              </a:spcAft>
              <a:defRPr>
                <a:solidFill>
                  <a:schemeClr val="tx1"/>
                </a:solidFill>
                <a:cs typeface="Segoe Sans Text Semibold"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600">
                <a:latin typeface="+mj-lt"/>
              </a:rPr>
              <a:t>Remains a </a:t>
            </a:r>
            <a:r>
              <a:rPr lang="en-US" sz="1600">
                <a:solidFill>
                  <a:srgbClr val="0796A5"/>
                </a:solidFill>
                <a:latin typeface="+mj-lt"/>
              </a:rPr>
              <a:t>cloud flow </a:t>
            </a:r>
            <a:r>
              <a:rPr lang="en-US" sz="1600">
                <a:latin typeface="+mj-lt"/>
              </a:rPr>
              <a:t>by default</a:t>
            </a:r>
          </a:p>
          <a:p>
            <a:r>
              <a:rPr lang="en-US" sz="700"/>
              <a:t> </a:t>
            </a:r>
          </a:p>
          <a:p>
            <a:r>
              <a:rPr lang="en-US" sz="1200"/>
              <a:t>shifting the logic and design (i.e. prompt &gt; agent node) to a </a:t>
            </a:r>
            <a:r>
              <a:rPr lang="en-US" sz="1200" b="1"/>
              <a:t>workflow if new or improved functionality </a:t>
            </a:r>
            <a:r>
              <a:rPr lang="en-US" sz="1200"/>
              <a:t>requires it</a:t>
            </a:r>
          </a:p>
        </p:txBody>
      </p:sp>
      <p:pic>
        <p:nvPicPr>
          <p:cNvPr id="27" name="Graphic 26" descr="Arrow Right with solid fill">
            <a:extLst>
              <a:ext uri="{FF2B5EF4-FFF2-40B4-BE49-F238E27FC236}">
                <a16:creationId xmlns:a16="http://schemas.microsoft.com/office/drawing/2014/main" id="{12FD31AE-AD9D-187B-5782-D1577E36BC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63203" y="2057687"/>
            <a:ext cx="526486" cy="526486"/>
          </a:xfrm>
          <a:prstGeom prst="rect">
            <a:avLst/>
          </a:prstGeom>
        </p:spPr>
      </p:pic>
      <p:pic>
        <p:nvPicPr>
          <p:cNvPr id="29" name="Graphic 28" descr="Arrow Right with solid fill">
            <a:extLst>
              <a:ext uri="{FF2B5EF4-FFF2-40B4-BE49-F238E27FC236}">
                <a16:creationId xmlns:a16="http://schemas.microsoft.com/office/drawing/2014/main" id="{3EFCBF2A-0FF0-4EA8-0E0A-68037275E8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63203" y="3244734"/>
            <a:ext cx="526486" cy="526486"/>
          </a:xfrm>
          <a:prstGeom prst="rect">
            <a:avLst/>
          </a:prstGeom>
        </p:spPr>
      </p:pic>
      <p:pic>
        <p:nvPicPr>
          <p:cNvPr id="31" name="Graphic 30" descr="Arrow Right with solid fill">
            <a:extLst>
              <a:ext uri="{FF2B5EF4-FFF2-40B4-BE49-F238E27FC236}">
                <a16:creationId xmlns:a16="http://schemas.microsoft.com/office/drawing/2014/main" id="{192155FE-45D3-4CC8-D578-5E5FA0760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86634" y="4431781"/>
            <a:ext cx="526486" cy="526486"/>
          </a:xfrm>
          <a:prstGeom prst="rect">
            <a:avLst/>
          </a:prstGeom>
        </p:spPr>
      </p:pic>
      <p:sp>
        <p:nvSpPr>
          <p:cNvPr id="33" name="Rounded Rectangle 6">
            <a:extLst>
              <a:ext uri="{FF2B5EF4-FFF2-40B4-BE49-F238E27FC236}">
                <a16:creationId xmlns:a16="http://schemas.microsoft.com/office/drawing/2014/main" id="{7A668968-D806-98BE-672F-E12AC6F1AF4E}"/>
              </a:ext>
            </a:extLst>
          </p:cNvPr>
          <p:cNvSpPr/>
          <p:nvPr/>
        </p:nvSpPr>
        <p:spPr>
          <a:xfrm>
            <a:off x="2494819" y="1297323"/>
            <a:ext cx="1335182" cy="329184"/>
          </a:xfrm>
          <a:prstGeom prst="roundRect">
            <a:avLst>
              <a:gd name="adj" fmla="val 50000"/>
            </a:avLst>
          </a:prstGeom>
          <a:noFill/>
          <a:ln w="12700">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Bef>
                <a:spcPts val="0"/>
              </a:spcBef>
              <a:spcAft>
                <a:spcPts val="100"/>
              </a:spcAft>
            </a:pPr>
            <a:r>
              <a:rPr lang="en-GB" sz="1600" b="1">
                <a:solidFill>
                  <a:srgbClr val="071D2B"/>
                </a:solidFill>
                <a:latin typeface="Segoe Sans Display Semibold"/>
              </a:rPr>
              <a:t>BEFORE</a:t>
            </a:r>
            <a:endParaRPr sz="1100" b="1">
              <a:solidFill>
                <a:srgbClr val="46515D"/>
              </a:solidFill>
              <a:latin typeface="Segoe Sans Display Semibold"/>
            </a:endParaRPr>
          </a:p>
        </p:txBody>
      </p:sp>
      <p:sp>
        <p:nvSpPr>
          <p:cNvPr id="35" name="Rounded Rectangle 6">
            <a:extLst>
              <a:ext uri="{FF2B5EF4-FFF2-40B4-BE49-F238E27FC236}">
                <a16:creationId xmlns:a16="http://schemas.microsoft.com/office/drawing/2014/main" id="{D96D8A80-0400-8224-A00B-41AE65EEACF2}"/>
              </a:ext>
            </a:extLst>
          </p:cNvPr>
          <p:cNvSpPr/>
          <p:nvPr/>
        </p:nvSpPr>
        <p:spPr>
          <a:xfrm>
            <a:off x="8114021" y="1343641"/>
            <a:ext cx="1335182" cy="329184"/>
          </a:xfrm>
          <a:prstGeom prst="roundRect">
            <a:avLst>
              <a:gd name="adj" fmla="val 50000"/>
            </a:avLst>
          </a:prstGeom>
          <a:noFill/>
          <a:ln w="12700">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Bef>
                <a:spcPts val="0"/>
              </a:spcBef>
              <a:spcAft>
                <a:spcPts val="100"/>
              </a:spcAft>
            </a:pPr>
            <a:r>
              <a:rPr lang="en-GB" sz="1600" b="1">
                <a:solidFill>
                  <a:srgbClr val="00B050"/>
                </a:solidFill>
                <a:latin typeface="Segoe Sans Display Semibold"/>
              </a:rPr>
              <a:t>NOW</a:t>
            </a:r>
            <a:r>
              <a:rPr lang="en-GB" sz="1600" b="1">
                <a:solidFill>
                  <a:srgbClr val="071D2B"/>
                </a:solidFill>
                <a:latin typeface="Segoe Sans Display Semibold"/>
              </a:rPr>
              <a:t> </a:t>
            </a:r>
            <a:endParaRPr sz="1100" b="1">
              <a:solidFill>
                <a:srgbClr val="46515D"/>
              </a:solidFill>
              <a:latin typeface="Segoe Sans Display Semibold"/>
            </a:endParaRPr>
          </a:p>
        </p:txBody>
      </p:sp>
      <p:cxnSp>
        <p:nvCxnSpPr>
          <p:cNvPr id="38" name="Straight Connector 37">
            <a:extLst>
              <a:ext uri="{FF2B5EF4-FFF2-40B4-BE49-F238E27FC236}">
                <a16:creationId xmlns:a16="http://schemas.microsoft.com/office/drawing/2014/main" id="{D062BB76-1978-6D79-69A4-C82F568EC953}"/>
              </a:ext>
            </a:extLst>
          </p:cNvPr>
          <p:cNvCxnSpPr>
            <a:cxnSpLocks/>
          </p:cNvCxnSpPr>
          <p:nvPr/>
        </p:nvCxnSpPr>
        <p:spPr>
          <a:xfrm>
            <a:off x="6125498" y="1672825"/>
            <a:ext cx="5312228" cy="0"/>
          </a:xfrm>
          <a:prstGeom prst="line">
            <a:avLst/>
          </a:prstGeom>
          <a:ln w="3175">
            <a:solidFill>
              <a:schemeClr val="bg1">
                <a:lumMod val="50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3551BC4-5EC9-5B6D-1B22-755BC4199D89}"/>
              </a:ext>
            </a:extLst>
          </p:cNvPr>
          <p:cNvCxnSpPr>
            <a:cxnSpLocks/>
          </p:cNvCxnSpPr>
          <p:nvPr/>
        </p:nvCxnSpPr>
        <p:spPr>
          <a:xfrm>
            <a:off x="923817" y="1680136"/>
            <a:ext cx="4458080" cy="0"/>
          </a:xfrm>
          <a:prstGeom prst="line">
            <a:avLst/>
          </a:prstGeom>
          <a:ln w="3175">
            <a:solidFill>
              <a:schemeClr val="bg1">
                <a:lumMod val="50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7D53842-672D-1B4D-407F-0C211CC5F99D}"/>
              </a:ext>
              <a:ext uri="{C183D7F6-B498-43B3-948B-1728B52AA6E4}">
                <adec:decorative xmlns:adec="http://schemas.microsoft.com/office/drawing/2017/decorative" val="1"/>
              </a:ext>
            </a:extLst>
          </p:cNvPr>
          <p:cNvSpPr txBox="1"/>
          <p:nvPr/>
        </p:nvSpPr>
        <p:spPr>
          <a:xfrm>
            <a:off x="1329265" y="5684070"/>
            <a:ext cx="3717229" cy="396000"/>
          </a:xfrm>
          <a:prstGeom prst="roundRect">
            <a:avLst>
              <a:gd name="adj" fmla="val 42066"/>
            </a:avLst>
          </a:prstGeom>
          <a:solidFill>
            <a:srgbClr val="FFFFFF"/>
          </a:solidFill>
          <a:ln w="12700" cap="flat" cmpd="sng" algn="ctr">
            <a:solidFill>
              <a:schemeClr val="accent2"/>
            </a:soli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lvl="0" algn="ctr" defTabSz="932472" fontAlgn="base">
              <a:spcBef>
                <a:spcPct val="0"/>
              </a:spcBef>
              <a:spcAft>
                <a:spcPct val="0"/>
              </a:spcAft>
              <a:defRPr>
                <a:solidFill>
                  <a:schemeClr val="tx1"/>
                </a:solidFill>
                <a:cs typeface="Segoe Sans Text Semibold"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400">
                <a:latin typeface="+mj-lt"/>
              </a:rPr>
              <a:t>Prompt nodes</a:t>
            </a:r>
          </a:p>
        </p:txBody>
      </p:sp>
      <p:sp>
        <p:nvSpPr>
          <p:cNvPr id="14" name="TextBox 13">
            <a:extLst>
              <a:ext uri="{FF2B5EF4-FFF2-40B4-BE49-F238E27FC236}">
                <a16:creationId xmlns:a16="http://schemas.microsoft.com/office/drawing/2014/main" id="{B64ED6F0-8F3E-0B32-ACE4-75696BA210CF}"/>
              </a:ext>
              <a:ext uri="{C183D7F6-B498-43B3-948B-1728B52AA6E4}">
                <adec:decorative xmlns:adec="http://schemas.microsoft.com/office/drawing/2017/decorative" val="1"/>
              </a:ext>
            </a:extLst>
          </p:cNvPr>
          <p:cNvSpPr txBox="1"/>
          <p:nvPr/>
        </p:nvSpPr>
        <p:spPr>
          <a:xfrm>
            <a:off x="6302825" y="5466140"/>
            <a:ext cx="5134899" cy="831860"/>
          </a:xfrm>
          <a:prstGeom prst="roundRect">
            <a:avLst>
              <a:gd name="adj" fmla="val 22962"/>
            </a:avLst>
          </a:prstGeom>
          <a:solidFill>
            <a:srgbClr val="FFFFFF"/>
          </a:solidFill>
          <a:ln w="12700" cap="flat" cmpd="sng" algn="ctr">
            <a:solidFill>
              <a:schemeClr val="accent1"/>
            </a:soli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lvl="0" algn="ctr" defTabSz="932472" fontAlgn="base">
              <a:spcBef>
                <a:spcPct val="0"/>
              </a:spcBef>
              <a:spcAft>
                <a:spcPct val="0"/>
              </a:spcAft>
              <a:defRPr>
                <a:solidFill>
                  <a:schemeClr val="tx1"/>
                </a:solidFill>
                <a:cs typeface="Segoe Sans Text Semibold"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600">
                <a:latin typeface="+mj-lt"/>
              </a:rPr>
              <a:t>Become </a:t>
            </a:r>
            <a:r>
              <a:rPr lang="en-US" sz="1600">
                <a:solidFill>
                  <a:schemeClr val="accent1"/>
                </a:solidFill>
                <a:latin typeface="+mj-lt"/>
              </a:rPr>
              <a:t>inline agents </a:t>
            </a:r>
            <a:r>
              <a:rPr lang="en-US" sz="1600">
                <a:latin typeface="+mj-lt"/>
              </a:rPr>
              <a:t>in </a:t>
            </a:r>
            <a:r>
              <a:rPr lang="en-US" sz="1600">
                <a:solidFill>
                  <a:schemeClr val="accent1"/>
                </a:solidFill>
                <a:latin typeface="+mj-lt"/>
              </a:rPr>
              <a:t>workflows</a:t>
            </a:r>
          </a:p>
          <a:p>
            <a:r>
              <a:rPr lang="en-US" sz="700"/>
              <a:t> </a:t>
            </a:r>
          </a:p>
          <a:p>
            <a:r>
              <a:rPr lang="en-US" sz="1200"/>
              <a:t>allowing </a:t>
            </a:r>
            <a:r>
              <a:rPr lang="en-US" sz="1200" b="1"/>
              <a:t>AI model choice </a:t>
            </a:r>
            <a:r>
              <a:rPr lang="en-US" sz="1200"/>
              <a:t>and </a:t>
            </a:r>
            <a:r>
              <a:rPr lang="en-US" sz="1200" b="1"/>
              <a:t>inputs</a:t>
            </a:r>
            <a:r>
              <a:rPr lang="en-US" sz="1200"/>
              <a:t> from upstream nodes. Differentiate from prompts as agent tools, which become skills or workflows themselves</a:t>
            </a:r>
          </a:p>
        </p:txBody>
      </p:sp>
      <p:pic>
        <p:nvPicPr>
          <p:cNvPr id="17" name="Graphic 16" descr="Arrow Right with solid fill">
            <a:extLst>
              <a:ext uri="{FF2B5EF4-FFF2-40B4-BE49-F238E27FC236}">
                <a16:creationId xmlns:a16="http://schemas.microsoft.com/office/drawing/2014/main" id="{EE58AEA2-B66B-FCE6-705B-22C755E995D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63203" y="5618827"/>
            <a:ext cx="526486" cy="526486"/>
          </a:xfrm>
          <a:prstGeom prst="rect">
            <a:avLst/>
          </a:prstGeom>
        </p:spPr>
      </p:pic>
    </p:spTree>
    <p:extLst>
      <p:ext uri="{BB962C8B-B14F-4D97-AF65-F5344CB8AC3E}">
        <p14:creationId xmlns:p14="http://schemas.microsoft.com/office/powerpoint/2010/main" val="324296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3EA4A-420F-9E8A-58CE-A92D6C7DD081}"/>
            </a:ext>
          </a:extLst>
        </p:cNvPr>
        <p:cNvGrpSpPr/>
        <p:nvPr/>
      </p:nvGrpSpPr>
      <p:grpSpPr>
        <a:xfrm>
          <a:off x="0" y="0"/>
          <a:ext cx="0" cy="0"/>
          <a:chOff x="0" y="0"/>
          <a:chExt cx="0" cy="0"/>
        </a:xfrm>
      </p:grpSpPr>
      <p:cxnSp>
        <p:nvCxnSpPr>
          <p:cNvPr id="6" name="conn">
            <a:extLst>
              <a:ext uri="{FF2B5EF4-FFF2-40B4-BE49-F238E27FC236}">
                <a16:creationId xmlns:a16="http://schemas.microsoft.com/office/drawing/2014/main" id="{40BFCF6D-C89C-9E18-9534-C74FDE0B83A3}"/>
              </a:ext>
            </a:extLst>
          </p:cNvPr>
          <p:cNvCxnSpPr>
            <a:cxnSpLocks/>
            <a:endCxn id="5" idx="0"/>
          </p:cNvCxnSpPr>
          <p:nvPr/>
        </p:nvCxnSpPr>
        <p:spPr>
          <a:xfrm>
            <a:off x="3268980" y="5072301"/>
            <a:ext cx="0" cy="236482"/>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sp>
        <p:nvSpPr>
          <p:cNvPr id="3" name="Top Accent">
            <a:extLst>
              <a:ext uri="{FF2B5EF4-FFF2-40B4-BE49-F238E27FC236}">
                <a16:creationId xmlns:a16="http://schemas.microsoft.com/office/drawing/2014/main" id="{8A0D5175-0EE9-705F-AF3F-F04E0C2F6036}"/>
              </a:ext>
            </a:extLst>
          </p:cNvPr>
          <p:cNvSpPr/>
          <p:nvPr/>
        </p:nvSpPr>
        <p:spPr>
          <a:xfrm>
            <a:off x="0" y="0"/>
            <a:ext cx="12188952" cy="54864"/>
          </a:xfrm>
          <a:prstGeom prst="rect">
            <a:avLst/>
          </a:prstGeom>
          <a:solidFill>
            <a:srgbClr val="C239B3"/>
          </a:solidFill>
          <a:ln w="12700">
            <a:solidFill>
              <a:srgbClr val="C239B3"/>
            </a:solidFill>
          </a:ln>
        </p:spPr>
        <p:txBody>
          <a:bodyPr rtlCol="0" anchor="ctr"/>
          <a:lstStyle/>
          <a:p>
            <a:pPr algn="ctr"/>
            <a:endParaRPr/>
          </a:p>
        </p:txBody>
      </p:sp>
      <p:sp>
        <p:nvSpPr>
          <p:cNvPr id="59" name="Eyebrow">
            <a:extLst>
              <a:ext uri="{FF2B5EF4-FFF2-40B4-BE49-F238E27FC236}">
                <a16:creationId xmlns:a16="http://schemas.microsoft.com/office/drawing/2014/main" id="{1DAC3DB0-FC52-2E86-70D7-198C04E90463}"/>
              </a:ext>
            </a:extLst>
          </p:cNvPr>
          <p:cNvSpPr txBox="1"/>
          <p:nvPr/>
        </p:nvSpPr>
        <p:spPr>
          <a:xfrm>
            <a:off x="554737" y="300000"/>
            <a:ext cx="11052046" cy="200000"/>
          </a:xfrm>
          <a:prstGeom prst="rect">
            <a:avLst/>
          </a:prstGeom>
        </p:spPr>
        <p:txBody>
          <a:bodyPr vert="horz" wrap="square" lIns="0" tIns="0" rIns="0" bIns="0" rtlCol="0">
            <a:spAutoFit/>
          </a:bodyPr>
          <a:lstStyle>
            <a:lvl1pPr marR="0" indent="0" defTabSz="932742" fontAlgn="auto">
              <a:lnSpc>
                <a:spcPct val="100000"/>
              </a:lnSpc>
              <a:spcBef>
                <a:spcPct val="20000"/>
              </a:spcBef>
              <a:spcAft>
                <a:spcPts val="0"/>
              </a:spcAft>
              <a:buClrTx/>
              <a:buSzPct val="90000"/>
              <a:buFont typeface="Wingdings" panose="05000000000000000000" pitchFamily="2" charset="2"/>
              <a:buNone/>
              <a:tabLst/>
              <a:defRPr sz="1000" cap="all" spc="0" baseline="0">
                <a:solidFill>
                  <a:srgbClr val="4B5563"/>
                </a:solidFill>
                <a:latin typeface="Aptos"/>
                <a:cs typeface="Segoe Sans Display" pitchFamily="2"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a:t>You are here: Agents · Introduction</a:t>
            </a:r>
          </a:p>
        </p:txBody>
      </p:sp>
      <p:sp>
        <p:nvSpPr>
          <p:cNvPr id="2" name="Title 1">
            <a:extLst>
              <a:ext uri="{FF2B5EF4-FFF2-40B4-BE49-F238E27FC236}">
                <a16:creationId xmlns:a16="http://schemas.microsoft.com/office/drawing/2014/main" id="{B375E5C9-4C0D-3EAD-BEA0-4B94062C3109}"/>
              </a:ext>
            </a:extLst>
          </p:cNvPr>
          <p:cNvSpPr>
            <a:spLocks noGrp="1"/>
          </p:cNvSpPr>
          <p:nvPr>
            <p:ph type="title"/>
          </p:nvPr>
        </p:nvSpPr>
        <p:spPr>
          <a:xfrm>
            <a:off x="571500" y="519543"/>
            <a:ext cx="11052046" cy="492443"/>
          </a:xfrm>
        </p:spPr>
        <p:txBody>
          <a:bodyPr/>
          <a:lstStyle/>
          <a:p>
            <a:r>
              <a:rPr lang="en-US" sz="3000" b="1"/>
              <a:t>Contents</a:t>
            </a:r>
          </a:p>
        </p:txBody>
      </p:sp>
      <p:sp>
        <p:nvSpPr>
          <p:cNvPr id="301" name="Introduction">
            <a:extLst>
              <a:ext uri="{FF2B5EF4-FFF2-40B4-BE49-F238E27FC236}">
                <a16:creationId xmlns:a16="http://schemas.microsoft.com/office/drawing/2014/main" id="{B4232F7B-EA40-87C5-14D2-C3ABE75648C1}"/>
              </a:ext>
            </a:extLst>
          </p:cNvPr>
          <p:cNvSpPr/>
          <p:nvPr/>
        </p:nvSpPr>
        <p:spPr bwMode="auto">
          <a:xfrm>
            <a:off x="548640" y="1327961"/>
            <a:ext cx="11091672" cy="593088"/>
          </a:xfrm>
          <a:prstGeom prst="roundRect">
            <a:avLst>
              <a:gd name="adj" fmla="val 6000"/>
            </a:avLst>
          </a:prstGeom>
          <a:solidFill>
            <a:srgbClr val="EEF1F5"/>
          </a:solidFill>
          <a:ln w="12700">
            <a:solidFill>
              <a:srgbClr val="DFE4EA"/>
            </a:solidFill>
          </a:ln>
        </p:spPr>
        <p:txBody>
          <a:bodyPr wrap="square" lIns="160020" tIns="91440" rIns="160020" bIns="91440" anchor="t">
            <a:noAutofit/>
          </a:bodyPr>
          <a:lstStyle/>
          <a:p>
            <a:pPr>
              <a:spcAft>
                <a:spcPts val="300"/>
              </a:spcAft>
            </a:pPr>
            <a:r>
              <a:rPr lang="en-US" sz="1100" b="1">
                <a:solidFill>
                  <a:srgbClr val="1F1F1F"/>
                </a:solidFill>
                <a:cs typeface="Segoe UI" pitchFamily="34" charset="0"/>
              </a:rPr>
              <a:t>Introduction</a:t>
            </a:r>
          </a:p>
          <a:p>
            <a:pPr marL="171450" indent="-171450">
              <a:spcAft>
                <a:spcPts val="200"/>
              </a:spcAft>
              <a:buFont typeface="Arial"/>
              <a:buChar char="•"/>
            </a:pPr>
            <a:r>
              <a:rPr lang="en-US" sz="1250">
                <a:solidFill>
                  <a:srgbClr val="1F1F1F"/>
                </a:solidFill>
                <a:cs typeface="Segoe UI" pitchFamily="34" charset="0"/>
              </a:rPr>
              <a:t>What this guide is about: agents and workflows at a glance</a:t>
            </a:r>
          </a:p>
        </p:txBody>
      </p:sp>
      <p:sp>
        <p:nvSpPr>
          <p:cNvPr id="302" name="Agents · introduction">
            <a:extLst>
              <a:ext uri="{FF2B5EF4-FFF2-40B4-BE49-F238E27FC236}">
                <a16:creationId xmlns:a16="http://schemas.microsoft.com/office/drawing/2014/main" id="{78E31658-E5B9-5BE5-F797-1E60AE6930B7}"/>
              </a:ext>
            </a:extLst>
          </p:cNvPr>
          <p:cNvSpPr/>
          <p:nvPr/>
        </p:nvSpPr>
        <p:spPr bwMode="auto">
          <a:xfrm>
            <a:off x="548640" y="2201049"/>
            <a:ext cx="5440680" cy="860000"/>
          </a:xfrm>
          <a:prstGeom prst="roundRect">
            <a:avLst>
              <a:gd name="adj" fmla="val 6000"/>
            </a:avLst>
          </a:prstGeom>
          <a:solidFill>
            <a:srgbClr val="EAF5FF"/>
          </a:solidFill>
          <a:ln w="12700">
            <a:solidFill>
              <a:srgbClr val="CFE6FC"/>
            </a:solidFill>
          </a:ln>
        </p:spPr>
        <p:txBody>
          <a:bodyPr wrap="square" lIns="160020" tIns="91440" rIns="160020" bIns="91440" anchor="t">
            <a:noAutofit/>
          </a:bodyPr>
          <a:lstStyle/>
          <a:p>
            <a:pPr>
              <a:spcAft>
                <a:spcPts val="300"/>
              </a:spcAft>
            </a:pPr>
            <a:r>
              <a:rPr lang="en-US" sz="1100" b="1">
                <a:solidFill>
                  <a:srgbClr val="0078D4"/>
                </a:solidFill>
                <a:cs typeface="Segoe UI" pitchFamily="34" charset="0"/>
              </a:rPr>
              <a:t>Agents · introduction</a:t>
            </a:r>
          </a:p>
          <a:p>
            <a:pPr marL="171450" indent="-171450">
              <a:spcAft>
                <a:spcPts val="200"/>
              </a:spcAft>
              <a:buFont typeface="Arial"/>
              <a:buChar char="•"/>
            </a:pPr>
            <a:r>
              <a:rPr lang="en-GB" sz="1250">
                <a:solidFill>
                  <a:srgbClr val="1F1F1F"/>
                </a:solidFill>
                <a:cs typeface="Segoe UI" pitchFamily="34" charset="0"/>
              </a:rPr>
              <a:t>Why build agents on the GitHub Copilot (GHCP) harness</a:t>
            </a:r>
            <a:endParaRPr lang="en-US" sz="1250">
              <a:solidFill>
                <a:srgbClr val="1F1F1F"/>
              </a:solidFill>
              <a:cs typeface="Segoe UI" pitchFamily="34" charset="0"/>
            </a:endParaRPr>
          </a:p>
          <a:p>
            <a:pPr marL="171450" indent="-171450">
              <a:spcAft>
                <a:spcPts val="200"/>
              </a:spcAft>
              <a:buFont typeface="Arial"/>
              <a:buChar char="•"/>
            </a:pPr>
            <a:r>
              <a:rPr lang="en-US" sz="1250">
                <a:solidFill>
                  <a:srgbClr val="1F1F1F"/>
                </a:solidFill>
                <a:cs typeface="Segoe UI" pitchFamily="34" charset="0"/>
              </a:rPr>
              <a:t>Standard vs modern orchestration</a:t>
            </a:r>
          </a:p>
        </p:txBody>
      </p:sp>
      <p:sp>
        <p:nvSpPr>
          <p:cNvPr id="303" name="Workflows · introduction">
            <a:extLst>
              <a:ext uri="{FF2B5EF4-FFF2-40B4-BE49-F238E27FC236}">
                <a16:creationId xmlns:a16="http://schemas.microsoft.com/office/drawing/2014/main" id="{E5BFBE27-3C2F-9F8B-0BAA-43237AD17DE5}"/>
              </a:ext>
            </a:extLst>
          </p:cNvPr>
          <p:cNvSpPr/>
          <p:nvPr/>
        </p:nvSpPr>
        <p:spPr bwMode="auto">
          <a:xfrm>
            <a:off x="6199632" y="2201049"/>
            <a:ext cx="5440680" cy="860000"/>
          </a:xfrm>
          <a:prstGeom prst="roundRect">
            <a:avLst>
              <a:gd name="adj" fmla="val 6000"/>
            </a:avLst>
          </a:prstGeom>
          <a:solidFill>
            <a:srgbClr val="F3EEFB"/>
          </a:solidFill>
          <a:ln w="12700">
            <a:solidFill>
              <a:srgbClr val="E0D4F0"/>
            </a:solidFill>
          </a:ln>
        </p:spPr>
        <p:txBody>
          <a:bodyPr wrap="square" lIns="160020" tIns="91440" rIns="160020" bIns="91440" anchor="t">
            <a:noAutofit/>
          </a:bodyPr>
          <a:lstStyle/>
          <a:p>
            <a:pPr>
              <a:spcAft>
                <a:spcPts val="300"/>
              </a:spcAft>
            </a:pPr>
            <a:r>
              <a:rPr lang="en-US" sz="1100" b="1">
                <a:solidFill>
                  <a:srgbClr val="6B3FA0"/>
                </a:solidFill>
                <a:cs typeface="Segoe UI" pitchFamily="34" charset="0"/>
              </a:rPr>
              <a:t>Workflows · introduction</a:t>
            </a:r>
          </a:p>
          <a:p>
            <a:pPr marL="171450" indent="-171450">
              <a:spcAft>
                <a:spcPts val="200"/>
              </a:spcAft>
              <a:buFont typeface="Arial"/>
              <a:buChar char="•"/>
            </a:pPr>
            <a:r>
              <a:rPr lang="en-US" sz="1250">
                <a:solidFill>
                  <a:srgbClr val="1F1F1F"/>
                </a:solidFill>
                <a:cs typeface="Segoe UI" pitchFamily="34" charset="0"/>
              </a:rPr>
              <a:t>What is really new, what is not</a:t>
            </a:r>
          </a:p>
        </p:txBody>
      </p:sp>
      <p:sp>
        <p:nvSpPr>
          <p:cNvPr id="304" name="Choose where to build what">
            <a:extLst>
              <a:ext uri="{FF2B5EF4-FFF2-40B4-BE49-F238E27FC236}">
                <a16:creationId xmlns:a16="http://schemas.microsoft.com/office/drawing/2014/main" id="{AEB56CAE-4373-399A-D08C-0172600B338C}"/>
              </a:ext>
            </a:extLst>
          </p:cNvPr>
          <p:cNvSpPr/>
          <p:nvPr/>
        </p:nvSpPr>
        <p:spPr bwMode="auto">
          <a:xfrm>
            <a:off x="548640" y="3341049"/>
            <a:ext cx="11091672" cy="600000"/>
          </a:xfrm>
          <a:prstGeom prst="roundRect">
            <a:avLst>
              <a:gd name="adj" fmla="val 6000"/>
            </a:avLst>
          </a:prstGeom>
          <a:solidFill>
            <a:srgbClr val="EEF1F5"/>
          </a:solidFill>
          <a:ln w="76200">
            <a:solidFill>
              <a:schemeClr val="bg1">
                <a:lumMod val="65000"/>
              </a:schemeClr>
            </a:solidFill>
          </a:ln>
        </p:spPr>
        <p:txBody>
          <a:bodyPr wrap="square" lIns="160020" tIns="91440" rIns="160020" bIns="91440" anchor="t">
            <a:noAutofit/>
          </a:bodyPr>
          <a:lstStyle/>
          <a:p>
            <a:pPr>
              <a:spcAft>
                <a:spcPts val="300"/>
              </a:spcAft>
            </a:pPr>
            <a:r>
              <a:rPr lang="en-US" sz="1100" b="1">
                <a:solidFill>
                  <a:srgbClr val="1F1F1F"/>
                </a:solidFill>
                <a:cs typeface="Segoe UI" pitchFamily="34" charset="0"/>
              </a:rPr>
              <a:t>Choose where to build what</a:t>
            </a:r>
          </a:p>
          <a:p>
            <a:pPr marL="171450" indent="-171450">
              <a:spcAft>
                <a:spcPts val="200"/>
              </a:spcAft>
              <a:buFont typeface="Arial"/>
              <a:buChar char="•"/>
            </a:pPr>
            <a:r>
              <a:rPr lang="en-US" sz="1250">
                <a:solidFill>
                  <a:srgbClr val="1F1F1F"/>
                </a:solidFill>
                <a:cs typeface="Segoe UI" pitchFamily="34" charset="0"/>
              </a:rPr>
              <a:t>Pick the right solution: predictability vs agility</a:t>
            </a:r>
          </a:p>
        </p:txBody>
      </p:sp>
      <p:sp>
        <p:nvSpPr>
          <p:cNvPr id="305" name="Agents · building">
            <a:extLst>
              <a:ext uri="{FF2B5EF4-FFF2-40B4-BE49-F238E27FC236}">
                <a16:creationId xmlns:a16="http://schemas.microsoft.com/office/drawing/2014/main" id="{1DAF6F90-6B2A-CED2-FA78-988D9505CAA0}"/>
              </a:ext>
            </a:extLst>
          </p:cNvPr>
          <p:cNvSpPr/>
          <p:nvPr/>
        </p:nvSpPr>
        <p:spPr bwMode="auto">
          <a:xfrm>
            <a:off x="548640" y="4221049"/>
            <a:ext cx="5440680" cy="851252"/>
          </a:xfrm>
          <a:prstGeom prst="roundRect">
            <a:avLst>
              <a:gd name="adj" fmla="val 6000"/>
            </a:avLst>
          </a:prstGeom>
          <a:solidFill>
            <a:srgbClr val="EAF5FF"/>
          </a:solidFill>
          <a:ln w="12700">
            <a:solidFill>
              <a:srgbClr val="CFE6FB"/>
            </a:solidFill>
          </a:ln>
        </p:spPr>
        <p:txBody>
          <a:bodyPr wrap="square" lIns="160020" tIns="91440" rIns="160020" bIns="91440" anchor="t">
            <a:noAutofit/>
          </a:bodyPr>
          <a:lstStyle/>
          <a:p>
            <a:pPr>
              <a:spcAft>
                <a:spcPts val="300"/>
              </a:spcAft>
            </a:pPr>
            <a:r>
              <a:rPr lang="en-US" sz="1100" b="1">
                <a:solidFill>
                  <a:srgbClr val="0078D4"/>
                </a:solidFill>
                <a:cs typeface="Segoe UI" pitchFamily="34" charset="0"/>
              </a:rPr>
              <a:t>Agents · building</a:t>
            </a:r>
          </a:p>
          <a:p>
            <a:pPr marL="171450" indent="-171450">
              <a:spcAft>
                <a:spcPts val="200"/>
              </a:spcAft>
              <a:buFont typeface="Arial"/>
              <a:buChar char="•"/>
            </a:pPr>
            <a:r>
              <a:rPr lang="en-US" sz="1250">
                <a:solidFill>
                  <a:srgbClr val="1F1F1F"/>
                </a:solidFill>
                <a:cs typeface="Segoe UI" pitchFamily="34" charset="0"/>
              </a:rPr>
              <a:t>Building blocks of </a:t>
            </a:r>
            <a:r>
              <a:rPr lang="en-GB" sz="1250">
                <a:solidFill>
                  <a:srgbClr val="1F1F1F"/>
                </a:solidFill>
                <a:cs typeface="Segoe UI" pitchFamily="34" charset="0"/>
              </a:rPr>
              <a:t>agents powered by the GHCP harness</a:t>
            </a:r>
            <a:endParaRPr lang="en-US" sz="1250">
              <a:solidFill>
                <a:srgbClr val="1F1F1F"/>
              </a:solidFill>
              <a:cs typeface="Segoe UI" pitchFamily="34" charset="0"/>
            </a:endParaRPr>
          </a:p>
          <a:p>
            <a:pPr marL="171450" indent="-171450">
              <a:spcAft>
                <a:spcPts val="200"/>
              </a:spcAft>
              <a:buFont typeface="Arial"/>
              <a:buChar char="•"/>
            </a:pPr>
            <a:r>
              <a:rPr lang="en-US" sz="1250">
                <a:solidFill>
                  <a:srgbClr val="1F1F1F"/>
                </a:solidFill>
                <a:cs typeface="Segoe UI" pitchFamily="34" charset="0"/>
              </a:rPr>
              <a:t>Skill best practices</a:t>
            </a:r>
          </a:p>
        </p:txBody>
      </p:sp>
      <p:sp>
        <p:nvSpPr>
          <p:cNvPr id="306" name="Workflows · building">
            <a:extLst>
              <a:ext uri="{FF2B5EF4-FFF2-40B4-BE49-F238E27FC236}">
                <a16:creationId xmlns:a16="http://schemas.microsoft.com/office/drawing/2014/main" id="{19153869-63DB-A9F7-45B6-67B6EAF061C5}"/>
              </a:ext>
            </a:extLst>
          </p:cNvPr>
          <p:cNvSpPr/>
          <p:nvPr/>
        </p:nvSpPr>
        <p:spPr bwMode="auto">
          <a:xfrm>
            <a:off x="6199632" y="4221048"/>
            <a:ext cx="5440680" cy="1087735"/>
          </a:xfrm>
          <a:prstGeom prst="roundRect">
            <a:avLst>
              <a:gd name="adj" fmla="val 6000"/>
            </a:avLst>
          </a:prstGeom>
          <a:solidFill>
            <a:srgbClr val="F3EEFB"/>
          </a:solidFill>
          <a:ln w="12700">
            <a:solidFill>
              <a:srgbClr val="E0D4F0"/>
            </a:solidFill>
          </a:ln>
        </p:spPr>
        <p:txBody>
          <a:bodyPr wrap="square" lIns="160020" tIns="91440" rIns="160020" bIns="91440" anchor="t">
            <a:noAutofit/>
          </a:bodyPr>
          <a:lstStyle/>
          <a:p>
            <a:pPr>
              <a:spcAft>
                <a:spcPts val="300"/>
              </a:spcAft>
            </a:pPr>
            <a:r>
              <a:rPr lang="en-US" sz="1100" b="1">
                <a:solidFill>
                  <a:srgbClr val="6B3FA0"/>
                </a:solidFill>
                <a:cs typeface="Segoe UI" pitchFamily="34" charset="0"/>
              </a:rPr>
              <a:t>Workflows · building</a:t>
            </a:r>
          </a:p>
          <a:p>
            <a:pPr marL="171450" indent="-171450">
              <a:spcAft>
                <a:spcPts val="200"/>
              </a:spcAft>
              <a:buFont typeface="Arial"/>
              <a:buChar char="•"/>
            </a:pPr>
            <a:r>
              <a:rPr lang="en-US" sz="1250">
                <a:solidFill>
                  <a:srgbClr val="1F1F1F"/>
                </a:solidFill>
                <a:cs typeface="Segoe UI" pitchFamily="34" charset="0"/>
              </a:rPr>
              <a:t>Choosing deterministic vs AI per step</a:t>
            </a:r>
          </a:p>
          <a:p>
            <a:pPr marL="171450" indent="-171450">
              <a:spcAft>
                <a:spcPts val="200"/>
              </a:spcAft>
              <a:buFont typeface="Arial"/>
              <a:buChar char="•"/>
            </a:pPr>
            <a:r>
              <a:rPr lang="en-US" sz="1250">
                <a:solidFill>
                  <a:srgbClr val="1F1F1F"/>
                </a:solidFill>
                <a:cs typeface="Segoe UI" pitchFamily="34" charset="0"/>
              </a:rPr>
              <a:t>Goal-first vs agent-first mindset</a:t>
            </a:r>
          </a:p>
          <a:p>
            <a:pPr marL="171450" indent="-171450">
              <a:spcAft>
                <a:spcPts val="200"/>
              </a:spcAft>
              <a:buFont typeface="Arial"/>
              <a:buChar char="•"/>
            </a:pPr>
            <a:r>
              <a:rPr lang="en-US" sz="1250">
                <a:solidFill>
                  <a:srgbClr val="1F1F1F"/>
                </a:solidFill>
                <a:cs typeface="Segoe UI" pitchFamily="34" charset="0"/>
              </a:rPr>
              <a:t>Building with trust and safety</a:t>
            </a:r>
          </a:p>
        </p:txBody>
      </p:sp>
      <p:cxnSp>
        <p:nvCxnSpPr>
          <p:cNvPr id="307" name="conn">
            <a:extLst>
              <a:ext uri="{FF2B5EF4-FFF2-40B4-BE49-F238E27FC236}">
                <a16:creationId xmlns:a16="http://schemas.microsoft.com/office/drawing/2014/main" id="{C47A346D-DB2F-6D86-0597-EF1543008EB6}"/>
              </a:ext>
            </a:extLst>
          </p:cNvPr>
          <p:cNvCxnSpPr/>
          <p:nvPr/>
        </p:nvCxnSpPr>
        <p:spPr>
          <a:xfrm>
            <a:off x="6094476" y="1921049"/>
            <a:ext cx="0" cy="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08" name="conn">
            <a:extLst>
              <a:ext uri="{FF2B5EF4-FFF2-40B4-BE49-F238E27FC236}">
                <a16:creationId xmlns:a16="http://schemas.microsoft.com/office/drawing/2014/main" id="{22B8FDD1-C583-7EB8-7D61-03C7D840D0C5}"/>
              </a:ext>
            </a:extLst>
          </p:cNvPr>
          <p:cNvCxnSpPr/>
          <p:nvPr/>
        </p:nvCxnSpPr>
        <p:spPr>
          <a:xfrm>
            <a:off x="3268980" y="2011049"/>
            <a:ext cx="5650992" cy="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09" name="conn">
            <a:extLst>
              <a:ext uri="{FF2B5EF4-FFF2-40B4-BE49-F238E27FC236}">
                <a16:creationId xmlns:a16="http://schemas.microsoft.com/office/drawing/2014/main" id="{AB632944-7EE6-93F1-C021-52C125441E55}"/>
              </a:ext>
            </a:extLst>
          </p:cNvPr>
          <p:cNvCxnSpPr/>
          <p:nvPr/>
        </p:nvCxnSpPr>
        <p:spPr>
          <a:xfrm>
            <a:off x="3268980" y="201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0" name="conn">
            <a:extLst>
              <a:ext uri="{FF2B5EF4-FFF2-40B4-BE49-F238E27FC236}">
                <a16:creationId xmlns:a16="http://schemas.microsoft.com/office/drawing/2014/main" id="{721E773D-97E9-0AF7-6B00-258E37FAB9D2}"/>
              </a:ext>
            </a:extLst>
          </p:cNvPr>
          <p:cNvCxnSpPr/>
          <p:nvPr/>
        </p:nvCxnSpPr>
        <p:spPr>
          <a:xfrm>
            <a:off x="8919972" y="201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1" name="conn">
            <a:extLst>
              <a:ext uri="{FF2B5EF4-FFF2-40B4-BE49-F238E27FC236}">
                <a16:creationId xmlns:a16="http://schemas.microsoft.com/office/drawing/2014/main" id="{3FFEE1A1-45E6-CE83-A367-CD3A12D818E7}"/>
              </a:ext>
            </a:extLst>
          </p:cNvPr>
          <p:cNvCxnSpPr/>
          <p:nvPr/>
        </p:nvCxnSpPr>
        <p:spPr>
          <a:xfrm>
            <a:off x="3268980" y="306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2" name="conn">
            <a:extLst>
              <a:ext uri="{FF2B5EF4-FFF2-40B4-BE49-F238E27FC236}">
                <a16:creationId xmlns:a16="http://schemas.microsoft.com/office/drawing/2014/main" id="{21867BC6-7A20-6DF5-D530-30D0932B3A6D}"/>
              </a:ext>
            </a:extLst>
          </p:cNvPr>
          <p:cNvCxnSpPr/>
          <p:nvPr/>
        </p:nvCxnSpPr>
        <p:spPr>
          <a:xfrm>
            <a:off x="8919972" y="306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3" name="conn">
            <a:extLst>
              <a:ext uri="{FF2B5EF4-FFF2-40B4-BE49-F238E27FC236}">
                <a16:creationId xmlns:a16="http://schemas.microsoft.com/office/drawing/2014/main" id="{D87152ED-6D2C-31BA-7FFE-365F4901A705}"/>
              </a:ext>
            </a:extLst>
          </p:cNvPr>
          <p:cNvCxnSpPr/>
          <p:nvPr/>
        </p:nvCxnSpPr>
        <p:spPr>
          <a:xfrm>
            <a:off x="3268980" y="3251049"/>
            <a:ext cx="5650992" cy="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4" name="conn">
            <a:extLst>
              <a:ext uri="{FF2B5EF4-FFF2-40B4-BE49-F238E27FC236}">
                <a16:creationId xmlns:a16="http://schemas.microsoft.com/office/drawing/2014/main" id="{6FE01BF9-CA34-3DC3-00D9-0F1F96EA5B19}"/>
              </a:ext>
            </a:extLst>
          </p:cNvPr>
          <p:cNvCxnSpPr/>
          <p:nvPr/>
        </p:nvCxnSpPr>
        <p:spPr>
          <a:xfrm>
            <a:off x="6094476" y="3251049"/>
            <a:ext cx="0" cy="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5" name="conn">
            <a:extLst>
              <a:ext uri="{FF2B5EF4-FFF2-40B4-BE49-F238E27FC236}">
                <a16:creationId xmlns:a16="http://schemas.microsoft.com/office/drawing/2014/main" id="{FF324830-E659-2673-9C96-988C83816932}"/>
              </a:ext>
            </a:extLst>
          </p:cNvPr>
          <p:cNvCxnSpPr/>
          <p:nvPr/>
        </p:nvCxnSpPr>
        <p:spPr>
          <a:xfrm>
            <a:off x="6094476" y="3941049"/>
            <a:ext cx="0" cy="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6" name="conn">
            <a:extLst>
              <a:ext uri="{FF2B5EF4-FFF2-40B4-BE49-F238E27FC236}">
                <a16:creationId xmlns:a16="http://schemas.microsoft.com/office/drawing/2014/main" id="{80570B1F-85A8-3522-2986-39F3A8C2DCC9}"/>
              </a:ext>
            </a:extLst>
          </p:cNvPr>
          <p:cNvCxnSpPr/>
          <p:nvPr/>
        </p:nvCxnSpPr>
        <p:spPr>
          <a:xfrm>
            <a:off x="3268980" y="4031049"/>
            <a:ext cx="5650992" cy="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7" name="conn">
            <a:extLst>
              <a:ext uri="{FF2B5EF4-FFF2-40B4-BE49-F238E27FC236}">
                <a16:creationId xmlns:a16="http://schemas.microsoft.com/office/drawing/2014/main" id="{4D1CB7B1-A346-4B2A-D2FD-294D6267114E}"/>
              </a:ext>
            </a:extLst>
          </p:cNvPr>
          <p:cNvCxnSpPr/>
          <p:nvPr/>
        </p:nvCxnSpPr>
        <p:spPr>
          <a:xfrm>
            <a:off x="3268980" y="403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8" name="conn">
            <a:extLst>
              <a:ext uri="{FF2B5EF4-FFF2-40B4-BE49-F238E27FC236}">
                <a16:creationId xmlns:a16="http://schemas.microsoft.com/office/drawing/2014/main" id="{C47CC02F-344E-A796-B71D-5FEE7AF509FC}"/>
              </a:ext>
            </a:extLst>
          </p:cNvPr>
          <p:cNvCxnSpPr/>
          <p:nvPr/>
        </p:nvCxnSpPr>
        <p:spPr>
          <a:xfrm>
            <a:off x="8919972" y="403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sp>
        <p:nvSpPr>
          <p:cNvPr id="399" name="Intro Done">
            <a:extLst>
              <a:ext uri="{FF2B5EF4-FFF2-40B4-BE49-F238E27FC236}">
                <a16:creationId xmlns:a16="http://schemas.microsoft.com/office/drawing/2014/main" id="{F756424A-28CA-6370-B5A6-7C3F53F0CA55}"/>
              </a:ext>
            </a:extLst>
          </p:cNvPr>
          <p:cNvSpPr/>
          <p:nvPr/>
        </p:nvSpPr>
        <p:spPr>
          <a:xfrm>
            <a:off x="11100947" y="2449010"/>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
        <p:nvSpPr>
          <p:cNvPr id="5" name="Agents · building">
            <a:extLst>
              <a:ext uri="{FF2B5EF4-FFF2-40B4-BE49-F238E27FC236}">
                <a16:creationId xmlns:a16="http://schemas.microsoft.com/office/drawing/2014/main" id="{81C8FECC-FDC5-B8C8-2DA7-FBE0D9BDB3E3}"/>
              </a:ext>
            </a:extLst>
          </p:cNvPr>
          <p:cNvSpPr/>
          <p:nvPr/>
        </p:nvSpPr>
        <p:spPr bwMode="auto">
          <a:xfrm>
            <a:off x="548640" y="5308783"/>
            <a:ext cx="5440680" cy="656165"/>
          </a:xfrm>
          <a:prstGeom prst="roundRect">
            <a:avLst>
              <a:gd name="adj" fmla="val 6000"/>
            </a:avLst>
          </a:prstGeom>
          <a:solidFill>
            <a:srgbClr val="EAF5FF"/>
          </a:solidFill>
          <a:ln w="12700">
            <a:solidFill>
              <a:srgbClr val="CFE6FB"/>
            </a:solidFill>
          </a:ln>
        </p:spPr>
        <p:txBody>
          <a:bodyPr wrap="square" lIns="160020" tIns="91440" rIns="160020" bIns="91440" anchor="t">
            <a:noAutofit/>
          </a:bodyPr>
          <a:lstStyle/>
          <a:p>
            <a:pPr>
              <a:spcAft>
                <a:spcPts val="300"/>
              </a:spcAft>
            </a:pPr>
            <a:r>
              <a:rPr lang="en-US" sz="1100" b="1">
                <a:solidFill>
                  <a:srgbClr val="0078D4"/>
                </a:solidFill>
                <a:cs typeface="Segoe UI" pitchFamily="34" charset="0"/>
              </a:rPr>
              <a:t>Agents · AI Assisted developing</a:t>
            </a:r>
          </a:p>
          <a:p>
            <a:pPr marL="171450" indent="-171450">
              <a:spcAft>
                <a:spcPts val="200"/>
              </a:spcAft>
              <a:buFont typeface="Arial"/>
              <a:buChar char="•"/>
            </a:pPr>
            <a:r>
              <a:rPr lang="en-GB" sz="1250">
                <a:solidFill>
                  <a:srgbClr val="1F1F1F"/>
                </a:solidFill>
                <a:cs typeface="Segoe UI" pitchFamily="34" charset="0"/>
              </a:rPr>
              <a:t>Upgrade from standard agents to the GHCP harness</a:t>
            </a:r>
            <a:endParaRPr lang="en-US" sz="1250">
              <a:solidFill>
                <a:srgbClr val="1F1F1F"/>
              </a:solidFill>
              <a:cs typeface="Segoe UI" pitchFamily="34" charset="0"/>
            </a:endParaRPr>
          </a:p>
        </p:txBody>
      </p:sp>
      <p:sp>
        <p:nvSpPr>
          <p:cNvPr id="4" name="Intro Done">
            <a:extLst>
              <a:ext uri="{FF2B5EF4-FFF2-40B4-BE49-F238E27FC236}">
                <a16:creationId xmlns:a16="http://schemas.microsoft.com/office/drawing/2014/main" id="{144962A5-29E4-6FE3-9618-22FF0903CCDC}"/>
              </a:ext>
            </a:extLst>
          </p:cNvPr>
          <p:cNvSpPr/>
          <p:nvPr/>
        </p:nvSpPr>
        <p:spPr>
          <a:xfrm>
            <a:off x="11100947" y="1471050"/>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
        <p:nvSpPr>
          <p:cNvPr id="7" name="Intro Done">
            <a:extLst>
              <a:ext uri="{FF2B5EF4-FFF2-40B4-BE49-F238E27FC236}">
                <a16:creationId xmlns:a16="http://schemas.microsoft.com/office/drawing/2014/main" id="{2FD05811-763F-676F-AB79-BA094759CF4A}"/>
              </a:ext>
            </a:extLst>
          </p:cNvPr>
          <p:cNvSpPr/>
          <p:nvPr/>
        </p:nvSpPr>
        <p:spPr>
          <a:xfrm>
            <a:off x="5462147" y="2481049"/>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Tree>
    <p:extLst>
      <p:ext uri="{BB962C8B-B14F-4D97-AF65-F5344CB8AC3E}">
        <p14:creationId xmlns:p14="http://schemas.microsoft.com/office/powerpoint/2010/main" val="191642640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199F9-D5CB-7DD3-AD55-E3605D7BA83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DA29B80-217C-D83B-5117-14F0B3DE7902}"/>
              </a:ext>
            </a:extLst>
          </p:cNvPr>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53" name="Title 1">
            <a:extLst>
              <a:ext uri="{FF2B5EF4-FFF2-40B4-BE49-F238E27FC236}">
                <a16:creationId xmlns:a16="http://schemas.microsoft.com/office/drawing/2014/main" id="{12A465DE-5DB3-F130-28AE-336D8983D590}"/>
              </a:ext>
            </a:extLst>
          </p:cNvPr>
          <p:cNvSpPr txBox="1">
            <a:spLocks/>
          </p:cNvSpPr>
          <p:nvPr/>
        </p:nvSpPr>
        <p:spPr>
          <a:xfrm>
            <a:off x="427484" y="551144"/>
            <a:ext cx="11219686" cy="492443"/>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pPr lvl="0">
              <a:defRPr/>
            </a:pPr>
            <a:r>
              <a:rPr lang="en-US" sz="2800" b="1"/>
              <a:t>The Right Platform for Every Agent</a:t>
            </a:r>
            <a:endParaRPr kumimoji="0" lang="en-US" sz="2800" b="1" i="0" u="none" strike="noStrike" kern="1200" cap="none" spc="-50" normalizeH="0" baseline="0" noProof="0">
              <a:ln w="3175">
                <a:noFill/>
              </a:ln>
              <a:solidFill>
                <a:srgbClr val="000000"/>
              </a:solidFill>
              <a:effectLst/>
              <a:uLnTx/>
              <a:uFillTx/>
              <a:latin typeface="Aptos"/>
              <a:ea typeface="+mn-ea"/>
              <a:cs typeface="Segoe Sans Display" pitchFamily="2" charset="0"/>
            </a:endParaRPr>
          </a:p>
        </p:txBody>
      </p:sp>
      <p:sp>
        <p:nvSpPr>
          <p:cNvPr id="60" name="Text Placeholder 59">
            <a:extLst>
              <a:ext uri="{FF2B5EF4-FFF2-40B4-BE49-F238E27FC236}">
                <a16:creationId xmlns:a16="http://schemas.microsoft.com/office/drawing/2014/main" id="{F25E5894-044F-A195-A683-D9FA3D40A914}"/>
              </a:ext>
            </a:extLst>
          </p:cNvPr>
          <p:cNvSpPr>
            <a:spLocks noGrp="1"/>
          </p:cNvSpPr>
          <p:nvPr>
            <p:ph type="body" sz="quarter" idx="11"/>
          </p:nvPr>
        </p:nvSpPr>
        <p:spPr>
          <a:xfrm>
            <a:off x="555498" y="322317"/>
            <a:ext cx="11052046" cy="153888"/>
          </a:xfrm>
        </p:spPr>
        <p:txBody>
          <a:bodyPr/>
          <a:lstStyle/>
          <a:p>
            <a:r>
              <a:rPr lang="en-US"/>
              <a:t>Understand where each platform delivers the greatest value, and how to select and combine technologies for a broader range of use cases.</a:t>
            </a:r>
            <a:endParaRPr lang="en-GB">
              <a:solidFill>
                <a:srgbClr val="4B5563"/>
              </a:solidFill>
              <a:latin typeface="Aptos"/>
            </a:endParaRPr>
          </a:p>
        </p:txBody>
      </p:sp>
      <p:sp>
        <p:nvSpPr>
          <p:cNvPr id="10" name="Shape 7">
            <a:extLst>
              <a:ext uri="{FF2B5EF4-FFF2-40B4-BE49-F238E27FC236}">
                <a16:creationId xmlns:a16="http://schemas.microsoft.com/office/drawing/2014/main" id="{4CF8B8AE-C1DB-4E4E-1DE2-819C8B7E6D10}"/>
              </a:ext>
            </a:extLst>
          </p:cNvPr>
          <p:cNvSpPr/>
          <p:nvPr/>
        </p:nvSpPr>
        <p:spPr>
          <a:xfrm>
            <a:off x="534924" y="1421155"/>
            <a:ext cx="2065264" cy="3940199"/>
          </a:xfrm>
          <a:prstGeom prst="roundRect">
            <a:avLst>
              <a:gd name="adj" fmla="val 4428"/>
            </a:avLst>
          </a:prstGeom>
          <a:solidFill>
            <a:srgbClr val="EAF7EA"/>
          </a:solidFill>
          <a:ln w="9525">
            <a:solidFill>
              <a:srgbClr val="13A10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mn-ea"/>
              <a:cs typeface="+mn-cs"/>
            </a:endParaRPr>
          </a:p>
        </p:txBody>
      </p:sp>
      <p:sp>
        <p:nvSpPr>
          <p:cNvPr id="13" name="Shape 8">
            <a:extLst>
              <a:ext uri="{FF2B5EF4-FFF2-40B4-BE49-F238E27FC236}">
                <a16:creationId xmlns:a16="http://schemas.microsoft.com/office/drawing/2014/main" id="{E2AA64E7-61B2-787E-6DD6-B7241044589C}"/>
              </a:ext>
            </a:extLst>
          </p:cNvPr>
          <p:cNvSpPr/>
          <p:nvPr/>
        </p:nvSpPr>
        <p:spPr>
          <a:xfrm>
            <a:off x="534924" y="1421156"/>
            <a:ext cx="2065264" cy="658368"/>
          </a:xfrm>
          <a:prstGeom prst="roundRect">
            <a:avLst>
              <a:gd name="adj" fmla="val 13889"/>
            </a:avLst>
          </a:prstGeom>
          <a:solidFill>
            <a:srgbClr val="13A10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17" name="Shape 9">
            <a:extLst>
              <a:ext uri="{FF2B5EF4-FFF2-40B4-BE49-F238E27FC236}">
                <a16:creationId xmlns:a16="http://schemas.microsoft.com/office/drawing/2014/main" id="{2963BA89-486C-2541-67BB-D83C2508302A}"/>
              </a:ext>
            </a:extLst>
          </p:cNvPr>
          <p:cNvSpPr/>
          <p:nvPr/>
        </p:nvSpPr>
        <p:spPr>
          <a:xfrm>
            <a:off x="534924" y="1750340"/>
            <a:ext cx="2065264" cy="421360"/>
          </a:xfrm>
          <a:prstGeom prst="rect">
            <a:avLst/>
          </a:prstGeom>
          <a:solidFill>
            <a:srgbClr val="13A10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21" name="Text 10">
            <a:extLst>
              <a:ext uri="{FF2B5EF4-FFF2-40B4-BE49-F238E27FC236}">
                <a16:creationId xmlns:a16="http://schemas.microsoft.com/office/drawing/2014/main" id="{E37AD669-48E6-EB1D-3F0D-90F9C2461E97}"/>
              </a:ext>
            </a:extLst>
          </p:cNvPr>
          <p:cNvSpPr/>
          <p:nvPr/>
        </p:nvSpPr>
        <p:spPr>
          <a:xfrm>
            <a:off x="608076" y="1421156"/>
            <a:ext cx="1918960" cy="7505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50" normalizeH="0" baseline="0" noProof="0">
                <a:ln>
                  <a:noFill/>
                </a:ln>
                <a:solidFill>
                  <a:srgbClr val="FFFFFF"/>
                </a:solidFill>
                <a:effectLst/>
                <a:uLnTx/>
                <a:uFillTx/>
                <a:latin typeface="+mj-lt"/>
                <a:ea typeface="Segoe UI" pitchFamily="34" charset="-122"/>
                <a:cs typeface="Segoe UI" pitchFamily="34" charset="-120"/>
              </a:rPr>
              <a:t>IF YOU’RE HAPPY AS-IS</a:t>
            </a:r>
            <a:endParaRPr kumimoji="0" lang="en-US" sz="950" b="0" i="0" u="none" strike="noStrike" kern="1200" cap="none" spc="0" normalizeH="0" baseline="0" noProof="0">
              <a:ln>
                <a:noFill/>
              </a:ln>
              <a:solidFill>
                <a:prstClr val="black"/>
              </a:solidFill>
              <a:effectLst/>
              <a:uLnTx/>
              <a:uFillTx/>
              <a:latin typeface="+mj-lt"/>
              <a:ea typeface="+mn-ea"/>
              <a:cs typeface="+mn-cs"/>
            </a:endParaRPr>
          </a:p>
        </p:txBody>
      </p:sp>
      <p:sp>
        <p:nvSpPr>
          <p:cNvPr id="23" name="Text 11">
            <a:extLst>
              <a:ext uri="{FF2B5EF4-FFF2-40B4-BE49-F238E27FC236}">
                <a16:creationId xmlns:a16="http://schemas.microsoft.com/office/drawing/2014/main" id="{5283031F-1F0B-623C-D1A4-79068915086B}"/>
              </a:ext>
            </a:extLst>
          </p:cNvPr>
          <p:cNvSpPr/>
          <p:nvPr/>
        </p:nvSpPr>
        <p:spPr>
          <a:xfrm>
            <a:off x="699516" y="2320316"/>
            <a:ext cx="1754368" cy="8686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3A10E"/>
                </a:solidFill>
                <a:effectLst/>
                <a:uLnTx/>
                <a:uFillTx/>
                <a:ea typeface="Segoe UI" pitchFamily="34" charset="-122"/>
                <a:cs typeface="Segoe UI" pitchFamily="34" charset="-120"/>
              </a:rPr>
              <a:t>Keep your</a:t>
            </a:r>
            <a:br>
              <a:rPr kumimoji="0" lang="en-US" sz="1400" b="1" i="0" u="none" strike="noStrike" kern="1200" cap="none" spc="0" normalizeH="0" baseline="0" noProof="0">
                <a:ln>
                  <a:noFill/>
                </a:ln>
                <a:solidFill>
                  <a:srgbClr val="13A10E"/>
                </a:solidFill>
                <a:effectLst/>
                <a:uLnTx/>
                <a:uFillTx/>
                <a:ea typeface="Segoe UI" pitchFamily="34" charset="-122"/>
                <a:cs typeface="Segoe UI" pitchFamily="34" charset="-120"/>
              </a:rPr>
            </a:br>
            <a:r>
              <a:rPr kumimoji="0" lang="en-US" sz="1400" b="1" i="0" u="none" strike="noStrike" kern="1200" cap="none" spc="0" normalizeH="0" baseline="0" noProof="0">
                <a:ln>
                  <a:noFill/>
                </a:ln>
                <a:solidFill>
                  <a:srgbClr val="13A10E"/>
                </a:solidFill>
                <a:effectLst/>
                <a:uLnTx/>
                <a:uFillTx/>
                <a:ea typeface="Segoe UI" pitchFamily="34" charset="-122"/>
                <a:cs typeface="Segoe UI" pitchFamily="34" charset="-120"/>
              </a:rPr>
              <a:t>standard agents</a:t>
            </a:r>
            <a:endParaRPr kumimoji="0" lang="en-US" sz="1400" b="0" i="0" u="none" strike="noStrike" kern="1200" cap="none" spc="0" normalizeH="0" baseline="0" noProof="0">
              <a:ln>
                <a:noFill/>
              </a:ln>
              <a:solidFill>
                <a:prstClr val="black"/>
              </a:solidFill>
              <a:effectLst/>
              <a:uLnTx/>
              <a:uFillTx/>
              <a:ea typeface="+mn-ea"/>
              <a:cs typeface="+mn-cs"/>
            </a:endParaRPr>
          </a:p>
        </p:txBody>
      </p:sp>
      <p:sp>
        <p:nvSpPr>
          <p:cNvPr id="27" name="Text 12">
            <a:extLst>
              <a:ext uri="{FF2B5EF4-FFF2-40B4-BE49-F238E27FC236}">
                <a16:creationId xmlns:a16="http://schemas.microsoft.com/office/drawing/2014/main" id="{CD22F7CB-7D0B-6E49-256C-7ED5F778AE41}"/>
              </a:ext>
            </a:extLst>
          </p:cNvPr>
          <p:cNvSpPr/>
          <p:nvPr/>
        </p:nvSpPr>
        <p:spPr>
          <a:xfrm>
            <a:off x="699516" y="3160420"/>
            <a:ext cx="1754368" cy="1872687"/>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a:ln>
                  <a:noFill/>
                </a:ln>
                <a:solidFill>
                  <a:srgbClr val="1F1F1F"/>
                </a:solidFill>
                <a:effectLst/>
                <a:uLnTx/>
                <a:uFillTx/>
                <a:ea typeface="Segoe UI" pitchFamily="34" charset="-122"/>
                <a:cs typeface="Segoe UI" pitchFamily="34" charset="-120"/>
              </a:rPr>
              <a:t>You may already have standard agents working in production. While we offer different ways to upgrade, if you’re already happy as-is, there is no need to upgrade: it already does the job.</a:t>
            </a: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34" name="Shape 13">
            <a:extLst>
              <a:ext uri="{FF2B5EF4-FFF2-40B4-BE49-F238E27FC236}">
                <a16:creationId xmlns:a16="http://schemas.microsoft.com/office/drawing/2014/main" id="{99744B84-4319-9846-EE73-98E3FADC0398}"/>
              </a:ext>
            </a:extLst>
          </p:cNvPr>
          <p:cNvSpPr/>
          <p:nvPr/>
        </p:nvSpPr>
        <p:spPr>
          <a:xfrm>
            <a:off x="2792669" y="1421155"/>
            <a:ext cx="2065264" cy="3940199"/>
          </a:xfrm>
          <a:prstGeom prst="roundRect">
            <a:avLst>
              <a:gd name="adj" fmla="val 4428"/>
            </a:avLst>
          </a:prstGeom>
          <a:solidFill>
            <a:srgbClr val="EAF2FB"/>
          </a:solidFill>
          <a:ln w="9525">
            <a:solidFill>
              <a:srgbClr val="0078D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mn-ea"/>
              <a:cs typeface="+mn-cs"/>
            </a:endParaRPr>
          </a:p>
        </p:txBody>
      </p:sp>
      <p:sp>
        <p:nvSpPr>
          <p:cNvPr id="37" name="Shape 14">
            <a:extLst>
              <a:ext uri="{FF2B5EF4-FFF2-40B4-BE49-F238E27FC236}">
                <a16:creationId xmlns:a16="http://schemas.microsoft.com/office/drawing/2014/main" id="{643024C4-3279-EE25-52FC-69FAFC3A7491}"/>
              </a:ext>
            </a:extLst>
          </p:cNvPr>
          <p:cNvSpPr/>
          <p:nvPr/>
        </p:nvSpPr>
        <p:spPr>
          <a:xfrm>
            <a:off x="2792669" y="1421156"/>
            <a:ext cx="2065264" cy="658368"/>
          </a:xfrm>
          <a:prstGeom prst="roundRect">
            <a:avLst>
              <a:gd name="adj" fmla="val 13889"/>
            </a:avLst>
          </a:prstGeom>
          <a:solidFill>
            <a:srgbClr val="0078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41" name="Shape 15">
            <a:extLst>
              <a:ext uri="{FF2B5EF4-FFF2-40B4-BE49-F238E27FC236}">
                <a16:creationId xmlns:a16="http://schemas.microsoft.com/office/drawing/2014/main" id="{AA1ECC78-85FA-E0E6-5A5D-5146212DEAA7}"/>
              </a:ext>
            </a:extLst>
          </p:cNvPr>
          <p:cNvSpPr/>
          <p:nvPr/>
        </p:nvSpPr>
        <p:spPr>
          <a:xfrm>
            <a:off x="2792669" y="1750339"/>
            <a:ext cx="2065264" cy="421359"/>
          </a:xfrm>
          <a:prstGeom prst="rect">
            <a:avLst/>
          </a:prstGeom>
          <a:solidFill>
            <a:srgbClr val="0078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44" name="Text 16">
            <a:extLst>
              <a:ext uri="{FF2B5EF4-FFF2-40B4-BE49-F238E27FC236}">
                <a16:creationId xmlns:a16="http://schemas.microsoft.com/office/drawing/2014/main" id="{2440C30E-269C-6E46-B8BE-AFBD71A6494A}"/>
              </a:ext>
            </a:extLst>
          </p:cNvPr>
          <p:cNvSpPr/>
          <p:nvPr/>
        </p:nvSpPr>
        <p:spPr>
          <a:xfrm>
            <a:off x="2865821" y="1421156"/>
            <a:ext cx="1918960" cy="75054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50" normalizeH="0" baseline="0" noProof="0">
                <a:ln>
                  <a:noFill/>
                </a:ln>
                <a:solidFill>
                  <a:srgbClr val="FFFFFF"/>
                </a:solidFill>
                <a:effectLst/>
                <a:uLnTx/>
                <a:uFillTx/>
                <a:latin typeface="+mj-lt"/>
                <a:ea typeface="Segoe UI" pitchFamily="34" charset="-122"/>
                <a:cs typeface="Segoe UI" pitchFamily="34" charset="-120"/>
              </a:rPr>
              <a:t>FOR LARGE-CONTEXT, FILE-HEAVY, AUTONOMOUS OR LONG OR COMPLEX WORK</a:t>
            </a:r>
            <a:endParaRPr kumimoji="0" lang="en-US" sz="950" b="0" i="0" u="none" strike="noStrike" kern="1200" cap="none" spc="0" normalizeH="0" baseline="0" noProof="0">
              <a:ln>
                <a:noFill/>
              </a:ln>
              <a:solidFill>
                <a:prstClr val="black"/>
              </a:solidFill>
              <a:effectLst/>
              <a:uLnTx/>
              <a:uFillTx/>
              <a:latin typeface="+mj-lt"/>
              <a:ea typeface="+mn-ea"/>
              <a:cs typeface="+mn-cs"/>
            </a:endParaRPr>
          </a:p>
        </p:txBody>
      </p:sp>
      <p:sp>
        <p:nvSpPr>
          <p:cNvPr id="50" name="Text 17">
            <a:extLst>
              <a:ext uri="{FF2B5EF4-FFF2-40B4-BE49-F238E27FC236}">
                <a16:creationId xmlns:a16="http://schemas.microsoft.com/office/drawing/2014/main" id="{12F3F886-7703-5643-EFC9-FF3F019A0900}"/>
              </a:ext>
            </a:extLst>
          </p:cNvPr>
          <p:cNvSpPr/>
          <p:nvPr/>
        </p:nvSpPr>
        <p:spPr>
          <a:xfrm>
            <a:off x="2957261" y="2320316"/>
            <a:ext cx="1754368" cy="8686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78D4"/>
                </a:solidFill>
                <a:effectLst/>
                <a:uLnTx/>
                <a:uFillTx/>
                <a:ea typeface="Segoe UI" pitchFamily="34" charset="-122"/>
                <a:cs typeface="Segoe UI" pitchFamily="34" charset="-120"/>
              </a:rPr>
              <a:t>Explore GHCP-harness agents &amp; workflows</a:t>
            </a:r>
            <a:endParaRPr kumimoji="0" lang="en-US" sz="1400" b="0" i="0" u="none" strike="noStrike" kern="1200" cap="none" spc="0" normalizeH="0" baseline="0" noProof="0">
              <a:ln>
                <a:noFill/>
              </a:ln>
              <a:solidFill>
                <a:prstClr val="black"/>
              </a:solidFill>
              <a:effectLst/>
              <a:uLnTx/>
              <a:uFillTx/>
              <a:ea typeface="+mn-ea"/>
              <a:cs typeface="+mn-cs"/>
            </a:endParaRPr>
          </a:p>
        </p:txBody>
      </p:sp>
      <p:sp>
        <p:nvSpPr>
          <p:cNvPr id="54" name="Text 18">
            <a:extLst>
              <a:ext uri="{FF2B5EF4-FFF2-40B4-BE49-F238E27FC236}">
                <a16:creationId xmlns:a16="http://schemas.microsoft.com/office/drawing/2014/main" id="{EC502AF3-F85B-79F0-6D08-FE810D0FD558}"/>
              </a:ext>
            </a:extLst>
          </p:cNvPr>
          <p:cNvSpPr/>
          <p:nvPr/>
        </p:nvSpPr>
        <p:spPr>
          <a:xfrm>
            <a:off x="2957261" y="3160421"/>
            <a:ext cx="1754368" cy="1872686"/>
          </a:xfrm>
          <a:prstGeom prst="rect">
            <a:avLst/>
          </a:prstGeom>
          <a:noFill/>
          <a:ln/>
        </p:spPr>
        <p:txBody>
          <a:bodyPr wrap="square" rtlCol="0" anchor="t"/>
          <a:lstStyle/>
          <a:p>
            <a:pPr marL="0" marR="0" lvl="0" indent="0" algn="l" defTabSz="914400" rtl="0" eaLnBrk="1" fontAlgn="auto" latinLnBrk="0" hangingPunct="1">
              <a:lnSpc>
                <a:spcPct val="105000"/>
              </a:lnSpc>
              <a:spcAft>
                <a:spcPts val="600"/>
              </a:spcAft>
              <a:buClrTx/>
              <a:buSzTx/>
              <a:buFontTx/>
              <a:buNone/>
              <a:tabLst/>
              <a:defRPr/>
            </a:pPr>
            <a:r>
              <a:rPr kumimoji="0" lang="en-US" sz="1100" b="0" i="0" u="none" strike="noStrike" kern="1200" cap="none" spc="0" normalizeH="0" baseline="0" noProof="0">
                <a:ln>
                  <a:noFill/>
                </a:ln>
                <a:solidFill>
                  <a:srgbClr val="1F1F1F"/>
                </a:solidFill>
                <a:effectLst/>
                <a:uLnTx/>
                <a:uFillTx/>
                <a:ea typeface="Segoe UI" pitchFamily="34" charset="-122"/>
                <a:cs typeface="Segoe UI" pitchFamily="34" charset="-120"/>
              </a:rPr>
              <a:t>For agents that act autonomously or complete complex, multi-step tasks, agents powered by the GitHub Copilot harness (GHCP) could be your best bet.</a:t>
            </a:r>
          </a:p>
          <a:p>
            <a:pPr marL="0" marR="0" lvl="0" indent="0" algn="l" defTabSz="914400" rtl="0" eaLnBrk="1" fontAlgn="auto" latinLnBrk="0" hangingPunct="1">
              <a:lnSpc>
                <a:spcPct val="105000"/>
              </a:lnSpc>
              <a:spcBef>
                <a:spcPts val="0"/>
              </a:spcBef>
              <a:spcAft>
                <a:spcPts val="0"/>
              </a:spcAft>
              <a:buClrTx/>
              <a:buSzTx/>
              <a:buFontTx/>
              <a:buNone/>
              <a:tabLst/>
              <a:defRPr/>
            </a:pPr>
            <a:r>
              <a:rPr lang="en-US" sz="1100">
                <a:solidFill>
                  <a:srgbClr val="1F1F1F"/>
                </a:solidFill>
                <a:cs typeface="Segoe UI" pitchFamily="34" charset="-120"/>
              </a:rPr>
              <a:t>The improved reasoning-loop is particularly adaptable to complex, multi-step tasks.</a:t>
            </a: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56" name="Shape 19">
            <a:extLst>
              <a:ext uri="{FF2B5EF4-FFF2-40B4-BE49-F238E27FC236}">
                <a16:creationId xmlns:a16="http://schemas.microsoft.com/office/drawing/2014/main" id="{310F20FC-803A-CBFD-BC48-822A1BB0DE1C}"/>
              </a:ext>
            </a:extLst>
          </p:cNvPr>
          <p:cNvSpPr/>
          <p:nvPr/>
        </p:nvSpPr>
        <p:spPr>
          <a:xfrm>
            <a:off x="5050414" y="1421155"/>
            <a:ext cx="2065264" cy="3940200"/>
          </a:xfrm>
          <a:prstGeom prst="roundRect">
            <a:avLst>
              <a:gd name="adj" fmla="val 4428"/>
            </a:avLst>
          </a:prstGeom>
          <a:solidFill>
            <a:srgbClr val="F3EAFE"/>
          </a:solidFill>
          <a:ln w="9525">
            <a:solidFill>
              <a:srgbClr val="6B3FA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mn-ea"/>
              <a:cs typeface="+mn-cs"/>
            </a:endParaRPr>
          </a:p>
        </p:txBody>
      </p:sp>
      <p:sp>
        <p:nvSpPr>
          <p:cNvPr id="61" name="Shape 20">
            <a:extLst>
              <a:ext uri="{FF2B5EF4-FFF2-40B4-BE49-F238E27FC236}">
                <a16:creationId xmlns:a16="http://schemas.microsoft.com/office/drawing/2014/main" id="{3B7F9922-AE27-5DAF-27F7-88C8C58FDB90}"/>
              </a:ext>
            </a:extLst>
          </p:cNvPr>
          <p:cNvSpPr/>
          <p:nvPr/>
        </p:nvSpPr>
        <p:spPr>
          <a:xfrm>
            <a:off x="5050414" y="1421156"/>
            <a:ext cx="2065264" cy="658368"/>
          </a:xfrm>
          <a:prstGeom prst="roundRect">
            <a:avLst>
              <a:gd name="adj" fmla="val 13889"/>
            </a:avLst>
          </a:prstGeom>
          <a:solidFill>
            <a:srgbClr val="6B3FA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64" name="Shape 21">
            <a:extLst>
              <a:ext uri="{FF2B5EF4-FFF2-40B4-BE49-F238E27FC236}">
                <a16:creationId xmlns:a16="http://schemas.microsoft.com/office/drawing/2014/main" id="{BDD7E1AD-3CA1-8BA5-8BAF-ED9EA45FC4BF}"/>
              </a:ext>
            </a:extLst>
          </p:cNvPr>
          <p:cNvSpPr/>
          <p:nvPr/>
        </p:nvSpPr>
        <p:spPr>
          <a:xfrm>
            <a:off x="5050414" y="1750340"/>
            <a:ext cx="2065264" cy="421358"/>
          </a:xfrm>
          <a:prstGeom prst="rect">
            <a:avLst/>
          </a:prstGeom>
          <a:solidFill>
            <a:srgbClr val="6B3FA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66" name="Text 22">
            <a:extLst>
              <a:ext uri="{FF2B5EF4-FFF2-40B4-BE49-F238E27FC236}">
                <a16:creationId xmlns:a16="http://schemas.microsoft.com/office/drawing/2014/main" id="{BEFDEB14-F57F-53ED-6CE5-DA7B1675729A}"/>
              </a:ext>
            </a:extLst>
          </p:cNvPr>
          <p:cNvSpPr/>
          <p:nvPr/>
        </p:nvSpPr>
        <p:spPr>
          <a:xfrm>
            <a:off x="5123566" y="1421156"/>
            <a:ext cx="1918960" cy="7505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50" normalizeH="0" baseline="0" noProof="0">
                <a:ln>
                  <a:noFill/>
                </a:ln>
                <a:solidFill>
                  <a:srgbClr val="FFFFFF"/>
                </a:solidFill>
                <a:effectLst/>
                <a:uLnTx/>
                <a:uFillTx/>
                <a:latin typeface="+mj-lt"/>
                <a:ea typeface="Segoe UI" pitchFamily="34" charset="-122"/>
                <a:cs typeface="Segoe UI" pitchFamily="34" charset="-120"/>
              </a:rPr>
              <a:t>FOR SIMPLE AGENTS </a:t>
            </a:r>
            <a:r>
              <a:rPr lang="en-US" sz="950" b="1" kern="0" spc="50">
                <a:solidFill>
                  <a:srgbClr val="FFFFFF"/>
                </a:solidFill>
                <a:latin typeface="+mj-lt"/>
                <a:ea typeface="Segoe UI" pitchFamily="34" charset="-122"/>
                <a:cs typeface="Segoe UI" pitchFamily="34" charset="-120"/>
              </a:rPr>
              <a:t>DESIGNED FOR EMPLOYEES AND </a:t>
            </a:r>
            <a:r>
              <a:rPr kumimoji="0" lang="en-US" sz="950" b="1" i="0" u="none" strike="noStrike" kern="0" cap="none" spc="50" normalizeH="0" baseline="0" noProof="0">
                <a:ln>
                  <a:noFill/>
                </a:ln>
                <a:solidFill>
                  <a:srgbClr val="FFFFFF"/>
                </a:solidFill>
                <a:effectLst/>
                <a:uLnTx/>
                <a:uFillTx/>
                <a:latin typeface="+mj-lt"/>
                <a:ea typeface="Segoe UI" pitchFamily="34" charset="-122"/>
                <a:cs typeface="Segoe UI" pitchFamily="34" charset="-120"/>
              </a:rPr>
              <a:t>COPILOT</a:t>
            </a:r>
            <a:endParaRPr kumimoji="0" lang="en-US" sz="950" b="0" i="0" u="none" strike="noStrike" kern="1200" cap="none" spc="0" normalizeH="0" baseline="0" noProof="0">
              <a:ln>
                <a:noFill/>
              </a:ln>
              <a:solidFill>
                <a:prstClr val="black"/>
              </a:solidFill>
              <a:effectLst/>
              <a:uLnTx/>
              <a:uFillTx/>
              <a:latin typeface="+mj-lt"/>
              <a:ea typeface="+mn-ea"/>
              <a:cs typeface="+mn-cs"/>
            </a:endParaRPr>
          </a:p>
        </p:txBody>
      </p:sp>
      <p:sp>
        <p:nvSpPr>
          <p:cNvPr id="68" name="Text 23">
            <a:extLst>
              <a:ext uri="{FF2B5EF4-FFF2-40B4-BE49-F238E27FC236}">
                <a16:creationId xmlns:a16="http://schemas.microsoft.com/office/drawing/2014/main" id="{FCB39A92-57F8-EFF9-5868-9576EFE4D836}"/>
              </a:ext>
            </a:extLst>
          </p:cNvPr>
          <p:cNvSpPr/>
          <p:nvPr/>
        </p:nvSpPr>
        <p:spPr>
          <a:xfrm>
            <a:off x="5157856" y="2320316"/>
            <a:ext cx="1754368" cy="868680"/>
          </a:xfrm>
          <a:prstGeom prst="rect">
            <a:avLst/>
          </a:prstGeom>
          <a:noFill/>
          <a:ln/>
        </p:spPr>
        <p:txBody>
          <a:bodyPr wrap="square" rtlCol="0" anchor="t"/>
          <a:lstStyle/>
          <a:p>
            <a:pPr lvl="0">
              <a:defRPr/>
            </a:pPr>
            <a:r>
              <a:rPr lang="en-US" sz="1400" b="1">
                <a:solidFill>
                  <a:srgbClr val="6B3FA0"/>
                </a:solidFill>
                <a:ea typeface="Segoe UI" pitchFamily="34" charset="-122"/>
                <a:cs typeface="Segoe UI" pitchFamily="34" charset="-120"/>
              </a:rPr>
              <a:t>M365 Copilot Agent Builder &amp; </a:t>
            </a:r>
            <a:r>
              <a:rPr kumimoji="0" lang="en-US" sz="1400" b="1" i="0" u="none" strike="noStrike" kern="1200" cap="none" spc="0" normalizeH="0" baseline="0" noProof="0">
                <a:ln>
                  <a:noFill/>
                </a:ln>
                <a:solidFill>
                  <a:srgbClr val="6B3FA0"/>
                </a:solidFill>
                <a:effectLst/>
                <a:uLnTx/>
                <a:uFillTx/>
                <a:ea typeface="Segoe UI" pitchFamily="34" charset="-122"/>
                <a:cs typeface="Segoe UI" pitchFamily="34" charset="-120"/>
              </a:rPr>
              <a:t>declarative agents</a:t>
            </a:r>
            <a:endParaRPr kumimoji="0" lang="en-US" sz="1400" b="0" i="0" u="none" strike="noStrike" kern="1200" cap="none" spc="0" normalizeH="0" baseline="0" noProof="0">
              <a:ln>
                <a:noFill/>
              </a:ln>
              <a:solidFill>
                <a:prstClr val="black"/>
              </a:solidFill>
              <a:effectLst/>
              <a:uLnTx/>
              <a:uFillTx/>
              <a:ea typeface="+mn-ea"/>
              <a:cs typeface="+mn-cs"/>
            </a:endParaRPr>
          </a:p>
        </p:txBody>
      </p:sp>
      <p:sp>
        <p:nvSpPr>
          <p:cNvPr id="70" name="Text 24">
            <a:extLst>
              <a:ext uri="{FF2B5EF4-FFF2-40B4-BE49-F238E27FC236}">
                <a16:creationId xmlns:a16="http://schemas.microsoft.com/office/drawing/2014/main" id="{6F61A14C-F7B8-5628-DCD9-3727C29B7204}"/>
              </a:ext>
            </a:extLst>
          </p:cNvPr>
          <p:cNvSpPr/>
          <p:nvPr/>
        </p:nvSpPr>
        <p:spPr>
          <a:xfrm>
            <a:off x="5141854" y="3160421"/>
            <a:ext cx="1918960" cy="1935210"/>
          </a:xfrm>
          <a:prstGeom prst="rect">
            <a:avLst/>
          </a:prstGeom>
          <a:noFill/>
          <a:ln/>
        </p:spPr>
        <p:txBody>
          <a:bodyPr wrap="square" rtlCol="0" anchor="t"/>
          <a:lstStyle/>
          <a:p>
            <a:pPr lvl="0">
              <a:lnSpc>
                <a:spcPct val="105000"/>
              </a:lnSpc>
              <a:spcAft>
                <a:spcPts val="600"/>
              </a:spcAft>
              <a:defRPr/>
            </a:pPr>
            <a:r>
              <a:rPr lang="en-US" sz="1100">
                <a:solidFill>
                  <a:srgbClr val="1F1F1F"/>
                </a:solidFill>
                <a:cs typeface="Segoe UI" pitchFamily="34" charset="-120"/>
              </a:rPr>
              <a:t>For conversational agents grounded in your enterprise data that don’t need to orchestrate complex tasks or long-running logic.</a:t>
            </a:r>
          </a:p>
          <a:p>
            <a:pPr lvl="0">
              <a:lnSpc>
                <a:spcPct val="105000"/>
              </a:lnSpc>
              <a:defRPr/>
            </a:pPr>
            <a:r>
              <a:rPr lang="en-US" sz="1100">
                <a:solidFill>
                  <a:srgbClr val="1F1F1F"/>
                </a:solidFill>
                <a:cs typeface="Segoe UI" pitchFamily="34" charset="-120"/>
              </a:rPr>
              <a:t>Retrieval agents that make few or no tool calls and handle simpler scenarios are an ideal fit.</a:t>
            </a:r>
          </a:p>
        </p:txBody>
      </p:sp>
      <p:sp>
        <p:nvSpPr>
          <p:cNvPr id="72" name="Shape 25">
            <a:extLst>
              <a:ext uri="{FF2B5EF4-FFF2-40B4-BE49-F238E27FC236}">
                <a16:creationId xmlns:a16="http://schemas.microsoft.com/office/drawing/2014/main" id="{9E34349C-BEBE-FC0A-9799-7AD1EFD2C188}"/>
              </a:ext>
            </a:extLst>
          </p:cNvPr>
          <p:cNvSpPr/>
          <p:nvPr/>
        </p:nvSpPr>
        <p:spPr>
          <a:xfrm>
            <a:off x="7308159" y="1421155"/>
            <a:ext cx="2065264" cy="3940199"/>
          </a:xfrm>
          <a:prstGeom prst="roundRect">
            <a:avLst>
              <a:gd name="adj" fmla="val 4428"/>
            </a:avLst>
          </a:prstGeom>
          <a:solidFill>
            <a:srgbClr val="FBEAF8"/>
          </a:solidFill>
          <a:ln w="9525">
            <a:solidFill>
              <a:srgbClr val="C239B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mn-ea"/>
              <a:cs typeface="+mn-cs"/>
            </a:endParaRPr>
          </a:p>
        </p:txBody>
      </p:sp>
      <p:sp>
        <p:nvSpPr>
          <p:cNvPr id="74" name="Shape 26">
            <a:extLst>
              <a:ext uri="{FF2B5EF4-FFF2-40B4-BE49-F238E27FC236}">
                <a16:creationId xmlns:a16="http://schemas.microsoft.com/office/drawing/2014/main" id="{31C1539F-975A-FE80-1889-ADBED5E333CD}"/>
              </a:ext>
            </a:extLst>
          </p:cNvPr>
          <p:cNvSpPr/>
          <p:nvPr/>
        </p:nvSpPr>
        <p:spPr>
          <a:xfrm>
            <a:off x="7308159" y="1421156"/>
            <a:ext cx="2065264" cy="658368"/>
          </a:xfrm>
          <a:prstGeom prst="roundRect">
            <a:avLst>
              <a:gd name="adj" fmla="val 13889"/>
            </a:avLst>
          </a:prstGeom>
          <a:solidFill>
            <a:srgbClr val="C239B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76" name="Shape 27">
            <a:extLst>
              <a:ext uri="{FF2B5EF4-FFF2-40B4-BE49-F238E27FC236}">
                <a16:creationId xmlns:a16="http://schemas.microsoft.com/office/drawing/2014/main" id="{43CC7EB9-A5D4-402D-ADD3-4A41EB999FA1}"/>
              </a:ext>
            </a:extLst>
          </p:cNvPr>
          <p:cNvSpPr/>
          <p:nvPr/>
        </p:nvSpPr>
        <p:spPr>
          <a:xfrm>
            <a:off x="7308159" y="1750340"/>
            <a:ext cx="2065264" cy="421358"/>
          </a:xfrm>
          <a:prstGeom prst="rect">
            <a:avLst/>
          </a:prstGeom>
          <a:solidFill>
            <a:srgbClr val="C239B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78" name="Text 28">
            <a:extLst>
              <a:ext uri="{FF2B5EF4-FFF2-40B4-BE49-F238E27FC236}">
                <a16:creationId xmlns:a16="http://schemas.microsoft.com/office/drawing/2014/main" id="{9EAAE646-79AA-FA84-C392-102B68FE9120}"/>
              </a:ext>
            </a:extLst>
          </p:cNvPr>
          <p:cNvSpPr/>
          <p:nvPr/>
        </p:nvSpPr>
        <p:spPr>
          <a:xfrm>
            <a:off x="7381311" y="1421156"/>
            <a:ext cx="1918960" cy="7505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50" normalizeH="0" baseline="0" noProof="0">
                <a:ln>
                  <a:noFill/>
                </a:ln>
                <a:solidFill>
                  <a:srgbClr val="FFFFFF"/>
                </a:solidFill>
                <a:effectLst/>
                <a:uLnTx/>
                <a:uFillTx/>
                <a:latin typeface="+mj-lt"/>
                <a:ea typeface="Segoe UI" pitchFamily="34" charset="-122"/>
                <a:cs typeface="Segoe UI" pitchFamily="34" charset="-120"/>
              </a:rPr>
              <a:t>FOR CUSTOMER-FACING CCAAS-INTEGRATED AGENTS</a:t>
            </a:r>
            <a:endParaRPr kumimoji="0" lang="en-US" sz="950" b="0" i="0" u="none" strike="noStrike" kern="1200" cap="none" spc="0" normalizeH="0" baseline="0" noProof="0">
              <a:ln>
                <a:noFill/>
              </a:ln>
              <a:solidFill>
                <a:prstClr val="black"/>
              </a:solidFill>
              <a:effectLst/>
              <a:uLnTx/>
              <a:uFillTx/>
              <a:latin typeface="+mj-lt"/>
              <a:ea typeface="+mn-ea"/>
              <a:cs typeface="+mn-cs"/>
            </a:endParaRPr>
          </a:p>
        </p:txBody>
      </p:sp>
      <p:sp>
        <p:nvSpPr>
          <p:cNvPr id="80" name="Text 29">
            <a:extLst>
              <a:ext uri="{FF2B5EF4-FFF2-40B4-BE49-F238E27FC236}">
                <a16:creationId xmlns:a16="http://schemas.microsoft.com/office/drawing/2014/main" id="{61211F42-3F80-1706-BE4C-BFB404C5068D}"/>
              </a:ext>
            </a:extLst>
          </p:cNvPr>
          <p:cNvSpPr/>
          <p:nvPr/>
        </p:nvSpPr>
        <p:spPr>
          <a:xfrm>
            <a:off x="7472751" y="2320316"/>
            <a:ext cx="1754368" cy="8686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C239B3"/>
                </a:solidFill>
                <a:effectLst/>
                <a:uLnTx/>
                <a:uFillTx/>
                <a:ea typeface="Segoe UI" pitchFamily="34" charset="-122"/>
                <a:cs typeface="Segoe UI" pitchFamily="34" charset="-120"/>
              </a:rPr>
              <a:t>Dynamics 365 Contact Center</a:t>
            </a:r>
            <a:endParaRPr kumimoji="0" lang="en-US" sz="1400" b="0" i="0" u="none" strike="noStrike" kern="1200" cap="none" spc="0" normalizeH="0" baseline="0" noProof="0">
              <a:ln>
                <a:noFill/>
              </a:ln>
              <a:solidFill>
                <a:prstClr val="black"/>
              </a:solidFill>
              <a:effectLst/>
              <a:uLnTx/>
              <a:uFillTx/>
              <a:ea typeface="+mn-ea"/>
              <a:cs typeface="+mn-cs"/>
            </a:endParaRPr>
          </a:p>
        </p:txBody>
      </p:sp>
      <p:sp>
        <p:nvSpPr>
          <p:cNvPr id="82" name="Text 30">
            <a:extLst>
              <a:ext uri="{FF2B5EF4-FFF2-40B4-BE49-F238E27FC236}">
                <a16:creationId xmlns:a16="http://schemas.microsoft.com/office/drawing/2014/main" id="{161AD455-F3A0-89C2-15AF-B5BC66CC80EE}"/>
              </a:ext>
            </a:extLst>
          </p:cNvPr>
          <p:cNvSpPr/>
          <p:nvPr/>
        </p:nvSpPr>
        <p:spPr>
          <a:xfrm>
            <a:off x="7472751" y="3160421"/>
            <a:ext cx="1754368" cy="1872686"/>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1F1F1F"/>
                </a:solidFill>
                <a:effectLst/>
                <a:uLnTx/>
                <a:uFillTx/>
                <a:ea typeface="Segoe UI" pitchFamily="34" charset="-122"/>
                <a:cs typeface="Segoe UI" pitchFamily="34" charset="-120"/>
              </a:rPr>
              <a:t>Optimized for first- and third-party </a:t>
            </a:r>
            <a:r>
              <a:rPr kumimoji="0" lang="en-US" sz="1100" b="0" i="0" u="none" strike="noStrike" kern="1200" cap="none" spc="0" normalizeH="0" baseline="0" noProof="0" err="1">
                <a:ln>
                  <a:noFill/>
                </a:ln>
                <a:solidFill>
                  <a:srgbClr val="1F1F1F"/>
                </a:solidFill>
                <a:effectLst/>
                <a:uLnTx/>
                <a:uFillTx/>
                <a:ea typeface="Segoe UI" pitchFamily="34" charset="-122"/>
                <a:cs typeface="Segoe UI" pitchFamily="34" charset="-120"/>
              </a:rPr>
              <a:t>CCaaS</a:t>
            </a:r>
            <a:r>
              <a:rPr kumimoji="0" lang="en-US" sz="1100" b="0" i="0" u="none" strike="noStrike" kern="1200" cap="none" spc="0" normalizeH="0" baseline="0" noProof="0">
                <a:ln>
                  <a:noFill/>
                </a:ln>
                <a:solidFill>
                  <a:srgbClr val="1F1F1F"/>
                </a:solidFill>
                <a:effectLst/>
                <a:uLnTx/>
                <a:uFillTx/>
                <a:ea typeface="Segoe UI" pitchFamily="34" charset="-122"/>
                <a:cs typeface="Segoe UI" pitchFamily="34" charset="-120"/>
              </a:rPr>
              <a:t> integrations across voice and web.</a:t>
            </a: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a:ln>
                  <a:noFill/>
                </a:ln>
                <a:solidFill>
                  <a:srgbClr val="1F1F1F"/>
                </a:solidFill>
                <a:effectLst/>
                <a:uLnTx/>
                <a:uFillTx/>
                <a:ea typeface="Segoe UI" pitchFamily="34" charset="-122"/>
                <a:cs typeface="Segoe UI" pitchFamily="34" charset="-120"/>
              </a:rPr>
              <a:t>If your use case requires escalation to human agents, low-latency B2C support, or voice capabilities, start here.</a:t>
            </a: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84" name="Shape 31">
            <a:extLst>
              <a:ext uri="{FF2B5EF4-FFF2-40B4-BE49-F238E27FC236}">
                <a16:creationId xmlns:a16="http://schemas.microsoft.com/office/drawing/2014/main" id="{739C4291-6FBF-70C6-4594-674AAB9C5828}"/>
              </a:ext>
            </a:extLst>
          </p:cNvPr>
          <p:cNvSpPr/>
          <p:nvPr/>
        </p:nvSpPr>
        <p:spPr>
          <a:xfrm>
            <a:off x="9565904" y="1421155"/>
            <a:ext cx="2065264" cy="3940199"/>
          </a:xfrm>
          <a:prstGeom prst="roundRect">
            <a:avLst>
              <a:gd name="adj" fmla="val 4428"/>
            </a:avLst>
          </a:prstGeom>
          <a:solidFill>
            <a:srgbClr val="FCEFE6"/>
          </a:solidFill>
          <a:ln w="9525">
            <a:solidFill>
              <a:srgbClr val="C24E0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mn-ea"/>
              <a:cs typeface="+mn-cs"/>
            </a:endParaRPr>
          </a:p>
        </p:txBody>
      </p:sp>
      <p:sp>
        <p:nvSpPr>
          <p:cNvPr id="86" name="Shape 32">
            <a:extLst>
              <a:ext uri="{FF2B5EF4-FFF2-40B4-BE49-F238E27FC236}">
                <a16:creationId xmlns:a16="http://schemas.microsoft.com/office/drawing/2014/main" id="{41406DD0-7D93-0F61-DD48-FF43FF804082}"/>
              </a:ext>
            </a:extLst>
          </p:cNvPr>
          <p:cNvSpPr/>
          <p:nvPr/>
        </p:nvSpPr>
        <p:spPr>
          <a:xfrm>
            <a:off x="9565904" y="1421156"/>
            <a:ext cx="2065264" cy="658368"/>
          </a:xfrm>
          <a:prstGeom prst="roundRect">
            <a:avLst>
              <a:gd name="adj" fmla="val 13889"/>
            </a:avLst>
          </a:prstGeom>
          <a:solidFill>
            <a:srgbClr val="C24E0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88" name="Shape 33">
            <a:extLst>
              <a:ext uri="{FF2B5EF4-FFF2-40B4-BE49-F238E27FC236}">
                <a16:creationId xmlns:a16="http://schemas.microsoft.com/office/drawing/2014/main" id="{283794E7-D409-B5B4-0141-F14792484FC4}"/>
              </a:ext>
            </a:extLst>
          </p:cNvPr>
          <p:cNvSpPr/>
          <p:nvPr/>
        </p:nvSpPr>
        <p:spPr>
          <a:xfrm>
            <a:off x="9565904" y="1750339"/>
            <a:ext cx="2065264" cy="421357"/>
          </a:xfrm>
          <a:prstGeom prst="rect">
            <a:avLst/>
          </a:prstGeom>
          <a:solidFill>
            <a:srgbClr val="C24E0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90" name="Text 34">
            <a:extLst>
              <a:ext uri="{FF2B5EF4-FFF2-40B4-BE49-F238E27FC236}">
                <a16:creationId xmlns:a16="http://schemas.microsoft.com/office/drawing/2014/main" id="{453D69D8-F420-D3ED-20BB-D951DE661D77}"/>
              </a:ext>
            </a:extLst>
          </p:cNvPr>
          <p:cNvSpPr/>
          <p:nvPr/>
        </p:nvSpPr>
        <p:spPr>
          <a:xfrm>
            <a:off x="9639056" y="1421156"/>
            <a:ext cx="1918960" cy="7505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50" normalizeH="0" baseline="0" noProof="0">
                <a:ln>
                  <a:noFill/>
                </a:ln>
                <a:solidFill>
                  <a:srgbClr val="FFFFFF"/>
                </a:solidFill>
                <a:effectLst/>
                <a:uLnTx/>
                <a:uFillTx/>
                <a:latin typeface="+mj-lt"/>
                <a:ea typeface="Segoe UI" pitchFamily="34" charset="-122"/>
                <a:cs typeface="Segoe UI" pitchFamily="34" charset="-120"/>
              </a:rPr>
              <a:t>AND MORE… EMPLOYEE PRODUCTIVITY, ADVANCED USE CASES</a:t>
            </a:r>
            <a:endParaRPr kumimoji="0" lang="en-US" sz="950" b="0" i="0" u="none" strike="noStrike" kern="1200" cap="none" spc="0" normalizeH="0" baseline="0" noProof="0">
              <a:ln>
                <a:noFill/>
              </a:ln>
              <a:solidFill>
                <a:prstClr val="black"/>
              </a:solidFill>
              <a:effectLst/>
              <a:uLnTx/>
              <a:uFillTx/>
              <a:latin typeface="+mj-lt"/>
              <a:ea typeface="+mn-ea"/>
              <a:cs typeface="+mn-cs"/>
            </a:endParaRPr>
          </a:p>
        </p:txBody>
      </p:sp>
      <p:sp>
        <p:nvSpPr>
          <p:cNvPr id="92" name="Text 35">
            <a:extLst>
              <a:ext uri="{FF2B5EF4-FFF2-40B4-BE49-F238E27FC236}">
                <a16:creationId xmlns:a16="http://schemas.microsoft.com/office/drawing/2014/main" id="{5D9B328C-37D9-1BEE-B2AB-41C915510751}"/>
              </a:ext>
            </a:extLst>
          </p:cNvPr>
          <p:cNvSpPr/>
          <p:nvPr/>
        </p:nvSpPr>
        <p:spPr>
          <a:xfrm>
            <a:off x="9730496" y="2320316"/>
            <a:ext cx="1754368" cy="8686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C24E0C"/>
                </a:solidFill>
                <a:effectLst/>
                <a:uLnTx/>
                <a:uFillTx/>
                <a:ea typeface="+mn-ea"/>
                <a:cs typeface="Segoe UI" pitchFamily="34" charset="-120"/>
              </a:rPr>
              <a:t>Copilot Cowork, Microsoft Scout, Foundry, etc.</a:t>
            </a:r>
            <a:endParaRPr kumimoji="0" lang="en-US" sz="1400" b="0" i="0" u="none" strike="noStrike" kern="1200" cap="none" spc="0" normalizeH="0" baseline="0" noProof="0">
              <a:ln>
                <a:noFill/>
              </a:ln>
              <a:solidFill>
                <a:prstClr val="black"/>
              </a:solidFill>
              <a:effectLst/>
              <a:uLnTx/>
              <a:uFillTx/>
              <a:ea typeface="+mn-ea"/>
              <a:cs typeface="+mn-cs"/>
            </a:endParaRPr>
          </a:p>
        </p:txBody>
      </p:sp>
      <p:sp>
        <p:nvSpPr>
          <p:cNvPr id="94" name="Text 36">
            <a:extLst>
              <a:ext uri="{FF2B5EF4-FFF2-40B4-BE49-F238E27FC236}">
                <a16:creationId xmlns:a16="http://schemas.microsoft.com/office/drawing/2014/main" id="{D756D5F6-69FE-1E4E-D004-2DD579116775}"/>
              </a:ext>
            </a:extLst>
          </p:cNvPr>
          <p:cNvSpPr/>
          <p:nvPr/>
        </p:nvSpPr>
        <p:spPr>
          <a:xfrm>
            <a:off x="9730496" y="3160421"/>
            <a:ext cx="1754368" cy="1005840"/>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a:ln>
                  <a:noFill/>
                </a:ln>
                <a:solidFill>
                  <a:srgbClr val="1F1F1F"/>
                </a:solidFill>
                <a:effectLst/>
                <a:uLnTx/>
                <a:uFillTx/>
                <a:ea typeface="Segoe UI" pitchFamily="34" charset="-122"/>
                <a:cs typeface="Segoe UI" pitchFamily="34" charset="-120"/>
              </a:rPr>
              <a:t>More options cover more use cases across employee productivity or advanced PaaS/pro-code patterns.</a:t>
            </a: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47" name="Takeaway Banner">
            <a:extLst>
              <a:ext uri="{FF2B5EF4-FFF2-40B4-BE49-F238E27FC236}">
                <a16:creationId xmlns:a16="http://schemas.microsoft.com/office/drawing/2014/main" id="{95A69C63-41FB-B038-6CDF-24216D8133F1}"/>
              </a:ext>
            </a:extLst>
          </p:cNvPr>
          <p:cNvSpPr/>
          <p:nvPr/>
        </p:nvSpPr>
        <p:spPr>
          <a:xfrm>
            <a:off x="555498" y="5648818"/>
            <a:ext cx="11091672" cy="402336"/>
          </a:xfrm>
          <a:prstGeom prst="roundRect">
            <a:avLst>
              <a:gd name="adj" fmla="val 12000"/>
            </a:avLst>
          </a:prstGeom>
          <a:solidFill>
            <a:srgbClr val="FAF8FA"/>
          </a:solidFill>
          <a:ln w="12700">
            <a:solidFill>
              <a:schemeClr val="bg1"/>
            </a:solidFill>
          </a:ln>
          <a:effectLst>
            <a:outerShdw blurRad="50800" dist="38100" dir="5400000" algn="t" rotWithShape="0">
              <a:prstClr val="black">
                <a:alpha val="40000"/>
              </a:prstClr>
            </a:outerShdw>
          </a:effectLst>
        </p:spPr>
        <p:txBody>
          <a:bodyPr lIns="182880" tIns="18288" rIns="182880" bIns="18288" rtlCol="0" anchor="ctr"/>
          <a:lstStyle/>
          <a:p>
            <a:pPr algn="ctr"/>
            <a:r>
              <a:rPr lang="en-GB" sz="1300" b="1">
                <a:latin typeface="+mj-lt"/>
                <a:cs typeface="Segoe UI" pitchFamily="34" charset="0"/>
              </a:rPr>
              <a:t>Start with the simplest platform that meets the need. Combine platforms only when the use case clearly requires it.</a:t>
            </a:r>
          </a:p>
        </p:txBody>
      </p:sp>
    </p:spTree>
    <p:extLst>
      <p:ext uri="{BB962C8B-B14F-4D97-AF65-F5344CB8AC3E}">
        <p14:creationId xmlns:p14="http://schemas.microsoft.com/office/powerpoint/2010/main" val="694926840"/>
      </p:ext>
    </p:extLst>
  </p:cSld>
  <p:clrMapOvr>
    <a:masterClrMapping/>
  </p:clrMapOvr>
  <p:transition>
    <p:fade/>
  </p:transition>
  <p:extLst>
    <p:ext uri="{6950BFC3-D8DA-4A85-94F7-54DA5524770B}"/>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3D17A-CACC-1ECE-AC7E-8FA1A3459F01}"/>
            </a:ext>
          </a:extLst>
        </p:cNvPr>
        <p:cNvGrpSpPr/>
        <p:nvPr/>
      </p:nvGrpSpPr>
      <p:grpSpPr>
        <a:xfrm>
          <a:off x="0" y="0"/>
          <a:ext cx="0" cy="0"/>
          <a:chOff x="0" y="0"/>
          <a:chExt cx="0" cy="0"/>
        </a:xfrm>
      </p:grpSpPr>
      <p:sp>
        <p:nvSpPr>
          <p:cNvPr id="31" name="Oval 30">
            <a:extLst>
              <a:ext uri="{FF2B5EF4-FFF2-40B4-BE49-F238E27FC236}">
                <a16:creationId xmlns:a16="http://schemas.microsoft.com/office/drawing/2014/main" id="{6D1D15DC-2E88-7432-C3D2-F40088B3F5D9}"/>
              </a:ext>
            </a:extLst>
          </p:cNvPr>
          <p:cNvSpPr/>
          <p:nvPr/>
        </p:nvSpPr>
        <p:spPr>
          <a:xfrm>
            <a:off x="2685806" y="2409279"/>
            <a:ext cx="1207482" cy="1208942"/>
          </a:xfrm>
          <a:prstGeom prst="ellipse">
            <a:avLst/>
          </a:prstGeom>
          <a:solidFill>
            <a:srgbClr val="FBF3FB"/>
          </a:solidFill>
          <a:ln w="25400">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marL="0" marR="0" lvl="0" indent="0" algn="ctr" defTabSz="914400" rtl="0" eaLnBrk="1" fontAlgn="auto" latinLnBrk="0" hangingPunct="1">
              <a:lnSpc>
                <a:spcPct val="100000"/>
              </a:lnSpc>
              <a:spcBef>
                <a:spcPts val="0"/>
              </a:spcBef>
              <a:spcAft>
                <a:spcPts val="100"/>
              </a:spcAft>
              <a:buClrTx/>
              <a:buSzTx/>
              <a:buFontTx/>
              <a:buNone/>
              <a:tabLst/>
              <a:defRPr/>
            </a:pPr>
            <a:endParaRPr kumimoji="0" sz="1200" b="0" i="0" u="none" strike="noStrike" kern="1200" cap="none" spc="0" normalizeH="0" baseline="0" noProof="0">
              <a:ln>
                <a:noFill/>
              </a:ln>
              <a:solidFill>
                <a:srgbClr val="C03BC4">
                  <a:lumMod val="75000"/>
                </a:srgbClr>
              </a:solidFill>
              <a:effectLst/>
              <a:uLnTx/>
              <a:uFillTx/>
              <a:latin typeface="Segoe Sans Display"/>
              <a:ea typeface="+mn-ea"/>
              <a:cs typeface="+mn-cs"/>
            </a:endParaRPr>
          </a:p>
        </p:txBody>
      </p:sp>
      <p:pic>
        <p:nvPicPr>
          <p:cNvPr id="40" name="Picture 39">
            <a:extLst>
              <a:ext uri="{FF2B5EF4-FFF2-40B4-BE49-F238E27FC236}">
                <a16:creationId xmlns:a16="http://schemas.microsoft.com/office/drawing/2014/main" id="{918D1551-11BF-4632-AFD9-1BC40D3BCC26}"/>
              </a:ext>
            </a:extLst>
          </p:cNvPr>
          <p:cNvPicPr>
            <a:picLocks noChangeAspect="1"/>
          </p:cNvPicPr>
          <p:nvPr/>
        </p:nvPicPr>
        <p:blipFill>
          <a:blip r:embed="rId3"/>
          <a:stretch>
            <a:fillRect/>
          </a:stretch>
        </p:blipFill>
        <p:spPr>
          <a:xfrm>
            <a:off x="2647477" y="2362154"/>
            <a:ext cx="1284139" cy="1284139"/>
          </a:xfrm>
          <a:prstGeom prst="rect">
            <a:avLst/>
          </a:prstGeom>
        </p:spPr>
      </p:pic>
      <p:sp>
        <p:nvSpPr>
          <p:cNvPr id="29" name="Rounded Rectangle 6">
            <a:extLst>
              <a:ext uri="{FF2B5EF4-FFF2-40B4-BE49-F238E27FC236}">
                <a16:creationId xmlns:a16="http://schemas.microsoft.com/office/drawing/2014/main" id="{B77E26E4-0599-4E79-891D-230AAED010D2}"/>
              </a:ext>
            </a:extLst>
          </p:cNvPr>
          <p:cNvSpPr/>
          <p:nvPr/>
        </p:nvSpPr>
        <p:spPr>
          <a:xfrm>
            <a:off x="6110092" y="2032969"/>
            <a:ext cx="5341621" cy="3360361"/>
          </a:xfrm>
          <a:prstGeom prst="roundRect">
            <a:avLst>
              <a:gd name="adj" fmla="val 9337"/>
            </a:avLst>
          </a:prstGeom>
          <a:noFill/>
          <a:ln w="15240">
            <a:solidFill>
              <a:srgbClr val="CFE8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26" name="Rounded Rectangle 7">
            <a:extLst>
              <a:ext uri="{FF2B5EF4-FFF2-40B4-BE49-F238E27FC236}">
                <a16:creationId xmlns:a16="http://schemas.microsoft.com/office/drawing/2014/main" id="{63A77976-9F8D-3EA2-0236-7FEFEDACBC71}"/>
              </a:ext>
            </a:extLst>
          </p:cNvPr>
          <p:cNvSpPr/>
          <p:nvPr/>
        </p:nvSpPr>
        <p:spPr>
          <a:xfrm>
            <a:off x="653839" y="2032970"/>
            <a:ext cx="5341621" cy="3360362"/>
          </a:xfrm>
          <a:prstGeom prst="roundRect">
            <a:avLst>
              <a:gd name="adj" fmla="val 9337"/>
            </a:avLst>
          </a:prstGeom>
          <a:noFill/>
          <a:ln w="15240">
            <a:solidFill>
              <a:srgbClr val="E1D3F3"/>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3" name="Rectangle 2">
            <a:extLst>
              <a:ext uri="{FF2B5EF4-FFF2-40B4-BE49-F238E27FC236}">
                <a16:creationId xmlns:a16="http://schemas.microsoft.com/office/drawing/2014/main" id="{79D01354-5B8A-73C3-C959-65345F45213A}"/>
              </a:ext>
            </a:extLst>
          </p:cNvPr>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53" name="Title 1">
            <a:extLst>
              <a:ext uri="{FF2B5EF4-FFF2-40B4-BE49-F238E27FC236}">
                <a16:creationId xmlns:a16="http://schemas.microsoft.com/office/drawing/2014/main" id="{1097A237-2FA8-BDE5-337E-BF375CCC7B84}"/>
              </a:ext>
            </a:extLst>
          </p:cNvPr>
          <p:cNvSpPr txBox="1">
            <a:spLocks/>
          </p:cNvSpPr>
          <p:nvPr/>
        </p:nvSpPr>
        <p:spPr>
          <a:xfrm>
            <a:off x="417577" y="548105"/>
            <a:ext cx="11219686" cy="492443"/>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50" normalizeH="0" baseline="0" noProof="0">
                <a:ln w="3175">
                  <a:noFill/>
                </a:ln>
                <a:solidFill>
                  <a:srgbClr val="000000"/>
                </a:solidFill>
                <a:effectLst/>
                <a:uLnTx/>
                <a:uFillTx/>
                <a:ea typeface="+mn-ea"/>
                <a:cs typeface="Segoe Sans Display" pitchFamily="2" charset="0"/>
              </a:rPr>
              <a:t>Pick the right solution: Assess predictability and agility needs</a:t>
            </a:r>
          </a:p>
        </p:txBody>
      </p:sp>
      <p:sp>
        <p:nvSpPr>
          <p:cNvPr id="60" name="Text Placeholder 59">
            <a:extLst>
              <a:ext uri="{FF2B5EF4-FFF2-40B4-BE49-F238E27FC236}">
                <a16:creationId xmlns:a16="http://schemas.microsoft.com/office/drawing/2014/main" id="{4C8CD682-D6A9-50B1-57F3-70E1CD8394F5}"/>
              </a:ext>
            </a:extLst>
          </p:cNvPr>
          <p:cNvSpPr>
            <a:spLocks noGrp="1"/>
          </p:cNvSpPr>
          <p:nvPr>
            <p:ph type="body" sz="quarter" idx="11"/>
          </p:nvPr>
        </p:nvSpPr>
        <p:spPr>
          <a:xfrm>
            <a:off x="564256" y="351870"/>
            <a:ext cx="11052046" cy="153888"/>
          </a:xfrm>
        </p:spPr>
        <p:txBody>
          <a:bodyPr vert="horz" wrap="square" lIns="0" tIns="0" rIns="0" bIns="0" rtlCol="0">
            <a:spAutoFit/>
          </a:bodyPr>
          <a:lstStyle/>
          <a:p>
            <a:r>
              <a:rPr lang="en-GB">
                <a:solidFill>
                  <a:srgbClr val="4B5563"/>
                </a:solidFill>
                <a:latin typeface="Aptos"/>
              </a:rPr>
              <a:t>Workflows suit best processes where start and end points are known, with variability happening at the step level</a:t>
            </a:r>
          </a:p>
        </p:txBody>
      </p:sp>
      <p:sp>
        <p:nvSpPr>
          <p:cNvPr id="2" name="TextBox 1">
            <a:extLst>
              <a:ext uri="{FF2B5EF4-FFF2-40B4-BE49-F238E27FC236}">
                <a16:creationId xmlns:a16="http://schemas.microsoft.com/office/drawing/2014/main" id="{5625DE5B-5651-BFDB-487C-FDACC3D7B0F4}"/>
              </a:ext>
            </a:extLst>
          </p:cNvPr>
          <p:cNvSpPr txBox="1"/>
          <p:nvPr/>
        </p:nvSpPr>
        <p:spPr>
          <a:xfrm>
            <a:off x="6246500" y="1456448"/>
            <a:ext cx="4846319"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091F2C"/>
                </a:solidFill>
                <a:effectLst/>
                <a:uLnTx/>
                <a:uFillTx/>
                <a:latin typeface="Segoe Sans Display Semibold"/>
                <a:ea typeface="+mn-ea"/>
                <a:cs typeface="+mn-cs"/>
              </a:rPr>
              <a:t>The </a:t>
            </a:r>
            <a:r>
              <a:rPr kumimoji="0" lang="en-GB" sz="1400" b="0" i="0" u="none" strike="noStrike" kern="1200" cap="none" spc="0" normalizeH="0" baseline="0" noProof="0">
                <a:ln>
                  <a:noFill/>
                </a:ln>
                <a:solidFill>
                  <a:srgbClr val="0078D4"/>
                </a:solidFill>
                <a:effectLst/>
                <a:uLnTx/>
                <a:uFillTx/>
                <a:latin typeface="Segoe Sans Display Semibold"/>
                <a:ea typeface="+mn-ea"/>
                <a:cs typeface="+mn-cs"/>
              </a:rPr>
              <a:t>path is predictable</a:t>
            </a:r>
            <a:r>
              <a:rPr kumimoji="0" lang="en-GB" sz="1400" b="0" i="0" u="none" strike="noStrike" kern="1200" cap="none" spc="0" normalizeH="0" baseline="0" noProof="0">
                <a:ln>
                  <a:noFill/>
                </a:ln>
                <a:solidFill>
                  <a:srgbClr val="091F2C"/>
                </a:solidFill>
                <a:effectLst/>
                <a:uLnTx/>
                <a:uFillTx/>
                <a:latin typeface="Segoe Sans Display Semibold"/>
                <a:ea typeface="+mn-ea"/>
                <a:cs typeface="+mn-cs"/>
              </a:rPr>
              <a:t>, some processes are agile</a:t>
            </a:r>
          </a:p>
        </p:txBody>
      </p:sp>
      <p:sp>
        <p:nvSpPr>
          <p:cNvPr id="5" name="TextBox 4">
            <a:extLst>
              <a:ext uri="{FF2B5EF4-FFF2-40B4-BE49-F238E27FC236}">
                <a16:creationId xmlns:a16="http://schemas.microsoft.com/office/drawing/2014/main" id="{0BEF645A-993F-3912-FDB3-285881FAF6B8}"/>
              </a:ext>
            </a:extLst>
          </p:cNvPr>
          <p:cNvSpPr txBox="1"/>
          <p:nvPr/>
        </p:nvSpPr>
        <p:spPr>
          <a:xfrm>
            <a:off x="883811" y="1464668"/>
            <a:ext cx="4846319"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091F2C"/>
                </a:solidFill>
                <a:effectLst/>
                <a:uLnTx/>
                <a:uFillTx/>
                <a:latin typeface="Segoe Sans Display Semibold"/>
                <a:ea typeface="+mn-ea"/>
                <a:cs typeface="+mn-cs"/>
              </a:rPr>
              <a:t>The </a:t>
            </a:r>
            <a:r>
              <a:rPr kumimoji="0" lang="en-GB" sz="1400" b="0" i="0" u="none" strike="noStrike" kern="1200" cap="none" spc="0" normalizeH="0" baseline="0" noProof="0">
                <a:ln>
                  <a:noFill/>
                </a:ln>
                <a:solidFill>
                  <a:srgbClr val="C03BC4"/>
                </a:solidFill>
                <a:effectLst/>
                <a:uLnTx/>
                <a:uFillTx/>
                <a:latin typeface="Segoe Sans Display Semibold"/>
                <a:ea typeface="+mn-ea"/>
                <a:cs typeface="+mn-cs"/>
              </a:rPr>
              <a:t>path is agile</a:t>
            </a:r>
            <a:r>
              <a:rPr kumimoji="0" lang="en-GB" sz="1400" b="0" i="0" u="none" strike="noStrike" kern="1200" cap="none" spc="0" normalizeH="0" baseline="0" noProof="0">
                <a:ln>
                  <a:noFill/>
                </a:ln>
                <a:solidFill>
                  <a:srgbClr val="091F2C"/>
                </a:solidFill>
                <a:effectLst/>
                <a:uLnTx/>
                <a:uFillTx/>
                <a:latin typeface="Segoe Sans Display Semibold"/>
                <a:ea typeface="+mn-ea"/>
                <a:cs typeface="+mn-cs"/>
              </a:rPr>
              <a:t>, some processes are predictable</a:t>
            </a:r>
          </a:p>
        </p:txBody>
      </p:sp>
      <p:sp>
        <p:nvSpPr>
          <p:cNvPr id="20" name="Rounded Rectangle 8">
            <a:extLst>
              <a:ext uri="{FF2B5EF4-FFF2-40B4-BE49-F238E27FC236}">
                <a16:creationId xmlns:a16="http://schemas.microsoft.com/office/drawing/2014/main" id="{AE17E34B-7BD7-500D-1486-A470BC14AD2A}"/>
              </a:ext>
            </a:extLst>
          </p:cNvPr>
          <p:cNvSpPr/>
          <p:nvPr/>
        </p:nvSpPr>
        <p:spPr>
          <a:xfrm>
            <a:off x="6357742" y="1807223"/>
            <a:ext cx="4846320" cy="329184"/>
          </a:xfrm>
          <a:prstGeom prst="roundRect">
            <a:avLst/>
          </a:prstGeom>
          <a:solidFill>
            <a:srgbClr val="0078D4"/>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lIns="64008" tIns="18288" rIns="64008"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ptos"/>
                <a:ea typeface="+mn-ea"/>
                <a:cs typeface="+mn-cs"/>
              </a:rPr>
              <a:t>Workflows</a:t>
            </a:r>
            <a:endParaRPr kumimoji="0" sz="1600" b="1" i="0" u="none" strike="noStrike" kern="1200" cap="none" spc="0" normalizeH="0" baseline="0" noProof="0">
              <a:ln>
                <a:noFill/>
              </a:ln>
              <a:solidFill>
                <a:srgbClr val="FFFFFF"/>
              </a:solidFill>
              <a:effectLst/>
              <a:uLnTx/>
              <a:uFillTx/>
              <a:latin typeface="Aptos"/>
              <a:ea typeface="+mn-ea"/>
              <a:cs typeface="+mn-cs"/>
            </a:endParaRPr>
          </a:p>
        </p:txBody>
      </p:sp>
      <p:sp>
        <p:nvSpPr>
          <p:cNvPr id="24" name="Rounded Rectangle 9">
            <a:extLst>
              <a:ext uri="{FF2B5EF4-FFF2-40B4-BE49-F238E27FC236}">
                <a16:creationId xmlns:a16="http://schemas.microsoft.com/office/drawing/2014/main" id="{E0F18FE8-E2A9-0AC7-1B35-1D750571852E}"/>
              </a:ext>
            </a:extLst>
          </p:cNvPr>
          <p:cNvSpPr/>
          <p:nvPr/>
        </p:nvSpPr>
        <p:spPr>
          <a:xfrm>
            <a:off x="883811" y="1798351"/>
            <a:ext cx="4846320" cy="329184"/>
          </a:xfrm>
          <a:prstGeom prst="round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lIns="64008" tIns="18288" rIns="64008"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ptos"/>
                <a:ea typeface="+mn-ea"/>
                <a:cs typeface="+mn-cs"/>
              </a:rPr>
              <a:t>Agents</a:t>
            </a:r>
            <a:endParaRPr kumimoji="0" sz="1600" b="1" i="0" u="none" strike="noStrike" kern="1200" cap="none" spc="0" normalizeH="0" baseline="0" noProof="0">
              <a:ln>
                <a:noFill/>
              </a:ln>
              <a:solidFill>
                <a:srgbClr val="FFFFFF"/>
              </a:solidFill>
              <a:effectLst/>
              <a:uLnTx/>
              <a:uFillTx/>
              <a:latin typeface="Aptos"/>
              <a:ea typeface="+mn-ea"/>
              <a:cs typeface="+mn-cs"/>
            </a:endParaRPr>
          </a:p>
        </p:txBody>
      </p:sp>
      <p:sp>
        <p:nvSpPr>
          <p:cNvPr id="33" name="TextBox 32">
            <a:extLst>
              <a:ext uri="{FF2B5EF4-FFF2-40B4-BE49-F238E27FC236}">
                <a16:creationId xmlns:a16="http://schemas.microsoft.com/office/drawing/2014/main" id="{CF3F6902-DE0A-01E2-B7AE-EB8261D80C99}"/>
              </a:ext>
            </a:extLst>
          </p:cNvPr>
          <p:cNvSpPr txBox="1"/>
          <p:nvPr/>
        </p:nvSpPr>
        <p:spPr>
          <a:xfrm>
            <a:off x="2589839" y="3828937"/>
            <a:ext cx="1418082" cy="307777"/>
          </a:xfrm>
          <a:prstGeom prst="roundRect">
            <a:avLst/>
          </a:prstGeom>
          <a:solidFill>
            <a:srgbClr val="FBF3FB"/>
          </a:solidFill>
        </p:spPr>
        <p:txBody>
          <a:bodyPr vert="horz" wrap="square" lIns="50800" tIns="25400" rIns="50800" bIns="254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C03BC4">
                    <a:lumMod val="75000"/>
                  </a:srgbClr>
                </a:solidFill>
                <a:effectLst/>
                <a:uLnTx/>
                <a:uFillTx/>
                <a:latin typeface="Segoe Sans Display Semibold"/>
                <a:ea typeface="+mn-ea"/>
                <a:cs typeface="+mn-cs"/>
              </a:rPr>
              <a:t>Tool (workflow)</a:t>
            </a:r>
          </a:p>
        </p:txBody>
      </p:sp>
      <p:sp>
        <p:nvSpPr>
          <p:cNvPr id="35" name="TextBox 34">
            <a:extLst>
              <a:ext uri="{FF2B5EF4-FFF2-40B4-BE49-F238E27FC236}">
                <a16:creationId xmlns:a16="http://schemas.microsoft.com/office/drawing/2014/main" id="{32BC30FD-BC5D-47EE-A2BF-ADF883D03DE7}"/>
              </a:ext>
            </a:extLst>
          </p:cNvPr>
          <p:cNvSpPr txBox="1"/>
          <p:nvPr/>
        </p:nvSpPr>
        <p:spPr>
          <a:xfrm>
            <a:off x="867630" y="2792934"/>
            <a:ext cx="1418081" cy="307777"/>
          </a:xfrm>
          <a:prstGeom prst="roundRect">
            <a:avLst/>
          </a:prstGeom>
          <a:solidFill>
            <a:srgbClr val="FBF3FB"/>
          </a:solidFill>
        </p:spPr>
        <p:txBody>
          <a:bodyPr vert="horz" wrap="square" lIns="50800" tIns="25400" rIns="50800" bIns="254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C03BC4">
                    <a:lumMod val="75000"/>
                  </a:srgbClr>
                </a:solidFill>
                <a:effectLst/>
                <a:uLnTx/>
                <a:uFillTx/>
                <a:latin typeface="Segoe Sans Display Semibold"/>
                <a:ea typeface="+mn-ea"/>
                <a:cs typeface="+mn-cs"/>
              </a:rPr>
              <a:t>Skill</a:t>
            </a:r>
          </a:p>
        </p:txBody>
      </p:sp>
      <p:sp>
        <p:nvSpPr>
          <p:cNvPr id="7" name="TextBox 6">
            <a:extLst>
              <a:ext uri="{FF2B5EF4-FFF2-40B4-BE49-F238E27FC236}">
                <a16:creationId xmlns:a16="http://schemas.microsoft.com/office/drawing/2014/main" id="{24604717-84CC-A156-A5B0-245E0D2DA0A5}"/>
              </a:ext>
            </a:extLst>
          </p:cNvPr>
          <p:cNvSpPr txBox="1"/>
          <p:nvPr/>
        </p:nvSpPr>
        <p:spPr>
          <a:xfrm>
            <a:off x="4312048" y="2792933"/>
            <a:ext cx="1418082" cy="307777"/>
          </a:xfrm>
          <a:prstGeom prst="roundRect">
            <a:avLst/>
          </a:prstGeom>
          <a:solidFill>
            <a:srgbClr val="FBF3FB"/>
          </a:solidFill>
        </p:spPr>
        <p:txBody>
          <a:bodyPr vert="horz" wrap="square" lIns="50800" tIns="25400" rIns="50800" bIns="254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C03BC4">
                    <a:lumMod val="75000"/>
                  </a:srgbClr>
                </a:solidFill>
                <a:effectLst/>
                <a:uLnTx/>
                <a:uFillTx/>
                <a:latin typeface="Segoe Sans Display Semibold"/>
                <a:ea typeface="+mn-ea"/>
                <a:cs typeface="+mn-cs"/>
              </a:rPr>
              <a:t>Code execution</a:t>
            </a:r>
          </a:p>
        </p:txBody>
      </p:sp>
      <p:cxnSp>
        <p:nvCxnSpPr>
          <p:cNvPr id="19" name="Straight Arrow Connector 18">
            <a:extLst>
              <a:ext uri="{FF2B5EF4-FFF2-40B4-BE49-F238E27FC236}">
                <a16:creationId xmlns:a16="http://schemas.microsoft.com/office/drawing/2014/main" id="{A8D5643C-917B-0F97-CC55-0FAFC689EC76}"/>
              </a:ext>
            </a:extLst>
          </p:cNvPr>
          <p:cNvCxnSpPr>
            <a:cxnSpLocks/>
            <a:stCxn id="31" idx="2"/>
            <a:endCxn id="35" idx="3"/>
          </p:cNvCxnSpPr>
          <p:nvPr/>
        </p:nvCxnSpPr>
        <p:spPr>
          <a:xfrm flipH="1" flipV="1">
            <a:off x="2285711" y="2946823"/>
            <a:ext cx="400095" cy="66927"/>
          </a:xfrm>
          <a:prstGeom prst="straightConnector1">
            <a:avLst/>
          </a:prstGeom>
          <a:ln w="3175">
            <a:solidFill>
              <a:schemeClr val="accent2"/>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7F0CB4A-6548-560D-22DC-17489004A4C4}"/>
              </a:ext>
            </a:extLst>
          </p:cNvPr>
          <p:cNvCxnSpPr>
            <a:cxnSpLocks/>
          </p:cNvCxnSpPr>
          <p:nvPr/>
        </p:nvCxnSpPr>
        <p:spPr>
          <a:xfrm flipV="1">
            <a:off x="4007920" y="2946822"/>
            <a:ext cx="304128" cy="57402"/>
          </a:xfrm>
          <a:prstGeom prst="straightConnector1">
            <a:avLst/>
          </a:prstGeom>
          <a:ln w="3175">
            <a:solidFill>
              <a:schemeClr val="accent2"/>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0FB1315-5EE2-46CC-6621-19A7EDE792CB}"/>
              </a:ext>
            </a:extLst>
          </p:cNvPr>
          <p:cNvCxnSpPr>
            <a:cxnSpLocks/>
            <a:stCxn id="31" idx="4"/>
            <a:endCxn id="33" idx="0"/>
          </p:cNvCxnSpPr>
          <p:nvPr/>
        </p:nvCxnSpPr>
        <p:spPr>
          <a:xfrm>
            <a:off x="3289547" y="3618221"/>
            <a:ext cx="9333" cy="210716"/>
          </a:xfrm>
          <a:prstGeom prst="straightConnector1">
            <a:avLst/>
          </a:prstGeom>
          <a:ln w="3175">
            <a:solidFill>
              <a:schemeClr val="accent2"/>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91D33188-B44F-25BB-4D12-A3EE0A7A7EAC}"/>
              </a:ext>
            </a:extLst>
          </p:cNvPr>
          <p:cNvSpPr txBox="1"/>
          <p:nvPr/>
        </p:nvSpPr>
        <p:spPr>
          <a:xfrm>
            <a:off x="653840" y="4345044"/>
            <a:ext cx="5341620" cy="948786"/>
          </a:xfrm>
          <a:prstGeom prst="rect">
            <a:avLst/>
          </a:prstGeom>
          <a:noFill/>
        </p:spPr>
        <p:txBody>
          <a:bodyPr wrap="square">
            <a:spAutoFit/>
          </a:bodyPr>
          <a:lstStyle/>
          <a:p>
            <a:pPr marL="0" marR="0" lvl="0" indent="0" algn="ctr" defTabSz="914400" rtl="0" eaLnBrk="1" fontAlgn="auto" latinLnBrk="0" hangingPunct="1">
              <a:lnSpc>
                <a:spcPct val="108000"/>
              </a:lnSpc>
              <a:spcBef>
                <a:spcPts val="0"/>
              </a:spcBef>
              <a:spcAft>
                <a:spcPts val="1000"/>
              </a:spcAft>
              <a:buClrTx/>
              <a:buSzTx/>
              <a:buFontTx/>
              <a:buNone/>
              <a:tabLst/>
              <a:defRPr/>
            </a:pPr>
            <a:r>
              <a:rPr kumimoji="0" lang="en-GB" sz="1200" b="0" i="0" u="none" strike="noStrike" kern="1200" cap="none" spc="0" normalizeH="0" baseline="0" noProof="0">
                <a:ln>
                  <a:noFill/>
                </a:ln>
                <a:solidFill>
                  <a:srgbClr val="1F1F1F"/>
                </a:solidFill>
                <a:effectLst/>
                <a:uLnTx/>
                <a:uFillTx/>
                <a:latin typeface="Segoe Sans Display"/>
                <a:ea typeface="+mn-ea"/>
                <a:cs typeface="+mn-cs"/>
              </a:rPr>
              <a:t>The orchestrator calls well-structured, repeatable steps (flows and code) for actions with a deterministic nature</a:t>
            </a:r>
          </a:p>
          <a:p>
            <a:pPr marL="0" marR="0" lvl="0" indent="0" algn="ctr" defTabSz="914400" rtl="0" eaLnBrk="1" fontAlgn="auto" latinLnBrk="0" hangingPunct="1">
              <a:lnSpc>
                <a:spcPct val="105000"/>
              </a:lnSpc>
              <a:spcBef>
                <a:spcPts val="0"/>
              </a:spcBef>
              <a:spcAft>
                <a:spcPts val="200"/>
              </a:spcAft>
              <a:buClrTx/>
              <a:buSzTx/>
              <a:buFontTx/>
              <a:buNone/>
              <a:tabLst/>
              <a:defRPr/>
            </a:pPr>
            <a:br>
              <a:rPr kumimoji="0" lang="en-GB" sz="1050" b="0" i="1" u="none" strike="noStrike" kern="1200" cap="none" spc="0" normalizeH="0" baseline="0" noProof="0">
                <a:ln>
                  <a:noFill/>
                </a:ln>
                <a:solidFill>
                  <a:srgbClr val="4B5563"/>
                </a:solidFill>
                <a:effectLst/>
                <a:uLnTx/>
                <a:uFillTx/>
                <a:latin typeface="Segoe Sans Display"/>
                <a:ea typeface="+mn-ea"/>
                <a:cs typeface="+mn-cs"/>
              </a:rPr>
            </a:br>
            <a:r>
              <a:rPr kumimoji="0" lang="en-GB" sz="1050" b="0" i="1" u="none" strike="noStrike" kern="1200" cap="none" spc="0" normalizeH="0" baseline="0" noProof="0">
                <a:ln>
                  <a:noFill/>
                </a:ln>
                <a:solidFill>
                  <a:srgbClr val="4B5563"/>
                </a:solidFill>
                <a:effectLst/>
                <a:uLnTx/>
                <a:uFillTx/>
                <a:latin typeface="Segoe Sans Display"/>
                <a:ea typeface="+mn-ea"/>
                <a:cs typeface="+mn-cs"/>
              </a:rPr>
              <a:t>E.g.: Healthcare Intake, where advisory results from a multi-turn patient dialogue</a:t>
            </a:r>
          </a:p>
        </p:txBody>
      </p:sp>
      <p:sp>
        <p:nvSpPr>
          <p:cNvPr id="52" name="Rectangle 51">
            <a:extLst>
              <a:ext uri="{FF2B5EF4-FFF2-40B4-BE49-F238E27FC236}">
                <a16:creationId xmlns:a16="http://schemas.microsoft.com/office/drawing/2014/main" id="{E0A831B2-E3B8-9561-BE74-4793A3DF54E5}"/>
              </a:ext>
            </a:extLst>
          </p:cNvPr>
          <p:cNvSpPr/>
          <p:nvPr/>
        </p:nvSpPr>
        <p:spPr>
          <a:xfrm>
            <a:off x="2728762" y="2783385"/>
            <a:ext cx="1121569" cy="562271"/>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marL="0" marR="0" lvl="0" indent="0" algn="ctr" defTabSz="914400" rtl="0" eaLnBrk="1" fontAlgn="auto" latinLnBrk="0" hangingPunct="1">
              <a:lnSpc>
                <a:spcPct val="100000"/>
              </a:lnSpc>
              <a:spcBef>
                <a:spcPts val="0"/>
              </a:spcBef>
              <a:spcAft>
                <a:spcPts val="100"/>
              </a:spcAft>
              <a:buClrTx/>
              <a:buSzTx/>
              <a:buFontTx/>
              <a:buNone/>
              <a:tabLst/>
              <a:defRPr/>
            </a:pPr>
            <a:r>
              <a:rPr kumimoji="0" lang="en-GB" sz="1200" b="1" i="0" u="none" strike="noStrike" kern="1200" cap="none" spc="0" normalizeH="0" baseline="0" noProof="0">
                <a:ln>
                  <a:noFill/>
                </a:ln>
                <a:solidFill>
                  <a:srgbClr val="C03BC4">
                    <a:lumMod val="75000"/>
                  </a:srgbClr>
                </a:solidFill>
                <a:effectLst/>
                <a:uLnTx/>
                <a:uFillTx/>
                <a:latin typeface="Segoe Sans Display Semibold"/>
                <a:ea typeface="+mn-ea"/>
                <a:cs typeface="+mn-cs"/>
              </a:rPr>
              <a:t>Orchestrator </a:t>
            </a:r>
            <a:br>
              <a:rPr kumimoji="0" lang="en-GB" sz="1200" b="1" i="0" u="none" strike="noStrike" kern="1200" cap="none" spc="0" normalizeH="0" baseline="0" noProof="0">
                <a:ln>
                  <a:noFill/>
                </a:ln>
                <a:solidFill>
                  <a:srgbClr val="C03BC4">
                    <a:lumMod val="75000"/>
                  </a:srgbClr>
                </a:solidFill>
                <a:effectLst/>
                <a:uLnTx/>
                <a:uFillTx/>
                <a:latin typeface="Segoe Sans Display Semibold"/>
                <a:ea typeface="+mn-ea"/>
                <a:cs typeface="+mn-cs"/>
              </a:rPr>
            </a:br>
            <a:r>
              <a:rPr kumimoji="0" lang="en-GB" sz="1200" b="1" i="0" u="none" strike="noStrike" kern="1200" cap="none" spc="0" normalizeH="0" baseline="0" noProof="0">
                <a:ln>
                  <a:noFill/>
                </a:ln>
                <a:solidFill>
                  <a:srgbClr val="C03BC4">
                    <a:lumMod val="75000"/>
                  </a:srgbClr>
                </a:solidFill>
                <a:effectLst/>
                <a:uLnTx/>
                <a:uFillTx/>
                <a:latin typeface="Segoe Sans Display Semibold"/>
                <a:ea typeface="+mn-ea"/>
                <a:cs typeface="+mn-cs"/>
              </a:rPr>
              <a:t>Reasoning </a:t>
            </a:r>
            <a:br>
              <a:rPr kumimoji="0" lang="en-GB" sz="1200" b="1" i="0" u="none" strike="noStrike" kern="1200" cap="none" spc="0" normalizeH="0" baseline="0" noProof="0">
                <a:ln>
                  <a:noFill/>
                </a:ln>
                <a:solidFill>
                  <a:srgbClr val="C03BC4">
                    <a:lumMod val="75000"/>
                  </a:srgbClr>
                </a:solidFill>
                <a:effectLst/>
                <a:uLnTx/>
                <a:uFillTx/>
                <a:latin typeface="Segoe Sans Display Semibold"/>
                <a:ea typeface="+mn-ea"/>
                <a:cs typeface="+mn-cs"/>
              </a:rPr>
            </a:br>
            <a:r>
              <a:rPr kumimoji="0" lang="en-GB" sz="1200" b="1" i="0" u="none" strike="noStrike" kern="1200" cap="none" spc="0" normalizeH="0" baseline="0" noProof="0">
                <a:ln>
                  <a:noFill/>
                </a:ln>
                <a:solidFill>
                  <a:srgbClr val="C03BC4">
                    <a:lumMod val="75000"/>
                  </a:srgbClr>
                </a:solidFill>
                <a:effectLst/>
                <a:uLnTx/>
                <a:uFillTx/>
                <a:latin typeface="Segoe Sans Display Semibold"/>
                <a:ea typeface="+mn-ea"/>
                <a:cs typeface="+mn-cs"/>
              </a:rPr>
              <a:t>Loop</a:t>
            </a:r>
            <a:endParaRPr kumimoji="0" sz="1200" b="0" i="0" u="none" strike="noStrike" kern="1200" cap="none" spc="0" normalizeH="0" baseline="0" noProof="0">
              <a:ln>
                <a:noFill/>
              </a:ln>
              <a:solidFill>
                <a:srgbClr val="C03BC4">
                  <a:lumMod val="75000"/>
                </a:srgbClr>
              </a:solidFill>
              <a:effectLst/>
              <a:uLnTx/>
              <a:uFillTx/>
              <a:latin typeface="Segoe Sans Display"/>
              <a:ea typeface="+mn-ea"/>
              <a:cs typeface="+mn-cs"/>
            </a:endParaRPr>
          </a:p>
        </p:txBody>
      </p:sp>
      <p:sp>
        <p:nvSpPr>
          <p:cNvPr id="4" name="Rounded Rectangle 83">
            <a:extLst>
              <a:ext uri="{FF2B5EF4-FFF2-40B4-BE49-F238E27FC236}">
                <a16:creationId xmlns:a16="http://schemas.microsoft.com/office/drawing/2014/main" id="{4B90CAA4-AE93-0048-4D61-399BE37BCF90}"/>
              </a:ext>
            </a:extLst>
          </p:cNvPr>
          <p:cNvSpPr/>
          <p:nvPr/>
        </p:nvSpPr>
        <p:spPr>
          <a:xfrm>
            <a:off x="6246500" y="3027667"/>
            <a:ext cx="1024128" cy="457200"/>
          </a:xfrm>
          <a:prstGeom prst="roundRect">
            <a:avLst>
              <a:gd name="adj" fmla="val 18000"/>
            </a:avLst>
          </a:prstGeom>
          <a:solidFill>
            <a:srgbClr val="EBF6FF"/>
          </a:solidFill>
          <a:ln w="19050">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GB" sz="1100" b="1" i="0" u="none" strike="noStrike" kern="1200" cap="none" spc="0" normalizeH="0" baseline="0" noProof="0">
                <a:ln>
                  <a:noFill/>
                </a:ln>
                <a:solidFill>
                  <a:srgbClr val="0078D4">
                    <a:lumMod val="75000"/>
                  </a:srgbClr>
                </a:solidFill>
                <a:effectLst/>
                <a:uLnTx/>
                <a:uFillTx/>
                <a:latin typeface="Segoe Sans Display Semibold"/>
                <a:ea typeface="+mn-ea"/>
                <a:cs typeface="+mn-cs"/>
              </a:rPr>
              <a:t>Trigger </a:t>
            </a:r>
            <a:endParaRPr kumimoji="0" sz="1100" b="1" i="0" u="none" strike="noStrike" kern="1200" cap="none" spc="0" normalizeH="0" baseline="0" noProof="0">
              <a:ln>
                <a:noFill/>
              </a:ln>
              <a:solidFill>
                <a:srgbClr val="0078D4">
                  <a:lumMod val="75000"/>
                </a:srgbClr>
              </a:solidFill>
              <a:effectLst/>
              <a:uLnTx/>
              <a:uFillTx/>
              <a:latin typeface="Segoe Sans Display Semibold"/>
              <a:ea typeface="+mn-ea"/>
              <a:cs typeface="+mn-cs"/>
            </a:endParaRPr>
          </a:p>
        </p:txBody>
      </p:sp>
      <p:sp>
        <p:nvSpPr>
          <p:cNvPr id="8" name="Rounded Rectangle 84">
            <a:extLst>
              <a:ext uri="{FF2B5EF4-FFF2-40B4-BE49-F238E27FC236}">
                <a16:creationId xmlns:a16="http://schemas.microsoft.com/office/drawing/2014/main" id="{4383B971-3917-0DA1-AFED-A0D8B013778D}"/>
              </a:ext>
            </a:extLst>
          </p:cNvPr>
          <p:cNvSpPr/>
          <p:nvPr/>
        </p:nvSpPr>
        <p:spPr>
          <a:xfrm>
            <a:off x="7435220" y="3027667"/>
            <a:ext cx="1024128" cy="457200"/>
          </a:xfrm>
          <a:prstGeom prst="roundRect">
            <a:avLst>
              <a:gd name="adj" fmla="val 18000"/>
            </a:avLst>
          </a:prstGeom>
          <a:solidFill>
            <a:srgbClr val="EBF6FF"/>
          </a:solidFill>
          <a:ln w="19050">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spcAft>
                <a:spcPts val="200"/>
              </a:spcAft>
              <a:defRPr/>
            </a:pPr>
            <a:r>
              <a:rPr lang="en-GB" sz="1100" b="1">
                <a:solidFill>
                  <a:srgbClr val="0078D4">
                    <a:lumMod val="75000"/>
                  </a:srgbClr>
                </a:solidFill>
                <a:latin typeface="Segoe Sans Display Semibold"/>
              </a:rPr>
              <a:t>If/Else Condition</a:t>
            </a:r>
            <a:endParaRPr lang="en-US">
              <a:ea typeface="+mn-ea"/>
              <a:cs typeface="+mn-cs"/>
            </a:endParaRPr>
          </a:p>
        </p:txBody>
      </p:sp>
      <p:cxnSp>
        <p:nvCxnSpPr>
          <p:cNvPr id="11" name="Connector 87">
            <a:extLst>
              <a:ext uri="{FF2B5EF4-FFF2-40B4-BE49-F238E27FC236}">
                <a16:creationId xmlns:a16="http://schemas.microsoft.com/office/drawing/2014/main" id="{CC4DCD89-6824-31B6-7356-23A77EEA5AAE}"/>
              </a:ext>
            </a:extLst>
          </p:cNvPr>
          <p:cNvCxnSpPr/>
          <p:nvPr/>
        </p:nvCxnSpPr>
        <p:spPr>
          <a:xfrm>
            <a:off x="7288916" y="3256267"/>
            <a:ext cx="128016" cy="0"/>
          </a:xfrm>
          <a:prstGeom prst="line">
            <a:avLst/>
          </a:prstGeom>
          <a:ln w="19050">
            <a:solidFill>
              <a:schemeClr val="accent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F94A84D9-FCE1-16A2-2C7C-DEFE7D66A986}"/>
              </a:ext>
            </a:extLst>
          </p:cNvPr>
          <p:cNvSpPr txBox="1"/>
          <p:nvPr/>
        </p:nvSpPr>
        <p:spPr>
          <a:xfrm>
            <a:off x="6094476" y="4345044"/>
            <a:ext cx="5341620" cy="948786"/>
          </a:xfrm>
          <a:prstGeom prst="rect">
            <a:avLst/>
          </a:prstGeom>
          <a:noFill/>
        </p:spPr>
        <p:txBody>
          <a:bodyPr wrap="square">
            <a:spAutoFit/>
          </a:bodyPr>
          <a:lstStyle/>
          <a:p>
            <a:pPr marL="0" marR="0" lvl="0" indent="0" algn="ctr" defTabSz="914400" rtl="0" eaLnBrk="1" fontAlgn="auto" latinLnBrk="0" hangingPunct="1">
              <a:lnSpc>
                <a:spcPct val="108000"/>
              </a:lnSpc>
              <a:spcBef>
                <a:spcPts val="0"/>
              </a:spcBef>
              <a:spcAft>
                <a:spcPts val="1000"/>
              </a:spcAft>
              <a:buClrTx/>
              <a:buSzTx/>
              <a:buFontTx/>
              <a:buNone/>
              <a:tabLst/>
              <a:defRPr/>
            </a:pPr>
            <a:r>
              <a:rPr kumimoji="0" lang="en-GB" sz="1200" b="0" i="0" u="none" strike="noStrike" kern="1200" cap="none" spc="0" normalizeH="0" baseline="0" noProof="0">
                <a:ln>
                  <a:noFill/>
                </a:ln>
                <a:solidFill>
                  <a:srgbClr val="1F1F1F"/>
                </a:solidFill>
                <a:effectLst/>
                <a:uLnTx/>
                <a:uFillTx/>
                <a:latin typeface="Segoe Sans Display"/>
                <a:ea typeface="+mn-ea"/>
                <a:cs typeface="+mn-cs"/>
              </a:rPr>
              <a:t>The flow start and end points (single or multiple) are known upfront, with AI capabilities embedded where a step needs reasoning or judgement</a:t>
            </a:r>
          </a:p>
          <a:p>
            <a:pPr marL="0" marR="0" lvl="0" indent="0" algn="ctr" defTabSz="914400" rtl="0" eaLnBrk="1" fontAlgn="auto" latinLnBrk="0" hangingPunct="1">
              <a:lnSpc>
                <a:spcPct val="105000"/>
              </a:lnSpc>
              <a:spcBef>
                <a:spcPts val="0"/>
              </a:spcBef>
              <a:spcAft>
                <a:spcPts val="200"/>
              </a:spcAft>
              <a:buClrTx/>
              <a:buSzTx/>
              <a:buFontTx/>
              <a:buNone/>
              <a:tabLst/>
              <a:defRPr/>
            </a:pPr>
            <a:br>
              <a:rPr kumimoji="0" lang="en-GB" sz="1050" b="0" i="1" u="none" strike="noStrike" kern="1200" cap="none" spc="0" normalizeH="0" baseline="0" noProof="0">
                <a:ln>
                  <a:noFill/>
                </a:ln>
                <a:solidFill>
                  <a:srgbClr val="4B5563"/>
                </a:solidFill>
                <a:effectLst/>
                <a:uLnTx/>
                <a:uFillTx/>
                <a:latin typeface="Segoe Sans Display"/>
                <a:ea typeface="+mn-ea"/>
                <a:cs typeface="+mn-cs"/>
              </a:rPr>
            </a:br>
            <a:r>
              <a:rPr kumimoji="0" lang="en-GB" sz="1050" b="0" i="1" u="none" strike="noStrike" kern="1200" cap="none" spc="0" normalizeH="0" baseline="0" noProof="0">
                <a:ln>
                  <a:noFill/>
                </a:ln>
                <a:solidFill>
                  <a:srgbClr val="4B5563"/>
                </a:solidFill>
                <a:effectLst/>
                <a:uLnTx/>
                <a:uFillTx/>
                <a:latin typeface="Segoe Sans Display"/>
                <a:ea typeface="+mn-ea"/>
                <a:cs typeface="+mn-cs"/>
              </a:rPr>
              <a:t>E.g.: Expense Approval, where new entries may lead to a fast path or a policy check</a:t>
            </a:r>
          </a:p>
        </p:txBody>
      </p:sp>
      <p:sp>
        <p:nvSpPr>
          <p:cNvPr id="42" name="Rounded Rectangle 84">
            <a:extLst>
              <a:ext uri="{FF2B5EF4-FFF2-40B4-BE49-F238E27FC236}">
                <a16:creationId xmlns:a16="http://schemas.microsoft.com/office/drawing/2014/main" id="{E1407A8C-200A-7B03-780B-66E02D7D919F}"/>
              </a:ext>
            </a:extLst>
          </p:cNvPr>
          <p:cNvSpPr/>
          <p:nvPr/>
        </p:nvSpPr>
        <p:spPr>
          <a:xfrm>
            <a:off x="9830471" y="2564333"/>
            <a:ext cx="1426934" cy="457200"/>
          </a:xfrm>
          <a:prstGeom prst="roundRect">
            <a:avLst>
              <a:gd name="adj" fmla="val 18000"/>
            </a:avLst>
          </a:prstGeom>
          <a:solidFill>
            <a:srgbClr val="FFF3D5"/>
          </a:solidFill>
          <a:ln w="19050">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GB" sz="1100" b="1" i="0" u="none" strike="noStrike" kern="1200" cap="none" spc="0" normalizeH="0" baseline="0" noProof="0">
                <a:ln>
                  <a:noFill/>
                </a:ln>
                <a:solidFill>
                  <a:srgbClr val="0078D4">
                    <a:lumMod val="75000"/>
                  </a:srgbClr>
                </a:solidFill>
                <a:effectLst/>
                <a:uLnTx/>
                <a:uFillTx/>
                <a:latin typeface="Segoe Sans Display Semibold"/>
                <a:ea typeface="+mn-ea"/>
                <a:cs typeface="+mn-cs"/>
              </a:rPr>
              <a:t>Reason &amp; generate output (Agent)</a:t>
            </a:r>
            <a:endParaRPr kumimoji="0" sz="1100" b="1" i="0" u="none" strike="noStrike" kern="1200" cap="none" spc="0" normalizeH="0" baseline="0" noProof="0">
              <a:ln>
                <a:noFill/>
              </a:ln>
              <a:solidFill>
                <a:srgbClr val="0078D4">
                  <a:lumMod val="75000"/>
                </a:srgbClr>
              </a:solidFill>
              <a:effectLst/>
              <a:uLnTx/>
              <a:uFillTx/>
              <a:latin typeface="Segoe Sans Display Semibold"/>
              <a:ea typeface="+mn-ea"/>
              <a:cs typeface="+mn-cs"/>
            </a:endParaRPr>
          </a:p>
        </p:txBody>
      </p:sp>
      <p:sp>
        <p:nvSpPr>
          <p:cNvPr id="45" name="Rounded Rectangle 84">
            <a:extLst>
              <a:ext uri="{FF2B5EF4-FFF2-40B4-BE49-F238E27FC236}">
                <a16:creationId xmlns:a16="http://schemas.microsoft.com/office/drawing/2014/main" id="{7768D73B-3ED2-CDC4-9CBE-3DA886EE2B5E}"/>
              </a:ext>
            </a:extLst>
          </p:cNvPr>
          <p:cNvSpPr/>
          <p:nvPr/>
        </p:nvSpPr>
        <p:spPr>
          <a:xfrm>
            <a:off x="8631168" y="3429000"/>
            <a:ext cx="1024128" cy="457200"/>
          </a:xfrm>
          <a:prstGeom prst="roundRect">
            <a:avLst>
              <a:gd name="adj" fmla="val 18000"/>
            </a:avLst>
          </a:prstGeom>
          <a:solidFill>
            <a:srgbClr val="EBF6FF"/>
          </a:solidFill>
          <a:ln w="19050">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GB" sz="1100" b="1" i="0" u="none" strike="noStrike" kern="1200" cap="none" spc="0" normalizeH="0" baseline="0" noProof="0">
                <a:ln>
                  <a:noFill/>
                </a:ln>
                <a:solidFill>
                  <a:srgbClr val="0078D4">
                    <a:lumMod val="75000"/>
                  </a:srgbClr>
                </a:solidFill>
                <a:effectLst/>
                <a:uLnTx/>
                <a:uFillTx/>
                <a:latin typeface="Segoe Sans Display Semibold"/>
                <a:ea typeface="+mn-ea"/>
                <a:cs typeface="+mn-cs"/>
              </a:rPr>
              <a:t>Data </a:t>
            </a:r>
            <a:br>
              <a:rPr kumimoji="0" lang="en-GB" sz="1100" b="1" i="0" u="none" strike="noStrike" kern="1200" cap="none" spc="0" normalizeH="0" baseline="0" noProof="0">
                <a:ln>
                  <a:noFill/>
                </a:ln>
                <a:solidFill>
                  <a:srgbClr val="0078D4">
                    <a:lumMod val="75000"/>
                  </a:srgbClr>
                </a:solidFill>
                <a:effectLst/>
                <a:uLnTx/>
                <a:uFillTx/>
                <a:latin typeface="Segoe Sans Display Semibold"/>
                <a:ea typeface="+mn-ea"/>
                <a:cs typeface="+mn-cs"/>
              </a:rPr>
            </a:br>
            <a:r>
              <a:rPr kumimoji="0" lang="en-GB" sz="1100" b="1" i="0" u="none" strike="noStrike" kern="1200" cap="none" spc="0" normalizeH="0" baseline="0" noProof="0">
                <a:ln>
                  <a:noFill/>
                </a:ln>
                <a:solidFill>
                  <a:srgbClr val="0078D4">
                    <a:lumMod val="75000"/>
                  </a:srgbClr>
                </a:solidFill>
                <a:effectLst/>
                <a:uLnTx/>
                <a:uFillTx/>
                <a:latin typeface="Segoe Sans Display Semibold"/>
                <a:ea typeface="+mn-ea"/>
                <a:cs typeface="+mn-cs"/>
              </a:rPr>
              <a:t>Operation</a:t>
            </a:r>
            <a:endParaRPr kumimoji="0" sz="1100" b="1" i="0" u="none" strike="noStrike" kern="1200" cap="none" spc="0" normalizeH="0" baseline="0" noProof="0">
              <a:ln>
                <a:noFill/>
              </a:ln>
              <a:solidFill>
                <a:srgbClr val="0078D4">
                  <a:lumMod val="75000"/>
                </a:srgbClr>
              </a:solidFill>
              <a:effectLst/>
              <a:uLnTx/>
              <a:uFillTx/>
              <a:latin typeface="Segoe Sans Display Semibold"/>
              <a:ea typeface="+mn-ea"/>
              <a:cs typeface="+mn-cs"/>
            </a:endParaRPr>
          </a:p>
        </p:txBody>
      </p:sp>
      <p:sp>
        <p:nvSpPr>
          <p:cNvPr id="46" name="Rounded Rectangle 86">
            <a:extLst>
              <a:ext uri="{FF2B5EF4-FFF2-40B4-BE49-F238E27FC236}">
                <a16:creationId xmlns:a16="http://schemas.microsoft.com/office/drawing/2014/main" id="{F8EB7AEE-1DD7-25C3-C7AF-B556E0A4913E}"/>
              </a:ext>
            </a:extLst>
          </p:cNvPr>
          <p:cNvSpPr/>
          <p:nvPr/>
        </p:nvSpPr>
        <p:spPr>
          <a:xfrm>
            <a:off x="9838279" y="3424510"/>
            <a:ext cx="1411318" cy="457200"/>
          </a:xfrm>
          <a:prstGeom prst="roundRect">
            <a:avLst>
              <a:gd name="adj" fmla="val 18000"/>
            </a:avLst>
          </a:prstGeom>
          <a:solidFill>
            <a:srgbClr val="EBF6FF"/>
          </a:solidFill>
          <a:ln w="19050">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GB" sz="1100" b="1" i="0" u="none" strike="noStrike" kern="1200" cap="none" spc="0" normalizeH="0" baseline="0" noProof="0">
                <a:ln>
                  <a:noFill/>
                </a:ln>
                <a:solidFill>
                  <a:srgbClr val="0078D4">
                    <a:lumMod val="75000"/>
                  </a:srgbClr>
                </a:solidFill>
                <a:effectLst/>
                <a:uLnTx/>
                <a:uFillTx/>
                <a:latin typeface="Segoe Sans Display Semibold"/>
                <a:ea typeface="+mn-ea"/>
                <a:cs typeface="+mn-cs"/>
              </a:rPr>
              <a:t>System write action (Connector)</a:t>
            </a:r>
            <a:endParaRPr kumimoji="0" sz="1100" b="1" i="0" u="none" strike="noStrike" kern="1200" cap="none" spc="0" normalizeH="0" baseline="0" noProof="0">
              <a:ln>
                <a:noFill/>
              </a:ln>
              <a:solidFill>
                <a:srgbClr val="0078D4">
                  <a:lumMod val="75000"/>
                </a:srgbClr>
              </a:solidFill>
              <a:effectLst/>
              <a:uLnTx/>
              <a:uFillTx/>
              <a:latin typeface="Segoe Sans Display Semibold"/>
              <a:ea typeface="+mn-ea"/>
              <a:cs typeface="+mn-cs"/>
            </a:endParaRPr>
          </a:p>
        </p:txBody>
      </p:sp>
      <p:cxnSp>
        <p:nvCxnSpPr>
          <p:cNvPr id="47" name="Connector 88">
            <a:extLst>
              <a:ext uri="{FF2B5EF4-FFF2-40B4-BE49-F238E27FC236}">
                <a16:creationId xmlns:a16="http://schemas.microsoft.com/office/drawing/2014/main" id="{DDECB04E-4818-C788-B9A5-18FB048E0795}"/>
              </a:ext>
            </a:extLst>
          </p:cNvPr>
          <p:cNvCxnSpPr>
            <a:cxnSpLocks/>
          </p:cNvCxnSpPr>
          <p:nvPr/>
        </p:nvCxnSpPr>
        <p:spPr>
          <a:xfrm>
            <a:off x="9655296" y="2770918"/>
            <a:ext cx="148976" cy="0"/>
          </a:xfrm>
          <a:prstGeom prst="line">
            <a:avLst/>
          </a:prstGeom>
          <a:ln w="19050">
            <a:solidFill>
              <a:schemeClr val="accent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9" name="Rounded Rectangle 84">
            <a:extLst>
              <a:ext uri="{FF2B5EF4-FFF2-40B4-BE49-F238E27FC236}">
                <a16:creationId xmlns:a16="http://schemas.microsoft.com/office/drawing/2014/main" id="{0F6B0B92-1C83-A616-733C-F0CF63C2F8EC}"/>
              </a:ext>
            </a:extLst>
          </p:cNvPr>
          <p:cNvSpPr/>
          <p:nvPr/>
        </p:nvSpPr>
        <p:spPr>
          <a:xfrm>
            <a:off x="8623940" y="2574063"/>
            <a:ext cx="1024128" cy="457200"/>
          </a:xfrm>
          <a:prstGeom prst="roundRect">
            <a:avLst>
              <a:gd name="adj" fmla="val 18000"/>
            </a:avLst>
          </a:prstGeom>
          <a:solidFill>
            <a:srgbClr val="EBF6FF"/>
          </a:solidFill>
          <a:ln w="19050">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GB" sz="1100" b="1" i="0" u="none" strike="noStrike" kern="1200" cap="none" spc="0" normalizeH="0" baseline="0" noProof="0">
                <a:ln>
                  <a:noFill/>
                </a:ln>
                <a:solidFill>
                  <a:srgbClr val="0078D4">
                    <a:lumMod val="75000"/>
                  </a:srgbClr>
                </a:solidFill>
                <a:effectLst/>
                <a:uLnTx/>
                <a:uFillTx/>
                <a:latin typeface="Segoe Sans Display Semibold"/>
                <a:ea typeface="+mn-ea"/>
                <a:cs typeface="+mn-cs"/>
              </a:rPr>
              <a:t>Data </a:t>
            </a:r>
            <a:br>
              <a:rPr kumimoji="0" lang="en-GB" sz="1100" b="1" i="0" u="none" strike="noStrike" kern="1200" cap="none" spc="0" normalizeH="0" baseline="0" noProof="0">
                <a:ln>
                  <a:noFill/>
                </a:ln>
                <a:solidFill>
                  <a:srgbClr val="0078D4">
                    <a:lumMod val="75000"/>
                  </a:srgbClr>
                </a:solidFill>
                <a:effectLst/>
                <a:uLnTx/>
                <a:uFillTx/>
                <a:latin typeface="Segoe Sans Display Semibold"/>
                <a:ea typeface="+mn-ea"/>
                <a:cs typeface="+mn-cs"/>
              </a:rPr>
            </a:br>
            <a:r>
              <a:rPr kumimoji="0" lang="en-GB" sz="1100" b="1" i="0" u="none" strike="noStrike" kern="1200" cap="none" spc="0" normalizeH="0" baseline="0" noProof="0">
                <a:ln>
                  <a:noFill/>
                </a:ln>
                <a:solidFill>
                  <a:srgbClr val="0078D4">
                    <a:lumMod val="75000"/>
                  </a:srgbClr>
                </a:solidFill>
                <a:effectLst/>
                <a:uLnTx/>
                <a:uFillTx/>
                <a:latin typeface="Segoe Sans Display Semibold"/>
                <a:ea typeface="+mn-ea"/>
                <a:cs typeface="+mn-cs"/>
              </a:rPr>
              <a:t>Operation</a:t>
            </a:r>
            <a:endParaRPr kumimoji="0" sz="1100" b="1" i="0" u="none" strike="noStrike" kern="1200" cap="none" spc="0" normalizeH="0" baseline="0" noProof="0">
              <a:ln>
                <a:noFill/>
              </a:ln>
              <a:solidFill>
                <a:srgbClr val="0078D4">
                  <a:lumMod val="75000"/>
                </a:srgbClr>
              </a:solidFill>
              <a:effectLst/>
              <a:uLnTx/>
              <a:uFillTx/>
              <a:latin typeface="Segoe Sans Display Semibold"/>
              <a:ea typeface="+mn-ea"/>
              <a:cs typeface="+mn-cs"/>
            </a:endParaRPr>
          </a:p>
        </p:txBody>
      </p:sp>
      <p:cxnSp>
        <p:nvCxnSpPr>
          <p:cNvPr id="57" name="Connector 88">
            <a:extLst>
              <a:ext uri="{FF2B5EF4-FFF2-40B4-BE49-F238E27FC236}">
                <a16:creationId xmlns:a16="http://schemas.microsoft.com/office/drawing/2014/main" id="{0E03561A-CCE6-E495-2C88-AFE6E0EAB77E}"/>
              </a:ext>
            </a:extLst>
          </p:cNvPr>
          <p:cNvCxnSpPr>
            <a:cxnSpLocks/>
          </p:cNvCxnSpPr>
          <p:nvPr/>
        </p:nvCxnSpPr>
        <p:spPr>
          <a:xfrm>
            <a:off x="9673687" y="3646293"/>
            <a:ext cx="148976" cy="0"/>
          </a:xfrm>
          <a:prstGeom prst="line">
            <a:avLst/>
          </a:prstGeom>
          <a:ln w="19050">
            <a:solidFill>
              <a:schemeClr val="accent1"/>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8" name="Connector 88">
            <a:extLst>
              <a:ext uri="{FF2B5EF4-FFF2-40B4-BE49-F238E27FC236}">
                <a16:creationId xmlns:a16="http://schemas.microsoft.com/office/drawing/2014/main" id="{2C811950-DA41-930B-747F-9BB38AB84138}"/>
              </a:ext>
            </a:extLst>
          </p:cNvPr>
          <p:cNvCxnSpPr>
            <a:cxnSpLocks/>
            <a:stCxn id="8" idx="3"/>
            <a:endCxn id="49" idx="1"/>
          </p:cNvCxnSpPr>
          <p:nvPr/>
        </p:nvCxnSpPr>
        <p:spPr>
          <a:xfrm flipV="1">
            <a:off x="8459348" y="2802663"/>
            <a:ext cx="164592" cy="453604"/>
          </a:xfrm>
          <a:prstGeom prst="line">
            <a:avLst/>
          </a:prstGeom>
          <a:ln w="19050">
            <a:solidFill>
              <a:schemeClr val="accent1"/>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2" name="Connector 88">
            <a:extLst>
              <a:ext uri="{FF2B5EF4-FFF2-40B4-BE49-F238E27FC236}">
                <a16:creationId xmlns:a16="http://schemas.microsoft.com/office/drawing/2014/main" id="{72747004-8CCF-7629-58F9-A5EC31ACF72D}"/>
              </a:ext>
            </a:extLst>
          </p:cNvPr>
          <p:cNvCxnSpPr>
            <a:cxnSpLocks/>
          </p:cNvCxnSpPr>
          <p:nvPr/>
        </p:nvCxnSpPr>
        <p:spPr>
          <a:xfrm rot="10800000" flipH="1" flipV="1">
            <a:off x="8467156" y="3255212"/>
            <a:ext cx="164592" cy="453604"/>
          </a:xfrm>
          <a:prstGeom prst="line">
            <a:avLst/>
          </a:prstGeom>
          <a:ln w="19050">
            <a:solidFill>
              <a:schemeClr val="accent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Takeaway Banner">
            <a:extLst>
              <a:ext uri="{FF2B5EF4-FFF2-40B4-BE49-F238E27FC236}">
                <a16:creationId xmlns:a16="http://schemas.microsoft.com/office/drawing/2014/main" id="{026648D9-53F1-51FF-90F2-FC32F44022BA}"/>
              </a:ext>
            </a:extLst>
          </p:cNvPr>
          <p:cNvSpPr/>
          <p:nvPr/>
        </p:nvSpPr>
        <p:spPr>
          <a:xfrm>
            <a:off x="653838" y="5702376"/>
            <a:ext cx="10797875" cy="402336"/>
          </a:xfrm>
          <a:prstGeom prst="roundRect">
            <a:avLst>
              <a:gd name="adj" fmla="val 12000"/>
            </a:avLst>
          </a:prstGeom>
          <a:solidFill>
            <a:srgbClr val="FAF8FA"/>
          </a:solidFill>
          <a:ln w="12700">
            <a:solidFill>
              <a:schemeClr val="bg1"/>
            </a:solidFill>
          </a:ln>
          <a:effectLst>
            <a:outerShdw blurRad="50800" dist="38100" dir="5400000" algn="t" rotWithShape="0">
              <a:prstClr val="black">
                <a:alpha val="40000"/>
              </a:prstClr>
            </a:outerShdw>
          </a:effectLst>
        </p:spPr>
        <p:txBody>
          <a:bodyPr lIns="182880" tIns="18288" rIns="182880" bIns="18288" rtlCol="0" anchor="ctr"/>
          <a:lstStyle/>
          <a:p>
            <a:pPr algn="ctr"/>
            <a:r>
              <a:rPr lang="en-GB" sz="1300" b="1">
                <a:latin typeface="+mj-lt"/>
                <a:cs typeface="Segoe UI" pitchFamily="34" charset="0"/>
              </a:rPr>
              <a:t>Workflows can call agents; agents can call workflows. The decision relies on what % of the process is known before runtime</a:t>
            </a:r>
          </a:p>
        </p:txBody>
      </p:sp>
    </p:spTree>
    <p:extLst>
      <p:ext uri="{BB962C8B-B14F-4D97-AF65-F5344CB8AC3E}">
        <p14:creationId xmlns:p14="http://schemas.microsoft.com/office/powerpoint/2010/main" val="2499144063"/>
      </p:ext>
    </p:extLst>
  </p:cSld>
  <p:clrMapOvr>
    <a:masterClrMapping/>
  </p:clrMapOvr>
  <p:transition>
    <p:fade/>
  </p:transition>
  <p:extLst>
    <p:ext uri="{6950BFC3-D8DA-4A85-94F7-54DA5524770B}"/>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F4160-3474-A21E-3E3C-F6E81AA23C44}"/>
            </a:ext>
          </a:extLst>
        </p:cNvPr>
        <p:cNvGrpSpPr/>
        <p:nvPr/>
      </p:nvGrpSpPr>
      <p:grpSpPr>
        <a:xfrm>
          <a:off x="0" y="0"/>
          <a:ext cx="0" cy="0"/>
          <a:chOff x="0" y="0"/>
          <a:chExt cx="0" cy="0"/>
        </a:xfrm>
      </p:grpSpPr>
      <p:cxnSp>
        <p:nvCxnSpPr>
          <p:cNvPr id="6" name="conn">
            <a:extLst>
              <a:ext uri="{FF2B5EF4-FFF2-40B4-BE49-F238E27FC236}">
                <a16:creationId xmlns:a16="http://schemas.microsoft.com/office/drawing/2014/main" id="{3DBA6E3D-A9F5-0566-7402-782082EB1E60}"/>
              </a:ext>
            </a:extLst>
          </p:cNvPr>
          <p:cNvCxnSpPr>
            <a:cxnSpLocks/>
            <a:endCxn id="5" idx="0"/>
          </p:cNvCxnSpPr>
          <p:nvPr/>
        </p:nvCxnSpPr>
        <p:spPr>
          <a:xfrm>
            <a:off x="3268980" y="5072301"/>
            <a:ext cx="0" cy="236482"/>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sp>
        <p:nvSpPr>
          <p:cNvPr id="3" name="Top Accent">
            <a:extLst>
              <a:ext uri="{FF2B5EF4-FFF2-40B4-BE49-F238E27FC236}">
                <a16:creationId xmlns:a16="http://schemas.microsoft.com/office/drawing/2014/main" id="{749B14E5-F2FB-BF31-9FE4-F7610E35DC87}"/>
              </a:ext>
            </a:extLst>
          </p:cNvPr>
          <p:cNvSpPr/>
          <p:nvPr/>
        </p:nvSpPr>
        <p:spPr>
          <a:xfrm>
            <a:off x="0" y="0"/>
            <a:ext cx="12188952" cy="54864"/>
          </a:xfrm>
          <a:prstGeom prst="rect">
            <a:avLst/>
          </a:prstGeom>
          <a:solidFill>
            <a:srgbClr val="C239B3"/>
          </a:solidFill>
          <a:ln w="12700">
            <a:solidFill>
              <a:srgbClr val="C239B3"/>
            </a:solidFill>
          </a:ln>
        </p:spPr>
        <p:txBody>
          <a:bodyPr rtlCol="0" anchor="ctr"/>
          <a:lstStyle/>
          <a:p>
            <a:pPr algn="ctr"/>
            <a:endParaRPr/>
          </a:p>
        </p:txBody>
      </p:sp>
      <p:sp>
        <p:nvSpPr>
          <p:cNvPr id="59" name="Eyebrow">
            <a:extLst>
              <a:ext uri="{FF2B5EF4-FFF2-40B4-BE49-F238E27FC236}">
                <a16:creationId xmlns:a16="http://schemas.microsoft.com/office/drawing/2014/main" id="{EB44BEF0-12E0-1220-7C0F-F112FD4D0BC5}"/>
              </a:ext>
            </a:extLst>
          </p:cNvPr>
          <p:cNvSpPr txBox="1"/>
          <p:nvPr/>
        </p:nvSpPr>
        <p:spPr>
          <a:xfrm>
            <a:off x="554737" y="300000"/>
            <a:ext cx="11052046" cy="200000"/>
          </a:xfrm>
          <a:prstGeom prst="rect">
            <a:avLst/>
          </a:prstGeom>
        </p:spPr>
        <p:txBody>
          <a:bodyPr vert="horz" wrap="square" lIns="0" tIns="0" rIns="0" bIns="0" rtlCol="0">
            <a:spAutoFit/>
          </a:bodyPr>
          <a:lstStyle>
            <a:lvl1pPr marR="0" indent="0" defTabSz="932742" fontAlgn="auto">
              <a:lnSpc>
                <a:spcPct val="100000"/>
              </a:lnSpc>
              <a:spcBef>
                <a:spcPct val="20000"/>
              </a:spcBef>
              <a:spcAft>
                <a:spcPts val="0"/>
              </a:spcAft>
              <a:buClrTx/>
              <a:buSzPct val="90000"/>
              <a:buFont typeface="Wingdings" panose="05000000000000000000" pitchFamily="2" charset="2"/>
              <a:buNone/>
              <a:tabLst/>
              <a:defRPr sz="1000" cap="all" spc="0" baseline="0">
                <a:solidFill>
                  <a:srgbClr val="4B5563"/>
                </a:solidFill>
                <a:latin typeface="Aptos"/>
                <a:cs typeface="Segoe Sans Display" pitchFamily="2"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a:t>You are here: Agents · Introduction</a:t>
            </a:r>
          </a:p>
        </p:txBody>
      </p:sp>
      <p:sp>
        <p:nvSpPr>
          <p:cNvPr id="2" name="Title 1">
            <a:extLst>
              <a:ext uri="{FF2B5EF4-FFF2-40B4-BE49-F238E27FC236}">
                <a16:creationId xmlns:a16="http://schemas.microsoft.com/office/drawing/2014/main" id="{A37ECA64-9F01-7EEE-6C36-A5B7648750FE}"/>
              </a:ext>
            </a:extLst>
          </p:cNvPr>
          <p:cNvSpPr>
            <a:spLocks noGrp="1"/>
          </p:cNvSpPr>
          <p:nvPr>
            <p:ph type="title"/>
          </p:nvPr>
        </p:nvSpPr>
        <p:spPr>
          <a:xfrm>
            <a:off x="571500" y="519543"/>
            <a:ext cx="11052046" cy="492443"/>
          </a:xfrm>
        </p:spPr>
        <p:txBody>
          <a:bodyPr/>
          <a:lstStyle/>
          <a:p>
            <a:r>
              <a:rPr lang="en-US" sz="3000" b="1"/>
              <a:t>Contents</a:t>
            </a:r>
          </a:p>
        </p:txBody>
      </p:sp>
      <p:sp>
        <p:nvSpPr>
          <p:cNvPr id="301" name="Introduction">
            <a:extLst>
              <a:ext uri="{FF2B5EF4-FFF2-40B4-BE49-F238E27FC236}">
                <a16:creationId xmlns:a16="http://schemas.microsoft.com/office/drawing/2014/main" id="{1B18DDB9-5D67-DF3D-8773-664781E6008F}"/>
              </a:ext>
            </a:extLst>
          </p:cNvPr>
          <p:cNvSpPr/>
          <p:nvPr/>
        </p:nvSpPr>
        <p:spPr bwMode="auto">
          <a:xfrm>
            <a:off x="548640" y="1327961"/>
            <a:ext cx="11091672" cy="593088"/>
          </a:xfrm>
          <a:prstGeom prst="roundRect">
            <a:avLst>
              <a:gd name="adj" fmla="val 6000"/>
            </a:avLst>
          </a:prstGeom>
          <a:solidFill>
            <a:srgbClr val="EEF1F5"/>
          </a:solidFill>
          <a:ln w="12700">
            <a:solidFill>
              <a:srgbClr val="DFE4EA"/>
            </a:solidFill>
          </a:ln>
        </p:spPr>
        <p:txBody>
          <a:bodyPr wrap="square" lIns="160020" tIns="91440" rIns="160020" bIns="91440" anchor="t">
            <a:noAutofit/>
          </a:bodyPr>
          <a:lstStyle/>
          <a:p>
            <a:pPr>
              <a:spcAft>
                <a:spcPts val="300"/>
              </a:spcAft>
            </a:pPr>
            <a:r>
              <a:rPr lang="en-US" sz="1100" b="1">
                <a:solidFill>
                  <a:srgbClr val="1F1F1F"/>
                </a:solidFill>
                <a:cs typeface="Segoe UI" pitchFamily="34" charset="0"/>
              </a:rPr>
              <a:t>Introduction</a:t>
            </a:r>
          </a:p>
          <a:p>
            <a:pPr marL="171450" indent="-171450">
              <a:spcAft>
                <a:spcPts val="200"/>
              </a:spcAft>
              <a:buFont typeface="Arial"/>
              <a:buChar char="•"/>
            </a:pPr>
            <a:r>
              <a:rPr lang="en-US" sz="1250">
                <a:solidFill>
                  <a:srgbClr val="1F1F1F"/>
                </a:solidFill>
                <a:cs typeface="Segoe UI" pitchFamily="34" charset="0"/>
              </a:rPr>
              <a:t>What this guide is about: agents and workflows at a glance</a:t>
            </a:r>
          </a:p>
        </p:txBody>
      </p:sp>
      <p:sp>
        <p:nvSpPr>
          <p:cNvPr id="302" name="Agents · introduction">
            <a:extLst>
              <a:ext uri="{FF2B5EF4-FFF2-40B4-BE49-F238E27FC236}">
                <a16:creationId xmlns:a16="http://schemas.microsoft.com/office/drawing/2014/main" id="{52FC567B-0CA7-AD64-C5FE-B44EAF179985}"/>
              </a:ext>
            </a:extLst>
          </p:cNvPr>
          <p:cNvSpPr/>
          <p:nvPr/>
        </p:nvSpPr>
        <p:spPr bwMode="auto">
          <a:xfrm>
            <a:off x="548640" y="2201049"/>
            <a:ext cx="5440680" cy="860000"/>
          </a:xfrm>
          <a:prstGeom prst="roundRect">
            <a:avLst>
              <a:gd name="adj" fmla="val 6000"/>
            </a:avLst>
          </a:prstGeom>
          <a:solidFill>
            <a:srgbClr val="EAF5FF"/>
          </a:solidFill>
          <a:ln w="12700">
            <a:solidFill>
              <a:srgbClr val="CFE6FC"/>
            </a:solidFill>
          </a:ln>
        </p:spPr>
        <p:txBody>
          <a:bodyPr wrap="square" lIns="160020" tIns="91440" rIns="160020" bIns="91440" anchor="t">
            <a:noAutofit/>
          </a:bodyPr>
          <a:lstStyle/>
          <a:p>
            <a:pPr>
              <a:spcAft>
                <a:spcPts val="300"/>
              </a:spcAft>
            </a:pPr>
            <a:r>
              <a:rPr lang="en-US" sz="1100" b="1">
                <a:solidFill>
                  <a:srgbClr val="0078D4"/>
                </a:solidFill>
                <a:cs typeface="Segoe UI" pitchFamily="34" charset="0"/>
              </a:rPr>
              <a:t>Agents · introduction</a:t>
            </a:r>
          </a:p>
          <a:p>
            <a:pPr marL="171450" indent="-171450">
              <a:spcAft>
                <a:spcPts val="200"/>
              </a:spcAft>
              <a:buFont typeface="Arial"/>
              <a:buChar char="•"/>
            </a:pPr>
            <a:r>
              <a:rPr lang="en-GB" sz="1250">
                <a:solidFill>
                  <a:srgbClr val="1F1F1F"/>
                </a:solidFill>
                <a:cs typeface="Segoe UI" pitchFamily="34" charset="0"/>
              </a:rPr>
              <a:t>Why build agents on the GitHub Copilot (GHCP) harness</a:t>
            </a:r>
            <a:endParaRPr lang="en-US" sz="1250">
              <a:solidFill>
                <a:srgbClr val="1F1F1F"/>
              </a:solidFill>
              <a:cs typeface="Segoe UI" pitchFamily="34" charset="0"/>
            </a:endParaRPr>
          </a:p>
          <a:p>
            <a:pPr marL="171450" indent="-171450">
              <a:spcAft>
                <a:spcPts val="200"/>
              </a:spcAft>
              <a:buFont typeface="Arial"/>
              <a:buChar char="•"/>
            </a:pPr>
            <a:r>
              <a:rPr lang="en-US" sz="1250">
                <a:solidFill>
                  <a:srgbClr val="1F1F1F"/>
                </a:solidFill>
                <a:cs typeface="Segoe UI" pitchFamily="34" charset="0"/>
              </a:rPr>
              <a:t>Standard vs modern orchestration</a:t>
            </a:r>
          </a:p>
        </p:txBody>
      </p:sp>
      <p:sp>
        <p:nvSpPr>
          <p:cNvPr id="303" name="Workflows · introduction">
            <a:extLst>
              <a:ext uri="{FF2B5EF4-FFF2-40B4-BE49-F238E27FC236}">
                <a16:creationId xmlns:a16="http://schemas.microsoft.com/office/drawing/2014/main" id="{B4F24707-C6AB-A153-2911-DCDE77AF11CE}"/>
              </a:ext>
            </a:extLst>
          </p:cNvPr>
          <p:cNvSpPr/>
          <p:nvPr/>
        </p:nvSpPr>
        <p:spPr bwMode="auto">
          <a:xfrm>
            <a:off x="6199632" y="2201049"/>
            <a:ext cx="5440680" cy="860000"/>
          </a:xfrm>
          <a:prstGeom prst="roundRect">
            <a:avLst>
              <a:gd name="adj" fmla="val 6000"/>
            </a:avLst>
          </a:prstGeom>
          <a:solidFill>
            <a:srgbClr val="F3EEFB"/>
          </a:solidFill>
          <a:ln w="12700">
            <a:solidFill>
              <a:srgbClr val="E0D4F0"/>
            </a:solidFill>
          </a:ln>
        </p:spPr>
        <p:txBody>
          <a:bodyPr wrap="square" lIns="160020" tIns="91440" rIns="160020" bIns="91440" anchor="t">
            <a:noAutofit/>
          </a:bodyPr>
          <a:lstStyle/>
          <a:p>
            <a:pPr>
              <a:spcAft>
                <a:spcPts val="300"/>
              </a:spcAft>
            </a:pPr>
            <a:r>
              <a:rPr lang="en-US" sz="1100" b="1">
                <a:solidFill>
                  <a:srgbClr val="6B3FA0"/>
                </a:solidFill>
                <a:cs typeface="Segoe UI" pitchFamily="34" charset="0"/>
              </a:rPr>
              <a:t>Workflows · introduction</a:t>
            </a:r>
          </a:p>
          <a:p>
            <a:pPr marL="171450" indent="-171450">
              <a:spcAft>
                <a:spcPts val="200"/>
              </a:spcAft>
              <a:buFont typeface="Arial"/>
              <a:buChar char="•"/>
            </a:pPr>
            <a:r>
              <a:rPr lang="en-US" sz="1250">
                <a:solidFill>
                  <a:srgbClr val="1F1F1F"/>
                </a:solidFill>
                <a:cs typeface="Segoe UI" pitchFamily="34" charset="0"/>
              </a:rPr>
              <a:t>What is really new, what is not</a:t>
            </a:r>
          </a:p>
        </p:txBody>
      </p:sp>
      <p:sp>
        <p:nvSpPr>
          <p:cNvPr id="304" name="Choose where to build what">
            <a:extLst>
              <a:ext uri="{FF2B5EF4-FFF2-40B4-BE49-F238E27FC236}">
                <a16:creationId xmlns:a16="http://schemas.microsoft.com/office/drawing/2014/main" id="{E6A8DB36-DFBD-97F5-BE87-D3DA81E2E534}"/>
              </a:ext>
            </a:extLst>
          </p:cNvPr>
          <p:cNvSpPr/>
          <p:nvPr/>
        </p:nvSpPr>
        <p:spPr bwMode="auto">
          <a:xfrm>
            <a:off x="548640" y="3341049"/>
            <a:ext cx="11091672" cy="600000"/>
          </a:xfrm>
          <a:prstGeom prst="roundRect">
            <a:avLst>
              <a:gd name="adj" fmla="val 6000"/>
            </a:avLst>
          </a:prstGeom>
          <a:solidFill>
            <a:srgbClr val="EEF1F5"/>
          </a:solidFill>
          <a:ln w="12700">
            <a:solidFill>
              <a:schemeClr val="bg1">
                <a:lumMod val="85000"/>
              </a:schemeClr>
            </a:solidFill>
          </a:ln>
        </p:spPr>
        <p:txBody>
          <a:bodyPr wrap="square" lIns="160020" tIns="91440" rIns="160020" bIns="91440" anchor="t">
            <a:noAutofit/>
          </a:bodyPr>
          <a:lstStyle/>
          <a:p>
            <a:pPr>
              <a:spcAft>
                <a:spcPts val="300"/>
              </a:spcAft>
            </a:pPr>
            <a:r>
              <a:rPr lang="en-US" sz="1100" b="1">
                <a:solidFill>
                  <a:srgbClr val="1F1F1F"/>
                </a:solidFill>
                <a:cs typeface="Segoe UI" pitchFamily="34" charset="0"/>
              </a:rPr>
              <a:t>Choose where to build what</a:t>
            </a:r>
          </a:p>
          <a:p>
            <a:pPr marL="171450" indent="-171450">
              <a:spcAft>
                <a:spcPts val="200"/>
              </a:spcAft>
              <a:buFont typeface="Arial"/>
              <a:buChar char="•"/>
            </a:pPr>
            <a:r>
              <a:rPr lang="en-US" sz="1250">
                <a:solidFill>
                  <a:srgbClr val="1F1F1F"/>
                </a:solidFill>
                <a:cs typeface="Segoe UI" pitchFamily="34" charset="0"/>
              </a:rPr>
              <a:t>Pick the right solution: predictability vs agility</a:t>
            </a:r>
          </a:p>
        </p:txBody>
      </p:sp>
      <p:sp>
        <p:nvSpPr>
          <p:cNvPr id="305" name="Agents · building">
            <a:extLst>
              <a:ext uri="{FF2B5EF4-FFF2-40B4-BE49-F238E27FC236}">
                <a16:creationId xmlns:a16="http://schemas.microsoft.com/office/drawing/2014/main" id="{7E4D5293-9441-AF41-CF16-2916B8AEB3F6}"/>
              </a:ext>
            </a:extLst>
          </p:cNvPr>
          <p:cNvSpPr/>
          <p:nvPr/>
        </p:nvSpPr>
        <p:spPr bwMode="auto">
          <a:xfrm>
            <a:off x="548640" y="4221049"/>
            <a:ext cx="5440680" cy="851252"/>
          </a:xfrm>
          <a:prstGeom prst="roundRect">
            <a:avLst>
              <a:gd name="adj" fmla="val 6000"/>
            </a:avLst>
          </a:prstGeom>
          <a:solidFill>
            <a:srgbClr val="EAF5FF"/>
          </a:solidFill>
          <a:ln w="12700">
            <a:solidFill>
              <a:schemeClr val="accent5">
                <a:lumMod val="40000"/>
                <a:lumOff val="60000"/>
              </a:schemeClr>
            </a:solidFill>
          </a:ln>
        </p:spPr>
        <p:txBody>
          <a:bodyPr wrap="square" lIns="160020" tIns="91440" rIns="160020" bIns="91440" anchor="t">
            <a:noAutofit/>
          </a:bodyPr>
          <a:lstStyle/>
          <a:p>
            <a:pPr>
              <a:spcAft>
                <a:spcPts val="300"/>
              </a:spcAft>
            </a:pPr>
            <a:r>
              <a:rPr lang="en-US" sz="1100" b="1">
                <a:solidFill>
                  <a:srgbClr val="0078D4"/>
                </a:solidFill>
                <a:cs typeface="Segoe UI" pitchFamily="34" charset="0"/>
              </a:rPr>
              <a:t>Agents · building</a:t>
            </a:r>
          </a:p>
          <a:p>
            <a:pPr marL="171450" indent="-171450">
              <a:spcAft>
                <a:spcPts val="200"/>
              </a:spcAft>
              <a:buFont typeface="Arial"/>
              <a:buChar char="•"/>
            </a:pPr>
            <a:r>
              <a:rPr lang="en-US" sz="1250">
                <a:solidFill>
                  <a:srgbClr val="1F1F1F"/>
                </a:solidFill>
                <a:cs typeface="Segoe UI" pitchFamily="34" charset="0"/>
              </a:rPr>
              <a:t>Building blocks of </a:t>
            </a:r>
            <a:r>
              <a:rPr lang="en-GB" sz="1250">
                <a:solidFill>
                  <a:srgbClr val="1F1F1F"/>
                </a:solidFill>
                <a:cs typeface="Segoe UI" pitchFamily="34" charset="0"/>
              </a:rPr>
              <a:t>agents powered by the GHCP harness</a:t>
            </a:r>
            <a:endParaRPr lang="en-US" sz="1250">
              <a:solidFill>
                <a:srgbClr val="1F1F1F"/>
              </a:solidFill>
              <a:cs typeface="Segoe UI" pitchFamily="34" charset="0"/>
            </a:endParaRPr>
          </a:p>
          <a:p>
            <a:pPr marL="171450" indent="-171450">
              <a:spcAft>
                <a:spcPts val="200"/>
              </a:spcAft>
              <a:buFont typeface="Arial"/>
              <a:buChar char="•"/>
            </a:pPr>
            <a:r>
              <a:rPr lang="en-US" sz="1250">
                <a:solidFill>
                  <a:srgbClr val="1F1F1F"/>
                </a:solidFill>
                <a:cs typeface="Segoe UI" pitchFamily="34" charset="0"/>
              </a:rPr>
              <a:t>Skill best practices</a:t>
            </a:r>
          </a:p>
        </p:txBody>
      </p:sp>
      <p:sp>
        <p:nvSpPr>
          <p:cNvPr id="306" name="Workflows · building">
            <a:extLst>
              <a:ext uri="{FF2B5EF4-FFF2-40B4-BE49-F238E27FC236}">
                <a16:creationId xmlns:a16="http://schemas.microsoft.com/office/drawing/2014/main" id="{A07C258B-10A0-F983-73A5-EC5D6D45ABC9}"/>
              </a:ext>
            </a:extLst>
          </p:cNvPr>
          <p:cNvSpPr/>
          <p:nvPr/>
        </p:nvSpPr>
        <p:spPr bwMode="auto">
          <a:xfrm>
            <a:off x="6199632" y="4221048"/>
            <a:ext cx="5440680" cy="1087735"/>
          </a:xfrm>
          <a:prstGeom prst="roundRect">
            <a:avLst>
              <a:gd name="adj" fmla="val 6000"/>
            </a:avLst>
          </a:prstGeom>
          <a:solidFill>
            <a:srgbClr val="F3EEFB"/>
          </a:solidFill>
          <a:ln w="76200">
            <a:solidFill>
              <a:srgbClr val="C03BC4"/>
            </a:solidFill>
          </a:ln>
        </p:spPr>
        <p:txBody>
          <a:bodyPr wrap="square" lIns="160020" tIns="91440" rIns="160020" bIns="91440" anchor="t">
            <a:noAutofit/>
          </a:bodyPr>
          <a:lstStyle/>
          <a:p>
            <a:pPr>
              <a:spcAft>
                <a:spcPts val="300"/>
              </a:spcAft>
            </a:pPr>
            <a:r>
              <a:rPr lang="en-US" sz="1100" b="1">
                <a:solidFill>
                  <a:srgbClr val="6B3FA0"/>
                </a:solidFill>
                <a:cs typeface="Segoe UI" pitchFamily="34" charset="0"/>
              </a:rPr>
              <a:t>Workflows · building</a:t>
            </a:r>
          </a:p>
          <a:p>
            <a:pPr marL="171450" indent="-171450">
              <a:spcAft>
                <a:spcPts val="200"/>
              </a:spcAft>
              <a:buFont typeface="Arial"/>
              <a:buChar char="•"/>
            </a:pPr>
            <a:r>
              <a:rPr lang="en-US" sz="1250">
                <a:solidFill>
                  <a:srgbClr val="1F1F1F"/>
                </a:solidFill>
                <a:cs typeface="Segoe UI" pitchFamily="34" charset="0"/>
              </a:rPr>
              <a:t>Choosing deterministic vs AI per step</a:t>
            </a:r>
          </a:p>
          <a:p>
            <a:pPr marL="171450" indent="-171450">
              <a:spcAft>
                <a:spcPts val="200"/>
              </a:spcAft>
              <a:buFont typeface="Arial"/>
              <a:buChar char="•"/>
            </a:pPr>
            <a:r>
              <a:rPr lang="en-US" sz="1250">
                <a:solidFill>
                  <a:srgbClr val="1F1F1F"/>
                </a:solidFill>
                <a:cs typeface="Segoe UI" pitchFamily="34" charset="0"/>
              </a:rPr>
              <a:t>Goal-first vs agent-first mindset</a:t>
            </a:r>
          </a:p>
          <a:p>
            <a:pPr marL="171450" indent="-171450">
              <a:spcAft>
                <a:spcPts val="200"/>
              </a:spcAft>
              <a:buFont typeface="Arial"/>
              <a:buChar char="•"/>
            </a:pPr>
            <a:r>
              <a:rPr lang="en-US" sz="1250">
                <a:solidFill>
                  <a:srgbClr val="1F1F1F"/>
                </a:solidFill>
                <a:cs typeface="Segoe UI" pitchFamily="34" charset="0"/>
              </a:rPr>
              <a:t>Building with trust and safety</a:t>
            </a:r>
          </a:p>
        </p:txBody>
      </p:sp>
      <p:cxnSp>
        <p:nvCxnSpPr>
          <p:cNvPr id="307" name="conn">
            <a:extLst>
              <a:ext uri="{FF2B5EF4-FFF2-40B4-BE49-F238E27FC236}">
                <a16:creationId xmlns:a16="http://schemas.microsoft.com/office/drawing/2014/main" id="{54F8B995-6FB9-1252-5D5B-C4AED1B633B7}"/>
              </a:ext>
            </a:extLst>
          </p:cNvPr>
          <p:cNvCxnSpPr/>
          <p:nvPr/>
        </p:nvCxnSpPr>
        <p:spPr>
          <a:xfrm>
            <a:off x="6094476" y="1921049"/>
            <a:ext cx="0" cy="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08" name="conn">
            <a:extLst>
              <a:ext uri="{FF2B5EF4-FFF2-40B4-BE49-F238E27FC236}">
                <a16:creationId xmlns:a16="http://schemas.microsoft.com/office/drawing/2014/main" id="{339126AB-058D-70C1-E5EB-C04AC47428E8}"/>
              </a:ext>
            </a:extLst>
          </p:cNvPr>
          <p:cNvCxnSpPr/>
          <p:nvPr/>
        </p:nvCxnSpPr>
        <p:spPr>
          <a:xfrm>
            <a:off x="3268980" y="2011049"/>
            <a:ext cx="5650992" cy="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09" name="conn">
            <a:extLst>
              <a:ext uri="{FF2B5EF4-FFF2-40B4-BE49-F238E27FC236}">
                <a16:creationId xmlns:a16="http://schemas.microsoft.com/office/drawing/2014/main" id="{0E860CA8-A094-D690-8946-682DE69CD192}"/>
              </a:ext>
            </a:extLst>
          </p:cNvPr>
          <p:cNvCxnSpPr/>
          <p:nvPr/>
        </p:nvCxnSpPr>
        <p:spPr>
          <a:xfrm>
            <a:off x="3268980" y="201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0" name="conn">
            <a:extLst>
              <a:ext uri="{FF2B5EF4-FFF2-40B4-BE49-F238E27FC236}">
                <a16:creationId xmlns:a16="http://schemas.microsoft.com/office/drawing/2014/main" id="{74455F5A-C6BC-1E40-51CF-D018C2325E23}"/>
              </a:ext>
            </a:extLst>
          </p:cNvPr>
          <p:cNvCxnSpPr/>
          <p:nvPr/>
        </p:nvCxnSpPr>
        <p:spPr>
          <a:xfrm>
            <a:off x="8919972" y="201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1" name="conn">
            <a:extLst>
              <a:ext uri="{FF2B5EF4-FFF2-40B4-BE49-F238E27FC236}">
                <a16:creationId xmlns:a16="http://schemas.microsoft.com/office/drawing/2014/main" id="{4A95E563-53C8-335A-0F94-39F88E3B5001}"/>
              </a:ext>
            </a:extLst>
          </p:cNvPr>
          <p:cNvCxnSpPr/>
          <p:nvPr/>
        </p:nvCxnSpPr>
        <p:spPr>
          <a:xfrm>
            <a:off x="3268980" y="306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2" name="conn">
            <a:extLst>
              <a:ext uri="{FF2B5EF4-FFF2-40B4-BE49-F238E27FC236}">
                <a16:creationId xmlns:a16="http://schemas.microsoft.com/office/drawing/2014/main" id="{7D254A9D-88F7-B7D5-D76A-5BB0021FF3B8}"/>
              </a:ext>
            </a:extLst>
          </p:cNvPr>
          <p:cNvCxnSpPr/>
          <p:nvPr/>
        </p:nvCxnSpPr>
        <p:spPr>
          <a:xfrm>
            <a:off x="8919972" y="306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3" name="conn">
            <a:extLst>
              <a:ext uri="{FF2B5EF4-FFF2-40B4-BE49-F238E27FC236}">
                <a16:creationId xmlns:a16="http://schemas.microsoft.com/office/drawing/2014/main" id="{A941D19B-0506-5D22-13E1-ADF3A51423D7}"/>
              </a:ext>
            </a:extLst>
          </p:cNvPr>
          <p:cNvCxnSpPr/>
          <p:nvPr/>
        </p:nvCxnSpPr>
        <p:spPr>
          <a:xfrm>
            <a:off x="3268980" y="3251049"/>
            <a:ext cx="5650992" cy="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4" name="conn">
            <a:extLst>
              <a:ext uri="{FF2B5EF4-FFF2-40B4-BE49-F238E27FC236}">
                <a16:creationId xmlns:a16="http://schemas.microsoft.com/office/drawing/2014/main" id="{4CF24053-3092-990E-58E7-753BD766C081}"/>
              </a:ext>
            </a:extLst>
          </p:cNvPr>
          <p:cNvCxnSpPr/>
          <p:nvPr/>
        </p:nvCxnSpPr>
        <p:spPr>
          <a:xfrm>
            <a:off x="6094476" y="3251049"/>
            <a:ext cx="0" cy="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5" name="conn">
            <a:extLst>
              <a:ext uri="{FF2B5EF4-FFF2-40B4-BE49-F238E27FC236}">
                <a16:creationId xmlns:a16="http://schemas.microsoft.com/office/drawing/2014/main" id="{65F96897-D20E-8599-0632-1E2A335786AF}"/>
              </a:ext>
            </a:extLst>
          </p:cNvPr>
          <p:cNvCxnSpPr/>
          <p:nvPr/>
        </p:nvCxnSpPr>
        <p:spPr>
          <a:xfrm>
            <a:off x="6094476" y="3941049"/>
            <a:ext cx="0" cy="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6" name="conn">
            <a:extLst>
              <a:ext uri="{FF2B5EF4-FFF2-40B4-BE49-F238E27FC236}">
                <a16:creationId xmlns:a16="http://schemas.microsoft.com/office/drawing/2014/main" id="{9F69A814-0C0A-DACB-BBA4-F1D4356CF8EE}"/>
              </a:ext>
            </a:extLst>
          </p:cNvPr>
          <p:cNvCxnSpPr/>
          <p:nvPr/>
        </p:nvCxnSpPr>
        <p:spPr>
          <a:xfrm>
            <a:off x="3268980" y="4031049"/>
            <a:ext cx="5650992" cy="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7" name="conn">
            <a:extLst>
              <a:ext uri="{FF2B5EF4-FFF2-40B4-BE49-F238E27FC236}">
                <a16:creationId xmlns:a16="http://schemas.microsoft.com/office/drawing/2014/main" id="{36182369-9C6F-0E85-7503-B0C9C13CFE23}"/>
              </a:ext>
            </a:extLst>
          </p:cNvPr>
          <p:cNvCxnSpPr/>
          <p:nvPr/>
        </p:nvCxnSpPr>
        <p:spPr>
          <a:xfrm>
            <a:off x="3268980" y="403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8" name="conn">
            <a:extLst>
              <a:ext uri="{FF2B5EF4-FFF2-40B4-BE49-F238E27FC236}">
                <a16:creationId xmlns:a16="http://schemas.microsoft.com/office/drawing/2014/main" id="{EC99CA72-9185-740B-0516-8B897CFD04D0}"/>
              </a:ext>
            </a:extLst>
          </p:cNvPr>
          <p:cNvCxnSpPr/>
          <p:nvPr/>
        </p:nvCxnSpPr>
        <p:spPr>
          <a:xfrm>
            <a:off x="8919972" y="403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sp>
        <p:nvSpPr>
          <p:cNvPr id="399" name="Intro Done">
            <a:extLst>
              <a:ext uri="{FF2B5EF4-FFF2-40B4-BE49-F238E27FC236}">
                <a16:creationId xmlns:a16="http://schemas.microsoft.com/office/drawing/2014/main" id="{2F51F041-C230-9982-D422-248536D45D4B}"/>
              </a:ext>
            </a:extLst>
          </p:cNvPr>
          <p:cNvSpPr/>
          <p:nvPr/>
        </p:nvSpPr>
        <p:spPr>
          <a:xfrm>
            <a:off x="11100947" y="2449010"/>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
        <p:nvSpPr>
          <p:cNvPr id="5" name="Agents · building">
            <a:extLst>
              <a:ext uri="{FF2B5EF4-FFF2-40B4-BE49-F238E27FC236}">
                <a16:creationId xmlns:a16="http://schemas.microsoft.com/office/drawing/2014/main" id="{09CBD1A3-8546-64C2-EFAD-1FD27346CF8A}"/>
              </a:ext>
            </a:extLst>
          </p:cNvPr>
          <p:cNvSpPr/>
          <p:nvPr/>
        </p:nvSpPr>
        <p:spPr bwMode="auto">
          <a:xfrm>
            <a:off x="548640" y="5308783"/>
            <a:ext cx="5440680" cy="656165"/>
          </a:xfrm>
          <a:prstGeom prst="roundRect">
            <a:avLst>
              <a:gd name="adj" fmla="val 6000"/>
            </a:avLst>
          </a:prstGeom>
          <a:solidFill>
            <a:srgbClr val="EAF5FF"/>
          </a:solidFill>
          <a:ln w="12700">
            <a:solidFill>
              <a:srgbClr val="CFE6FB"/>
            </a:solidFill>
          </a:ln>
        </p:spPr>
        <p:txBody>
          <a:bodyPr wrap="square" lIns="160020" tIns="91440" rIns="160020" bIns="91440" anchor="t">
            <a:noAutofit/>
          </a:bodyPr>
          <a:lstStyle/>
          <a:p>
            <a:pPr>
              <a:spcAft>
                <a:spcPts val="300"/>
              </a:spcAft>
            </a:pPr>
            <a:r>
              <a:rPr lang="en-US" sz="1100" b="1">
                <a:solidFill>
                  <a:srgbClr val="0078D4"/>
                </a:solidFill>
                <a:cs typeface="Segoe UI" pitchFamily="34" charset="0"/>
              </a:rPr>
              <a:t>Agents · AI Assisted developing</a:t>
            </a:r>
          </a:p>
          <a:p>
            <a:pPr marL="171450" indent="-171450">
              <a:spcAft>
                <a:spcPts val="200"/>
              </a:spcAft>
              <a:buFont typeface="Arial"/>
              <a:buChar char="•"/>
            </a:pPr>
            <a:r>
              <a:rPr lang="en-GB" sz="1250">
                <a:solidFill>
                  <a:srgbClr val="1F1F1F"/>
                </a:solidFill>
                <a:cs typeface="Segoe UI" pitchFamily="34" charset="0"/>
              </a:rPr>
              <a:t>Upgrade from standard agents to the GHCP harness</a:t>
            </a:r>
            <a:endParaRPr lang="en-US" sz="1250">
              <a:solidFill>
                <a:srgbClr val="1F1F1F"/>
              </a:solidFill>
              <a:cs typeface="Segoe UI" pitchFamily="34" charset="0"/>
            </a:endParaRPr>
          </a:p>
        </p:txBody>
      </p:sp>
      <p:sp>
        <p:nvSpPr>
          <p:cNvPr id="4" name="Intro Done">
            <a:extLst>
              <a:ext uri="{FF2B5EF4-FFF2-40B4-BE49-F238E27FC236}">
                <a16:creationId xmlns:a16="http://schemas.microsoft.com/office/drawing/2014/main" id="{4921627A-22A4-B12C-338C-FE6C5C85850B}"/>
              </a:ext>
            </a:extLst>
          </p:cNvPr>
          <p:cNvSpPr/>
          <p:nvPr/>
        </p:nvSpPr>
        <p:spPr>
          <a:xfrm>
            <a:off x="11100947" y="1471050"/>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
        <p:nvSpPr>
          <p:cNvPr id="7" name="Intro Done">
            <a:extLst>
              <a:ext uri="{FF2B5EF4-FFF2-40B4-BE49-F238E27FC236}">
                <a16:creationId xmlns:a16="http://schemas.microsoft.com/office/drawing/2014/main" id="{47C86E01-2FA2-184A-A42F-9740F40969DD}"/>
              </a:ext>
            </a:extLst>
          </p:cNvPr>
          <p:cNvSpPr/>
          <p:nvPr/>
        </p:nvSpPr>
        <p:spPr>
          <a:xfrm>
            <a:off x="5462147" y="2481049"/>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
        <p:nvSpPr>
          <p:cNvPr id="8" name="Intro Done">
            <a:extLst>
              <a:ext uri="{FF2B5EF4-FFF2-40B4-BE49-F238E27FC236}">
                <a16:creationId xmlns:a16="http://schemas.microsoft.com/office/drawing/2014/main" id="{C592EBA8-1678-D755-76A9-D98DB3CBB9E8}"/>
              </a:ext>
            </a:extLst>
          </p:cNvPr>
          <p:cNvSpPr/>
          <p:nvPr/>
        </p:nvSpPr>
        <p:spPr>
          <a:xfrm>
            <a:off x="11100947" y="3491049"/>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Tree>
    <p:extLst>
      <p:ext uri="{BB962C8B-B14F-4D97-AF65-F5344CB8AC3E}">
        <p14:creationId xmlns:p14="http://schemas.microsoft.com/office/powerpoint/2010/main" val="333500273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60D24-7B89-DD99-A8AA-6714D621B53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1701C08-26D0-A497-6E0E-6ABC5677DB5A}"/>
              </a:ext>
            </a:extLst>
          </p:cNvPr>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a:extLst>
              <a:ext uri="{FF2B5EF4-FFF2-40B4-BE49-F238E27FC236}">
                <a16:creationId xmlns:a16="http://schemas.microsoft.com/office/drawing/2014/main" id="{0892ED10-4224-6979-E9A6-9C5684528E86}"/>
              </a:ext>
            </a:extLst>
          </p:cNvPr>
          <p:cNvSpPr/>
          <p:nvPr/>
        </p:nvSpPr>
        <p:spPr>
          <a:xfrm>
            <a:off x="9256136" y="5507779"/>
            <a:ext cx="475488" cy="274320"/>
          </a:xfrm>
          <a:prstGeom prst="roundRect">
            <a:avLst/>
          </a:prstGeom>
          <a:solidFill>
            <a:srgbClr val="EEF2F7"/>
          </a:solidFill>
          <a:ln w="9525">
            <a:solidFill>
              <a:srgbClr val="EEF2F7"/>
            </a:solidFill>
          </a:ln>
        </p:spPr>
        <p:style>
          <a:lnRef idx="1">
            <a:schemeClr val="accent1"/>
          </a:lnRef>
          <a:fillRef idx="3">
            <a:schemeClr val="accent1"/>
          </a:fillRef>
          <a:effectRef idx="2">
            <a:schemeClr val="accent1"/>
          </a:effectRef>
          <a:fontRef idx="minor">
            <a:schemeClr val="lt1"/>
          </a:fontRef>
        </p:style>
        <p:txBody>
          <a:bodyPr lIns="64008" tIns="18288" rIns="64008" bIns="18288" rtlCol="0" anchor="ctr"/>
          <a:lstStyle/>
          <a:p>
            <a:pPr algn="ctr"/>
            <a:r>
              <a:rPr lang="en-GB" sz="1000" b="1">
                <a:solidFill>
                  <a:srgbClr val="4B5563"/>
                </a:solidFill>
                <a:latin typeface="Aptos"/>
              </a:rPr>
              <a:t>##</a:t>
            </a:r>
            <a:endParaRPr sz="1000" b="1">
              <a:solidFill>
                <a:srgbClr val="4B5563"/>
              </a:solidFill>
              <a:latin typeface="Aptos"/>
            </a:endParaRPr>
          </a:p>
        </p:txBody>
      </p:sp>
      <p:sp>
        <p:nvSpPr>
          <p:cNvPr id="53" name="Title 1">
            <a:extLst>
              <a:ext uri="{FF2B5EF4-FFF2-40B4-BE49-F238E27FC236}">
                <a16:creationId xmlns:a16="http://schemas.microsoft.com/office/drawing/2014/main" id="{A8E2A045-17B3-28AE-E885-CB2E3EA1E5AD}"/>
              </a:ext>
            </a:extLst>
          </p:cNvPr>
          <p:cNvSpPr txBox="1">
            <a:spLocks/>
          </p:cNvSpPr>
          <p:nvPr/>
        </p:nvSpPr>
        <p:spPr>
          <a:xfrm>
            <a:off x="435508" y="495155"/>
            <a:ext cx="11219686" cy="492443"/>
          </a:xfrm>
          <a:prstGeom prst="rect">
            <a:avLst/>
          </a:prstGeom>
        </p:spPr>
        <p:txBody>
          <a:bodyPr lIns="91440" tIns="45720" rIns="91440" bIns="45720" anchor="t"/>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r>
              <a:rPr lang="en-US" sz="2800" b="1">
                <a:solidFill>
                  <a:srgbClr val="000000"/>
                </a:solidFill>
                <a:cs typeface="Segoe Sans Display"/>
              </a:rPr>
              <a:t>The building blocks of a Workflow</a:t>
            </a:r>
          </a:p>
          <a:p>
            <a:endParaRPr lang="en-US" sz="2800" b="1">
              <a:solidFill>
                <a:srgbClr val="000000"/>
              </a:solidFill>
            </a:endParaRPr>
          </a:p>
        </p:txBody>
      </p:sp>
      <p:sp>
        <p:nvSpPr>
          <p:cNvPr id="60" name="Text Placeholder 59">
            <a:extLst>
              <a:ext uri="{FF2B5EF4-FFF2-40B4-BE49-F238E27FC236}">
                <a16:creationId xmlns:a16="http://schemas.microsoft.com/office/drawing/2014/main" id="{D839BC07-F97D-C786-BB5F-D7353048EE97}"/>
              </a:ext>
            </a:extLst>
          </p:cNvPr>
          <p:cNvSpPr>
            <a:spLocks noGrp="1"/>
          </p:cNvSpPr>
          <p:nvPr>
            <p:ph type="body" sz="quarter" idx="11"/>
          </p:nvPr>
        </p:nvSpPr>
        <p:spPr>
          <a:xfrm>
            <a:off x="529162" y="306182"/>
            <a:ext cx="11052046" cy="153888"/>
          </a:xfrm>
        </p:spPr>
        <p:txBody>
          <a:bodyPr vert="horz" wrap="square" lIns="0" tIns="0" rIns="0" bIns="0" rtlCol="0">
            <a:spAutoFit/>
          </a:bodyPr>
          <a:lstStyle/>
          <a:p>
            <a:r>
              <a:rPr lang="en-GB">
                <a:solidFill>
                  <a:srgbClr val="4B5563"/>
                </a:solidFill>
                <a:latin typeface="Aptos"/>
              </a:rPr>
              <a:t>Define the path and guardrails, reason where required, and escalate to humans when encountered with ambiguity or gates</a:t>
            </a:r>
          </a:p>
        </p:txBody>
      </p:sp>
      <p:sp>
        <p:nvSpPr>
          <p:cNvPr id="2" name="Rounded Rectangle 80">
            <a:extLst>
              <a:ext uri="{FF2B5EF4-FFF2-40B4-BE49-F238E27FC236}">
                <a16:creationId xmlns:a16="http://schemas.microsoft.com/office/drawing/2014/main" id="{D98D2C42-C97A-CDFB-3304-19DCDA138BBC}"/>
              </a:ext>
            </a:extLst>
          </p:cNvPr>
          <p:cNvSpPr/>
          <p:nvPr/>
        </p:nvSpPr>
        <p:spPr>
          <a:xfrm>
            <a:off x="1034109" y="1470375"/>
            <a:ext cx="2241652" cy="3297017"/>
          </a:xfrm>
          <a:prstGeom prst="roundRect">
            <a:avLst>
              <a:gd name="adj" fmla="val 4500"/>
            </a:avLst>
          </a:prstGeom>
          <a:solidFill>
            <a:srgbClr val="F5F7FA"/>
          </a:solidFill>
          <a:ln w="9525">
            <a:solidFill>
              <a:srgbClr val="7C869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Rounded Rectangle 82">
            <a:extLst>
              <a:ext uri="{FF2B5EF4-FFF2-40B4-BE49-F238E27FC236}">
                <a16:creationId xmlns:a16="http://schemas.microsoft.com/office/drawing/2014/main" id="{5F76CDC1-CFB8-D846-0D05-E1C50331E8B5}"/>
              </a:ext>
            </a:extLst>
          </p:cNvPr>
          <p:cNvSpPr/>
          <p:nvPr/>
        </p:nvSpPr>
        <p:spPr>
          <a:xfrm>
            <a:off x="1509843" y="1940485"/>
            <a:ext cx="1296000" cy="468000"/>
          </a:xfrm>
          <a:prstGeom prst="roundRect">
            <a:avLst>
              <a:gd name="adj" fmla="val 12000"/>
            </a:avLst>
          </a:prstGeom>
          <a:solidFill>
            <a:srgbClr val="FFFFFF"/>
          </a:solidFill>
          <a:ln w="9525">
            <a:solidFill>
              <a:schemeClr val="tx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spcBef>
                <a:spcPts val="0"/>
              </a:spcBef>
              <a:spcAft>
                <a:spcPts val="200"/>
              </a:spcAft>
            </a:pPr>
            <a:r>
              <a:rPr lang="en-US" sz="900" b="1">
                <a:solidFill>
                  <a:schemeClr val="tx2">
                    <a:lumMod val="85000"/>
                    <a:lumOff val="15000"/>
                  </a:schemeClr>
                </a:solidFill>
                <a:latin typeface="Segoe Sans Display Semibold"/>
              </a:rPr>
              <a:t>Schedule</a:t>
            </a:r>
          </a:p>
        </p:txBody>
      </p:sp>
      <p:sp>
        <p:nvSpPr>
          <p:cNvPr id="7" name="Rounded Rectangle 83">
            <a:extLst>
              <a:ext uri="{FF2B5EF4-FFF2-40B4-BE49-F238E27FC236}">
                <a16:creationId xmlns:a16="http://schemas.microsoft.com/office/drawing/2014/main" id="{D8D72ACF-26BD-E663-706F-94EFEAAFDB16}"/>
              </a:ext>
            </a:extLst>
          </p:cNvPr>
          <p:cNvSpPr/>
          <p:nvPr/>
        </p:nvSpPr>
        <p:spPr>
          <a:xfrm>
            <a:off x="1507839" y="2620138"/>
            <a:ext cx="1296000" cy="468000"/>
          </a:xfrm>
          <a:prstGeom prst="roundRect">
            <a:avLst>
              <a:gd name="adj" fmla="val 12000"/>
            </a:avLst>
          </a:prstGeom>
          <a:solidFill>
            <a:srgbClr val="FFFFFF"/>
          </a:solidFill>
          <a:ln w="9525">
            <a:solidFill>
              <a:schemeClr val="tx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spcBef>
                <a:spcPts val="0"/>
              </a:spcBef>
              <a:spcAft>
                <a:spcPts val="200"/>
              </a:spcAft>
            </a:pPr>
            <a:r>
              <a:rPr lang="en-US" sz="900" b="1">
                <a:solidFill>
                  <a:schemeClr val="tx2">
                    <a:lumMod val="85000"/>
                    <a:lumOff val="15000"/>
                  </a:schemeClr>
                </a:solidFill>
                <a:latin typeface="Segoe Sans Display Semibold"/>
              </a:rPr>
              <a:t>Connector event</a:t>
            </a:r>
          </a:p>
        </p:txBody>
      </p:sp>
      <p:sp>
        <p:nvSpPr>
          <p:cNvPr id="8" name="Rounded Rectangle 84">
            <a:extLst>
              <a:ext uri="{FF2B5EF4-FFF2-40B4-BE49-F238E27FC236}">
                <a16:creationId xmlns:a16="http://schemas.microsoft.com/office/drawing/2014/main" id="{ACE66252-4190-D19A-A750-AD6E3370CD8C}"/>
              </a:ext>
            </a:extLst>
          </p:cNvPr>
          <p:cNvSpPr/>
          <p:nvPr/>
        </p:nvSpPr>
        <p:spPr>
          <a:xfrm>
            <a:off x="1513850" y="3299791"/>
            <a:ext cx="1296000" cy="468000"/>
          </a:xfrm>
          <a:prstGeom prst="roundRect">
            <a:avLst>
              <a:gd name="adj" fmla="val 12000"/>
            </a:avLst>
          </a:prstGeom>
          <a:solidFill>
            <a:srgbClr val="FFFFFF"/>
          </a:solidFill>
          <a:ln w="9525">
            <a:solidFill>
              <a:schemeClr val="tx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spcBef>
                <a:spcPts val="0"/>
              </a:spcBef>
              <a:spcAft>
                <a:spcPts val="200"/>
              </a:spcAft>
            </a:pPr>
            <a:r>
              <a:rPr lang="en-US" sz="900" b="1">
                <a:solidFill>
                  <a:schemeClr val="tx2">
                    <a:lumMod val="85000"/>
                    <a:lumOff val="15000"/>
                  </a:schemeClr>
                </a:solidFill>
                <a:latin typeface="Segoe Sans Display Semibold"/>
              </a:rPr>
              <a:t>HTTP request</a:t>
            </a:r>
          </a:p>
        </p:txBody>
      </p:sp>
      <p:sp>
        <p:nvSpPr>
          <p:cNvPr id="9" name="Rounded Rectangle 85">
            <a:extLst>
              <a:ext uri="{FF2B5EF4-FFF2-40B4-BE49-F238E27FC236}">
                <a16:creationId xmlns:a16="http://schemas.microsoft.com/office/drawing/2014/main" id="{9F274EA1-1F06-8ADF-258E-7EABA42919FB}"/>
              </a:ext>
            </a:extLst>
          </p:cNvPr>
          <p:cNvSpPr/>
          <p:nvPr/>
        </p:nvSpPr>
        <p:spPr>
          <a:xfrm>
            <a:off x="1511847" y="3979444"/>
            <a:ext cx="1296000" cy="468000"/>
          </a:xfrm>
          <a:prstGeom prst="roundRect">
            <a:avLst>
              <a:gd name="adj" fmla="val 12000"/>
            </a:avLst>
          </a:prstGeom>
          <a:solidFill>
            <a:srgbClr val="FFFFFF"/>
          </a:solidFill>
          <a:ln w="9525">
            <a:solidFill>
              <a:schemeClr val="tx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spcBef>
                <a:spcPts val="0"/>
              </a:spcBef>
              <a:spcAft>
                <a:spcPts val="200"/>
              </a:spcAft>
            </a:pPr>
            <a:r>
              <a:rPr lang="en-US" sz="900" b="1">
                <a:solidFill>
                  <a:schemeClr val="tx2">
                    <a:lumMod val="85000"/>
                    <a:lumOff val="15000"/>
                  </a:schemeClr>
                </a:solidFill>
                <a:latin typeface="Segoe Sans Display Semibold"/>
              </a:rPr>
              <a:t>Manual</a:t>
            </a:r>
          </a:p>
        </p:txBody>
      </p:sp>
      <p:sp>
        <p:nvSpPr>
          <p:cNvPr id="12" name="Rounded Rectangle 88">
            <a:extLst>
              <a:ext uri="{FF2B5EF4-FFF2-40B4-BE49-F238E27FC236}">
                <a16:creationId xmlns:a16="http://schemas.microsoft.com/office/drawing/2014/main" id="{6BCE11D9-61BA-E799-EECE-DDA0916F43A9}"/>
              </a:ext>
            </a:extLst>
          </p:cNvPr>
          <p:cNvSpPr/>
          <p:nvPr/>
        </p:nvSpPr>
        <p:spPr>
          <a:xfrm>
            <a:off x="3554376" y="1472114"/>
            <a:ext cx="7214775" cy="864000"/>
          </a:xfrm>
          <a:prstGeom prst="roundRect">
            <a:avLst>
              <a:gd name="adj" fmla="val 5000"/>
            </a:avLst>
          </a:prstGeom>
          <a:solidFill>
            <a:srgbClr val="F7E3F2"/>
          </a:solidFill>
          <a:ln w="9525">
            <a:solidFill>
              <a:srgbClr val="C239B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ounded Rectangle 89">
            <a:extLst>
              <a:ext uri="{FF2B5EF4-FFF2-40B4-BE49-F238E27FC236}">
                <a16:creationId xmlns:a16="http://schemas.microsoft.com/office/drawing/2014/main" id="{E2094FB9-EBB7-BCA8-D67D-08DB513B769E}"/>
              </a:ext>
            </a:extLst>
          </p:cNvPr>
          <p:cNvSpPr/>
          <p:nvPr/>
        </p:nvSpPr>
        <p:spPr>
          <a:xfrm>
            <a:off x="3882046" y="1305783"/>
            <a:ext cx="1602761" cy="329184"/>
          </a:xfrm>
          <a:prstGeom prst="roundRect">
            <a:avLst>
              <a:gd name="adj" fmla="val 50000"/>
            </a:avLst>
          </a:prstGeom>
          <a:solidFill>
            <a:srgbClr val="C239B3"/>
          </a:solidFill>
          <a:ln w="9525">
            <a:noFill/>
          </a:ln>
          <a:effectLst/>
        </p:spPr>
        <p:style>
          <a:lnRef idx="1">
            <a:schemeClr val="accent1"/>
          </a:lnRef>
          <a:fillRef idx="3">
            <a:schemeClr val="accent1"/>
          </a:fillRef>
          <a:effectRef idx="2">
            <a:schemeClr val="accent1"/>
          </a:effectRef>
          <a:fontRef idx="minor">
            <a:schemeClr val="lt1"/>
          </a:fontRef>
        </p:style>
        <p:txBody>
          <a:bodyPr wrap="square" lIns="109728" tIns="0" rIns="54864" bIns="0" rtlCol="0" anchor="ctr"/>
          <a:lstStyle/>
          <a:p>
            <a:pPr marL="265113">
              <a:spcBef>
                <a:spcPts val="0"/>
              </a:spcBef>
              <a:spcAft>
                <a:spcPts val="200"/>
              </a:spcAft>
            </a:pPr>
            <a:r>
              <a:rPr lang="en-GB" sz="1100" b="1">
                <a:solidFill>
                  <a:srgbClr val="FFFFFF"/>
                </a:solidFill>
                <a:latin typeface="Segoe Sans Display Semibold"/>
              </a:rPr>
              <a:t>AI</a:t>
            </a:r>
            <a:r>
              <a:rPr sz="1100" b="1">
                <a:solidFill>
                  <a:srgbClr val="FFFFFF"/>
                </a:solidFill>
                <a:latin typeface="Segoe Sans Display Semibold"/>
              </a:rPr>
              <a:t> NODES </a:t>
            </a:r>
          </a:p>
        </p:txBody>
      </p:sp>
      <p:sp>
        <p:nvSpPr>
          <p:cNvPr id="14" name="Rounded Rectangle 90">
            <a:extLst>
              <a:ext uri="{FF2B5EF4-FFF2-40B4-BE49-F238E27FC236}">
                <a16:creationId xmlns:a16="http://schemas.microsoft.com/office/drawing/2014/main" id="{75DAB38D-9B7F-1103-2388-21D10330A021}"/>
              </a:ext>
            </a:extLst>
          </p:cNvPr>
          <p:cNvSpPr/>
          <p:nvPr/>
        </p:nvSpPr>
        <p:spPr>
          <a:xfrm>
            <a:off x="3882046" y="1736511"/>
            <a:ext cx="1044000" cy="468000"/>
          </a:xfrm>
          <a:prstGeom prst="roundRect">
            <a:avLst>
              <a:gd name="adj" fmla="val 12000"/>
            </a:avLst>
          </a:prstGeom>
          <a:solidFill>
            <a:srgbClr val="FFFFFF"/>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Bef>
                <a:spcPts val="0"/>
              </a:spcBef>
              <a:spcAft>
                <a:spcPts val="200"/>
              </a:spcAft>
            </a:pPr>
            <a:r>
              <a:rPr lang="en-GB" sz="950" b="1">
                <a:solidFill>
                  <a:schemeClr val="accent2">
                    <a:lumMod val="50000"/>
                  </a:schemeClr>
                </a:solidFill>
                <a:latin typeface="Segoe Sans Display Semibold"/>
              </a:rPr>
              <a:t>Classification</a:t>
            </a:r>
            <a:endParaRPr sz="950" b="1">
              <a:solidFill>
                <a:schemeClr val="accent2">
                  <a:lumMod val="50000"/>
                </a:schemeClr>
              </a:solidFill>
              <a:latin typeface="Segoe Sans Display Semibold"/>
            </a:endParaRPr>
          </a:p>
        </p:txBody>
      </p:sp>
      <p:sp>
        <p:nvSpPr>
          <p:cNvPr id="15" name="Rounded Rectangle 91">
            <a:extLst>
              <a:ext uri="{FF2B5EF4-FFF2-40B4-BE49-F238E27FC236}">
                <a16:creationId xmlns:a16="http://schemas.microsoft.com/office/drawing/2014/main" id="{E0C64726-DAC8-0FBD-765B-863752FDD0E7}"/>
              </a:ext>
            </a:extLst>
          </p:cNvPr>
          <p:cNvSpPr/>
          <p:nvPr/>
        </p:nvSpPr>
        <p:spPr>
          <a:xfrm>
            <a:off x="5011186" y="1736511"/>
            <a:ext cx="1044000" cy="468000"/>
          </a:xfrm>
          <a:prstGeom prst="roundRect">
            <a:avLst>
              <a:gd name="adj" fmla="val 12000"/>
            </a:avLst>
          </a:prstGeom>
          <a:solidFill>
            <a:srgbClr val="FFFFFF"/>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lang="en-GB" sz="950" b="1">
                <a:solidFill>
                  <a:schemeClr val="accent2">
                    <a:lumMod val="50000"/>
                  </a:schemeClr>
                </a:solidFill>
                <a:latin typeface="Segoe Sans Display Semibold"/>
              </a:rPr>
              <a:t>Inline </a:t>
            </a:r>
            <a:br>
              <a:rPr lang="en-GB" sz="950" b="1">
                <a:solidFill>
                  <a:schemeClr val="accent2">
                    <a:lumMod val="50000"/>
                  </a:schemeClr>
                </a:solidFill>
                <a:latin typeface="Segoe Sans Display Semibold"/>
              </a:rPr>
            </a:br>
            <a:r>
              <a:rPr lang="en-GB" sz="950" b="1">
                <a:solidFill>
                  <a:schemeClr val="accent2">
                    <a:lumMod val="50000"/>
                  </a:schemeClr>
                </a:solidFill>
                <a:latin typeface="Segoe Sans Display Semibold"/>
              </a:rPr>
              <a:t>Agents</a:t>
            </a:r>
          </a:p>
        </p:txBody>
      </p:sp>
      <p:sp>
        <p:nvSpPr>
          <p:cNvPr id="17" name="Rounded Rectangle 92">
            <a:extLst>
              <a:ext uri="{FF2B5EF4-FFF2-40B4-BE49-F238E27FC236}">
                <a16:creationId xmlns:a16="http://schemas.microsoft.com/office/drawing/2014/main" id="{2F28AD4F-3AC2-78CD-C2D0-C96588AF0399}"/>
              </a:ext>
            </a:extLst>
          </p:cNvPr>
          <p:cNvSpPr/>
          <p:nvPr/>
        </p:nvSpPr>
        <p:spPr>
          <a:xfrm>
            <a:off x="6140326" y="1736511"/>
            <a:ext cx="1044000" cy="468000"/>
          </a:xfrm>
          <a:prstGeom prst="roundRect">
            <a:avLst>
              <a:gd name="adj" fmla="val 12000"/>
            </a:avLst>
          </a:prstGeom>
          <a:solidFill>
            <a:srgbClr val="FFFFFF"/>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Bef>
                <a:spcPts val="0"/>
              </a:spcBef>
              <a:spcAft>
                <a:spcPts val="200"/>
              </a:spcAft>
            </a:pPr>
            <a:r>
              <a:rPr lang="en-GB" sz="950" b="1">
                <a:solidFill>
                  <a:schemeClr val="accent2">
                    <a:lumMod val="50000"/>
                  </a:schemeClr>
                </a:solidFill>
                <a:latin typeface="Segoe Sans Display Semibold"/>
              </a:rPr>
              <a:t>Published Agents</a:t>
            </a:r>
            <a:endParaRPr sz="950" b="1">
              <a:solidFill>
                <a:schemeClr val="accent2">
                  <a:lumMod val="50000"/>
                </a:schemeClr>
              </a:solidFill>
              <a:latin typeface="Segoe Sans Display Semibold"/>
            </a:endParaRPr>
          </a:p>
        </p:txBody>
      </p:sp>
      <p:sp>
        <p:nvSpPr>
          <p:cNvPr id="18" name="Rounded Rectangle 93">
            <a:extLst>
              <a:ext uri="{FF2B5EF4-FFF2-40B4-BE49-F238E27FC236}">
                <a16:creationId xmlns:a16="http://schemas.microsoft.com/office/drawing/2014/main" id="{BFE54D53-E256-3979-25FC-EC5F53F02266}"/>
              </a:ext>
            </a:extLst>
          </p:cNvPr>
          <p:cNvSpPr/>
          <p:nvPr/>
        </p:nvSpPr>
        <p:spPr>
          <a:xfrm>
            <a:off x="7269466" y="1736511"/>
            <a:ext cx="1044000" cy="468000"/>
          </a:xfrm>
          <a:prstGeom prst="roundRect">
            <a:avLst>
              <a:gd name="adj" fmla="val 12000"/>
            </a:avLst>
          </a:prstGeom>
          <a:solidFill>
            <a:srgbClr val="FFFFFF"/>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Bef>
                <a:spcPts val="0"/>
              </a:spcBef>
              <a:spcAft>
                <a:spcPts val="200"/>
              </a:spcAft>
            </a:pPr>
            <a:r>
              <a:rPr lang="en-GB" sz="950" b="1">
                <a:solidFill>
                  <a:schemeClr val="accent2">
                    <a:lumMod val="50000"/>
                  </a:schemeClr>
                </a:solidFill>
                <a:latin typeface="Segoe Sans Display Semibold"/>
              </a:rPr>
              <a:t>M365 Copilot</a:t>
            </a:r>
          </a:p>
        </p:txBody>
      </p:sp>
      <p:sp>
        <p:nvSpPr>
          <p:cNvPr id="19" name="Rounded Rectangle 94">
            <a:extLst>
              <a:ext uri="{FF2B5EF4-FFF2-40B4-BE49-F238E27FC236}">
                <a16:creationId xmlns:a16="http://schemas.microsoft.com/office/drawing/2014/main" id="{18BD12AA-6781-9692-DE5B-58C2C2A7B1FB}"/>
              </a:ext>
            </a:extLst>
          </p:cNvPr>
          <p:cNvSpPr/>
          <p:nvPr/>
        </p:nvSpPr>
        <p:spPr>
          <a:xfrm>
            <a:off x="8398606" y="1736511"/>
            <a:ext cx="1044000" cy="468000"/>
          </a:xfrm>
          <a:prstGeom prst="roundRect">
            <a:avLst>
              <a:gd name="adj" fmla="val 12000"/>
            </a:avLst>
          </a:prstGeom>
          <a:solidFill>
            <a:srgbClr val="FFFFFF"/>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Bef>
                <a:spcPts val="0"/>
              </a:spcBef>
              <a:spcAft>
                <a:spcPts val="200"/>
              </a:spcAft>
            </a:pPr>
            <a:r>
              <a:rPr lang="en-GB" sz="950" b="1">
                <a:solidFill>
                  <a:schemeClr val="accent2">
                    <a:lumMod val="50000"/>
                  </a:schemeClr>
                </a:solidFill>
                <a:latin typeface="Segoe Sans Display Semibold"/>
              </a:rPr>
              <a:t>Prompts</a:t>
            </a:r>
            <a:endParaRPr sz="950" b="1">
              <a:solidFill>
                <a:schemeClr val="accent2">
                  <a:lumMod val="50000"/>
                </a:schemeClr>
              </a:solidFill>
              <a:latin typeface="Segoe Sans Display Semibold"/>
            </a:endParaRPr>
          </a:p>
        </p:txBody>
      </p:sp>
      <p:sp>
        <p:nvSpPr>
          <p:cNvPr id="20" name="Rounded Rectangle 95">
            <a:extLst>
              <a:ext uri="{FF2B5EF4-FFF2-40B4-BE49-F238E27FC236}">
                <a16:creationId xmlns:a16="http://schemas.microsoft.com/office/drawing/2014/main" id="{73D1DF76-C8AA-92B9-012A-D68CF5AAF7D5}"/>
              </a:ext>
            </a:extLst>
          </p:cNvPr>
          <p:cNvSpPr/>
          <p:nvPr/>
        </p:nvSpPr>
        <p:spPr>
          <a:xfrm>
            <a:off x="6612381" y="2680237"/>
            <a:ext cx="4153140" cy="864000"/>
          </a:xfrm>
          <a:prstGeom prst="roundRect">
            <a:avLst>
              <a:gd name="adj" fmla="val 5000"/>
            </a:avLst>
          </a:prstGeom>
          <a:solidFill>
            <a:srgbClr val="E7F3EB"/>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ounded Rectangle 96">
            <a:extLst>
              <a:ext uri="{FF2B5EF4-FFF2-40B4-BE49-F238E27FC236}">
                <a16:creationId xmlns:a16="http://schemas.microsoft.com/office/drawing/2014/main" id="{323A7EBF-DE3A-17CF-20A7-C4CD52A6F4CE}"/>
              </a:ext>
            </a:extLst>
          </p:cNvPr>
          <p:cNvSpPr/>
          <p:nvPr/>
        </p:nvSpPr>
        <p:spPr>
          <a:xfrm>
            <a:off x="6812373" y="2515950"/>
            <a:ext cx="1629753" cy="310896"/>
          </a:xfrm>
          <a:prstGeom prst="roundRect">
            <a:avLst>
              <a:gd name="adj" fmla="val 50000"/>
            </a:avLst>
          </a:prstGeom>
          <a:solidFill>
            <a:srgbClr val="339933"/>
          </a:solidFill>
          <a:ln w="9525">
            <a:noFill/>
          </a:ln>
          <a:effectLst/>
        </p:spPr>
        <p:style>
          <a:lnRef idx="1">
            <a:schemeClr val="accent1"/>
          </a:lnRef>
          <a:fillRef idx="3">
            <a:schemeClr val="accent1"/>
          </a:fillRef>
          <a:effectRef idx="2">
            <a:schemeClr val="accent1"/>
          </a:effectRef>
          <a:fontRef idx="minor">
            <a:schemeClr val="lt1"/>
          </a:fontRef>
        </p:style>
        <p:txBody>
          <a:bodyPr wrap="square" tIns="0" rIns="54864" bIns="0" rtlCol="0" anchor="ctr"/>
          <a:lstStyle/>
          <a:p>
            <a:pPr marL="265113" algn="l">
              <a:spcBef>
                <a:spcPts val="0"/>
              </a:spcBef>
              <a:spcAft>
                <a:spcPts val="200"/>
              </a:spcAft>
            </a:pPr>
            <a:r>
              <a:rPr lang="en-GB" sz="1050" b="1">
                <a:solidFill>
                  <a:srgbClr val="FFFFFF"/>
                </a:solidFill>
                <a:latin typeface="Segoe Sans Display Semibold"/>
              </a:rPr>
              <a:t>FUNCTIONS</a:t>
            </a:r>
            <a:endParaRPr sz="1050" b="1">
              <a:solidFill>
                <a:srgbClr val="FFFFFF"/>
              </a:solidFill>
              <a:latin typeface="Segoe Sans Display Semibold"/>
            </a:endParaRPr>
          </a:p>
        </p:txBody>
      </p:sp>
      <p:sp>
        <p:nvSpPr>
          <p:cNvPr id="22" name="Rounded Rectangle 97">
            <a:extLst>
              <a:ext uri="{FF2B5EF4-FFF2-40B4-BE49-F238E27FC236}">
                <a16:creationId xmlns:a16="http://schemas.microsoft.com/office/drawing/2014/main" id="{367A3CC3-C121-3A74-CD91-D03E042FE9D3}"/>
              </a:ext>
            </a:extLst>
          </p:cNvPr>
          <p:cNvSpPr/>
          <p:nvPr/>
        </p:nvSpPr>
        <p:spPr>
          <a:xfrm>
            <a:off x="6971190" y="2967363"/>
            <a:ext cx="1044000" cy="468000"/>
          </a:xfrm>
          <a:prstGeom prst="roundRect">
            <a:avLst>
              <a:gd name="adj" fmla="val 12000"/>
            </a:avLst>
          </a:prstGeom>
          <a:solidFill>
            <a:srgbClr val="FFFFFF"/>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Bef>
                <a:spcPts val="0"/>
              </a:spcBef>
              <a:spcAft>
                <a:spcPts val="200"/>
              </a:spcAft>
            </a:pPr>
            <a:r>
              <a:rPr lang="en-GB" sz="950" b="1">
                <a:solidFill>
                  <a:srgbClr val="2E7D46"/>
                </a:solidFill>
                <a:latin typeface="Segoe Sans Display Semibold"/>
              </a:rPr>
              <a:t>Data Operations</a:t>
            </a:r>
            <a:endParaRPr sz="950" b="1">
              <a:solidFill>
                <a:srgbClr val="2E7D46"/>
              </a:solidFill>
              <a:latin typeface="Segoe Sans Display Semibold"/>
            </a:endParaRPr>
          </a:p>
        </p:txBody>
      </p:sp>
      <p:sp>
        <p:nvSpPr>
          <p:cNvPr id="23" name="Rounded Rectangle 98">
            <a:extLst>
              <a:ext uri="{FF2B5EF4-FFF2-40B4-BE49-F238E27FC236}">
                <a16:creationId xmlns:a16="http://schemas.microsoft.com/office/drawing/2014/main" id="{C435664D-968E-79B7-21F4-6B954B26FB50}"/>
              </a:ext>
            </a:extLst>
          </p:cNvPr>
          <p:cNvSpPr/>
          <p:nvPr/>
        </p:nvSpPr>
        <p:spPr>
          <a:xfrm>
            <a:off x="8212341" y="2967363"/>
            <a:ext cx="1044000" cy="468000"/>
          </a:xfrm>
          <a:prstGeom prst="roundRect">
            <a:avLst>
              <a:gd name="adj" fmla="val 12000"/>
            </a:avLst>
          </a:prstGeom>
          <a:solidFill>
            <a:srgbClr val="FFFFFF"/>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Bef>
                <a:spcPts val="0"/>
              </a:spcBef>
              <a:spcAft>
                <a:spcPts val="200"/>
              </a:spcAft>
            </a:pPr>
            <a:r>
              <a:rPr lang="en-GB" sz="950" b="1">
                <a:solidFill>
                  <a:srgbClr val="2E7D46"/>
                </a:solidFill>
                <a:latin typeface="Segoe Sans Display Semibold"/>
              </a:rPr>
              <a:t>Time Operations</a:t>
            </a:r>
            <a:endParaRPr sz="950" b="1">
              <a:solidFill>
                <a:srgbClr val="2E7D46"/>
              </a:solidFill>
              <a:latin typeface="Segoe Sans Display Semibold"/>
            </a:endParaRPr>
          </a:p>
        </p:txBody>
      </p:sp>
      <p:sp>
        <p:nvSpPr>
          <p:cNvPr id="24" name="Rounded Rectangle 99">
            <a:extLst>
              <a:ext uri="{FF2B5EF4-FFF2-40B4-BE49-F238E27FC236}">
                <a16:creationId xmlns:a16="http://schemas.microsoft.com/office/drawing/2014/main" id="{69BE8B2F-2A45-F798-C7B2-71DF0B7451DC}"/>
              </a:ext>
            </a:extLst>
          </p:cNvPr>
          <p:cNvSpPr/>
          <p:nvPr/>
        </p:nvSpPr>
        <p:spPr>
          <a:xfrm>
            <a:off x="9453491" y="2967363"/>
            <a:ext cx="1044000" cy="468000"/>
          </a:xfrm>
          <a:prstGeom prst="roundRect">
            <a:avLst>
              <a:gd name="adj" fmla="val 12000"/>
            </a:avLst>
          </a:prstGeom>
          <a:solidFill>
            <a:srgbClr val="FFFFFF"/>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Bef>
                <a:spcPts val="0"/>
              </a:spcBef>
              <a:spcAft>
                <a:spcPts val="200"/>
              </a:spcAft>
            </a:pPr>
            <a:r>
              <a:rPr lang="en-GB" sz="950" b="1">
                <a:solidFill>
                  <a:srgbClr val="2E7D46"/>
                </a:solidFill>
                <a:latin typeface="Segoe Sans Display Semibold"/>
              </a:rPr>
              <a:t>HTTP Requests</a:t>
            </a:r>
            <a:endParaRPr sz="950" b="1">
              <a:solidFill>
                <a:srgbClr val="2E7D46"/>
              </a:solidFill>
              <a:latin typeface="Segoe Sans Display Semibold"/>
            </a:endParaRPr>
          </a:p>
        </p:txBody>
      </p:sp>
      <p:sp>
        <p:nvSpPr>
          <p:cNvPr id="27" name="Rounded Rectangle 102">
            <a:extLst>
              <a:ext uri="{FF2B5EF4-FFF2-40B4-BE49-F238E27FC236}">
                <a16:creationId xmlns:a16="http://schemas.microsoft.com/office/drawing/2014/main" id="{07170CD3-257A-D544-D9F7-159A3F4A08AE}"/>
              </a:ext>
            </a:extLst>
          </p:cNvPr>
          <p:cNvSpPr/>
          <p:nvPr/>
        </p:nvSpPr>
        <p:spPr>
          <a:xfrm>
            <a:off x="4991616" y="5126547"/>
            <a:ext cx="5797441" cy="864000"/>
          </a:xfrm>
          <a:prstGeom prst="roundRect">
            <a:avLst>
              <a:gd name="adj" fmla="val 5000"/>
            </a:avLst>
          </a:prstGeom>
          <a:solidFill>
            <a:srgbClr val="E8F4EC"/>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Rounded Rectangle 103">
            <a:extLst>
              <a:ext uri="{FF2B5EF4-FFF2-40B4-BE49-F238E27FC236}">
                <a16:creationId xmlns:a16="http://schemas.microsoft.com/office/drawing/2014/main" id="{9BBBC66A-9662-04FE-BCF9-BDDD97AF4B78}"/>
              </a:ext>
            </a:extLst>
          </p:cNvPr>
          <p:cNvSpPr/>
          <p:nvPr/>
        </p:nvSpPr>
        <p:spPr>
          <a:xfrm>
            <a:off x="5181904" y="4994142"/>
            <a:ext cx="1726895" cy="310896"/>
          </a:xfrm>
          <a:prstGeom prst="roundRect">
            <a:avLst>
              <a:gd name="adj" fmla="val 50000"/>
            </a:avLst>
          </a:prstGeom>
          <a:solidFill>
            <a:srgbClr val="339933"/>
          </a:solidFill>
          <a:ln w="9525">
            <a:noFill/>
          </a:ln>
          <a:effectLst/>
        </p:spPr>
        <p:style>
          <a:lnRef idx="1">
            <a:schemeClr val="accent1"/>
          </a:lnRef>
          <a:fillRef idx="3">
            <a:schemeClr val="accent1"/>
          </a:fillRef>
          <a:effectRef idx="2">
            <a:schemeClr val="accent1"/>
          </a:effectRef>
          <a:fontRef idx="minor">
            <a:schemeClr val="lt1"/>
          </a:fontRef>
        </p:style>
        <p:txBody>
          <a:bodyPr wrap="square" tIns="0" rIns="54864" bIns="0" rtlCol="0" anchor="ctr"/>
          <a:lstStyle/>
          <a:p>
            <a:pPr marL="265113">
              <a:spcAft>
                <a:spcPts val="200"/>
              </a:spcAft>
            </a:pPr>
            <a:r>
              <a:rPr sz="1050" b="1">
                <a:solidFill>
                  <a:srgbClr val="FFFFFF"/>
                </a:solidFill>
                <a:latin typeface="Segoe Sans Display Semibold"/>
              </a:rPr>
              <a:t>FLOW</a:t>
            </a:r>
            <a:r>
              <a:rPr lang="en-GB" sz="1050" b="1">
                <a:solidFill>
                  <a:srgbClr val="FFFFFF"/>
                </a:solidFill>
                <a:latin typeface="Segoe Sans Display Semibold"/>
              </a:rPr>
              <a:t> CONTROL</a:t>
            </a:r>
            <a:r>
              <a:rPr sz="1050" b="1">
                <a:solidFill>
                  <a:srgbClr val="FFFFFF"/>
                </a:solidFill>
                <a:latin typeface="Segoe Sans Display Semibold"/>
              </a:rPr>
              <a:t> </a:t>
            </a:r>
          </a:p>
        </p:txBody>
      </p:sp>
      <p:sp>
        <p:nvSpPr>
          <p:cNvPr id="29" name="Rounded Rectangle 104">
            <a:extLst>
              <a:ext uri="{FF2B5EF4-FFF2-40B4-BE49-F238E27FC236}">
                <a16:creationId xmlns:a16="http://schemas.microsoft.com/office/drawing/2014/main" id="{DD4CB279-15B3-9F6A-800E-10682958C6C6}"/>
              </a:ext>
            </a:extLst>
          </p:cNvPr>
          <p:cNvSpPr/>
          <p:nvPr/>
        </p:nvSpPr>
        <p:spPr>
          <a:xfrm>
            <a:off x="5142870" y="5418414"/>
            <a:ext cx="1044000" cy="468000"/>
          </a:xfrm>
          <a:prstGeom prst="roundRect">
            <a:avLst>
              <a:gd name="adj" fmla="val 10000"/>
            </a:avLst>
          </a:prstGeom>
          <a:solidFill>
            <a:srgbClr val="FFFFFF"/>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Bef>
                <a:spcPts val="0"/>
              </a:spcBef>
              <a:spcAft>
                <a:spcPts val="200"/>
              </a:spcAft>
            </a:pPr>
            <a:r>
              <a:rPr lang="en-GB" sz="900" b="1">
                <a:solidFill>
                  <a:srgbClr val="225B62"/>
                </a:solidFill>
                <a:latin typeface="Segoe Sans Display Semibold"/>
              </a:rPr>
              <a:t>If/Else </a:t>
            </a:r>
            <a:br>
              <a:rPr lang="en-GB" sz="900" b="1">
                <a:solidFill>
                  <a:srgbClr val="225B62"/>
                </a:solidFill>
                <a:latin typeface="Segoe Sans Display Semibold"/>
              </a:rPr>
            </a:br>
            <a:r>
              <a:rPr lang="en-GB" sz="900" b="1">
                <a:solidFill>
                  <a:srgbClr val="225B62"/>
                </a:solidFill>
                <a:latin typeface="Segoe Sans Display Semibold"/>
              </a:rPr>
              <a:t>Conditions</a:t>
            </a:r>
            <a:endParaRPr sz="900" b="1">
              <a:solidFill>
                <a:srgbClr val="225B62"/>
              </a:solidFill>
              <a:latin typeface="Segoe Sans Display Semibold"/>
            </a:endParaRPr>
          </a:p>
        </p:txBody>
      </p:sp>
      <p:sp>
        <p:nvSpPr>
          <p:cNvPr id="30" name="Rounded Rectangle 105">
            <a:extLst>
              <a:ext uri="{FF2B5EF4-FFF2-40B4-BE49-F238E27FC236}">
                <a16:creationId xmlns:a16="http://schemas.microsoft.com/office/drawing/2014/main" id="{A47D5A3F-BA2C-9EF9-15DF-AEF4D55F602A}"/>
              </a:ext>
            </a:extLst>
          </p:cNvPr>
          <p:cNvSpPr/>
          <p:nvPr/>
        </p:nvSpPr>
        <p:spPr>
          <a:xfrm>
            <a:off x="6260829" y="5420704"/>
            <a:ext cx="1044000" cy="468000"/>
          </a:xfrm>
          <a:prstGeom prst="roundRect">
            <a:avLst>
              <a:gd name="adj" fmla="val 10000"/>
            </a:avLst>
          </a:prstGeom>
          <a:solidFill>
            <a:srgbClr val="FFFFFF"/>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Bef>
                <a:spcPts val="0"/>
              </a:spcBef>
              <a:spcAft>
                <a:spcPts val="200"/>
              </a:spcAft>
            </a:pPr>
            <a:r>
              <a:rPr sz="900" b="1">
                <a:solidFill>
                  <a:srgbClr val="225B62"/>
                </a:solidFill>
                <a:latin typeface="Segoe Sans Display Semibold"/>
              </a:rPr>
              <a:t>Switch</a:t>
            </a:r>
          </a:p>
        </p:txBody>
      </p:sp>
      <p:sp>
        <p:nvSpPr>
          <p:cNvPr id="31" name="Rounded Rectangle 106">
            <a:extLst>
              <a:ext uri="{FF2B5EF4-FFF2-40B4-BE49-F238E27FC236}">
                <a16:creationId xmlns:a16="http://schemas.microsoft.com/office/drawing/2014/main" id="{E241D168-F359-4224-B1BB-02CF270A74EF}"/>
              </a:ext>
            </a:extLst>
          </p:cNvPr>
          <p:cNvSpPr/>
          <p:nvPr/>
        </p:nvSpPr>
        <p:spPr>
          <a:xfrm>
            <a:off x="7378788" y="5420704"/>
            <a:ext cx="1044000" cy="468000"/>
          </a:xfrm>
          <a:prstGeom prst="roundRect">
            <a:avLst>
              <a:gd name="adj" fmla="val 10000"/>
            </a:avLst>
          </a:prstGeom>
          <a:solidFill>
            <a:srgbClr val="FFFFFF"/>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Bef>
                <a:spcPts val="0"/>
              </a:spcBef>
              <a:spcAft>
                <a:spcPts val="200"/>
              </a:spcAft>
            </a:pPr>
            <a:r>
              <a:rPr sz="900" b="1">
                <a:solidFill>
                  <a:srgbClr val="225B62"/>
                </a:solidFill>
                <a:latin typeface="Segoe Sans Display Semibold"/>
              </a:rPr>
              <a:t>Loop</a:t>
            </a:r>
          </a:p>
        </p:txBody>
      </p:sp>
      <p:sp>
        <p:nvSpPr>
          <p:cNvPr id="32" name="Rounded Rectangle 107">
            <a:extLst>
              <a:ext uri="{FF2B5EF4-FFF2-40B4-BE49-F238E27FC236}">
                <a16:creationId xmlns:a16="http://schemas.microsoft.com/office/drawing/2014/main" id="{E840E5D7-3A68-89B9-DF4B-3F07DE2BB611}"/>
              </a:ext>
            </a:extLst>
          </p:cNvPr>
          <p:cNvSpPr/>
          <p:nvPr/>
        </p:nvSpPr>
        <p:spPr>
          <a:xfrm>
            <a:off x="8496747" y="5420704"/>
            <a:ext cx="1044000" cy="468000"/>
          </a:xfrm>
          <a:prstGeom prst="roundRect">
            <a:avLst>
              <a:gd name="adj" fmla="val 10000"/>
            </a:avLst>
          </a:prstGeom>
          <a:solidFill>
            <a:srgbClr val="FFFFFF"/>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Bef>
                <a:spcPts val="0"/>
              </a:spcBef>
              <a:spcAft>
                <a:spcPts val="200"/>
              </a:spcAft>
            </a:pPr>
            <a:r>
              <a:rPr sz="900" b="1">
                <a:solidFill>
                  <a:srgbClr val="225B62"/>
                </a:solidFill>
                <a:latin typeface="Segoe Sans Display Semibold"/>
              </a:rPr>
              <a:t>Scope</a:t>
            </a:r>
          </a:p>
        </p:txBody>
      </p:sp>
      <p:sp>
        <p:nvSpPr>
          <p:cNvPr id="33" name="Rounded Rectangle 108">
            <a:extLst>
              <a:ext uri="{FF2B5EF4-FFF2-40B4-BE49-F238E27FC236}">
                <a16:creationId xmlns:a16="http://schemas.microsoft.com/office/drawing/2014/main" id="{8CEAEF1D-793C-49A2-ABF6-CBB69300BFAD}"/>
              </a:ext>
            </a:extLst>
          </p:cNvPr>
          <p:cNvSpPr/>
          <p:nvPr/>
        </p:nvSpPr>
        <p:spPr>
          <a:xfrm>
            <a:off x="9614704" y="5417212"/>
            <a:ext cx="1044000" cy="468000"/>
          </a:xfrm>
          <a:prstGeom prst="roundRect">
            <a:avLst>
              <a:gd name="adj" fmla="val 10000"/>
            </a:avLst>
          </a:prstGeom>
          <a:solidFill>
            <a:srgbClr val="FFFFFF"/>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Bef>
                <a:spcPts val="0"/>
              </a:spcBef>
              <a:spcAft>
                <a:spcPts val="200"/>
              </a:spcAft>
            </a:pPr>
            <a:r>
              <a:rPr sz="900" b="1">
                <a:solidFill>
                  <a:srgbClr val="225B62"/>
                </a:solidFill>
                <a:latin typeface="Segoe Sans Display Semibold"/>
              </a:rPr>
              <a:t>Terminate</a:t>
            </a:r>
          </a:p>
        </p:txBody>
      </p:sp>
      <p:sp>
        <p:nvSpPr>
          <p:cNvPr id="34" name="Rounded Rectangle 109">
            <a:extLst>
              <a:ext uri="{FF2B5EF4-FFF2-40B4-BE49-F238E27FC236}">
                <a16:creationId xmlns:a16="http://schemas.microsoft.com/office/drawing/2014/main" id="{8549FDAA-8770-F3B1-900C-56EE89D3765A}"/>
              </a:ext>
            </a:extLst>
          </p:cNvPr>
          <p:cNvSpPr/>
          <p:nvPr/>
        </p:nvSpPr>
        <p:spPr>
          <a:xfrm>
            <a:off x="1034109" y="5126547"/>
            <a:ext cx="3797084" cy="864000"/>
          </a:xfrm>
          <a:prstGeom prst="roundRect">
            <a:avLst>
              <a:gd name="adj" fmla="val 5000"/>
            </a:avLst>
          </a:prstGeom>
          <a:solidFill>
            <a:srgbClr val="F5F7FA"/>
          </a:solidFill>
          <a:ln w="9525">
            <a:solidFill>
              <a:schemeClr val="tx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Rounded Rectangle 110">
            <a:extLst>
              <a:ext uri="{FF2B5EF4-FFF2-40B4-BE49-F238E27FC236}">
                <a16:creationId xmlns:a16="http://schemas.microsoft.com/office/drawing/2014/main" id="{C6BDBE52-417F-9566-3988-1CDAFD0A1D0C}"/>
              </a:ext>
            </a:extLst>
          </p:cNvPr>
          <p:cNvSpPr/>
          <p:nvPr/>
        </p:nvSpPr>
        <p:spPr>
          <a:xfrm>
            <a:off x="1213427" y="4971099"/>
            <a:ext cx="2465449" cy="310896"/>
          </a:xfrm>
          <a:prstGeom prst="roundRect">
            <a:avLst>
              <a:gd name="adj" fmla="val 50000"/>
            </a:avLst>
          </a:prstGeom>
          <a:solidFill>
            <a:schemeClr val="tx2">
              <a:lumMod val="65000"/>
              <a:lumOff val="35000"/>
            </a:schemeClr>
          </a:solidFill>
          <a:ln w="9525">
            <a:noFill/>
          </a:ln>
          <a:effectLst/>
        </p:spPr>
        <p:style>
          <a:lnRef idx="1">
            <a:schemeClr val="accent1"/>
          </a:lnRef>
          <a:fillRef idx="3">
            <a:schemeClr val="accent1"/>
          </a:fillRef>
          <a:effectRef idx="2">
            <a:schemeClr val="accent1"/>
          </a:effectRef>
          <a:fontRef idx="minor">
            <a:schemeClr val="lt1"/>
          </a:fontRef>
        </p:style>
        <p:txBody>
          <a:bodyPr wrap="square" tIns="0" rIns="54864" bIns="0" rtlCol="0" anchor="ctr"/>
          <a:lstStyle/>
          <a:p>
            <a:pPr marL="265113" algn="l">
              <a:spcBef>
                <a:spcPts val="0"/>
              </a:spcBef>
              <a:spcAft>
                <a:spcPts val="200"/>
              </a:spcAft>
            </a:pPr>
            <a:r>
              <a:rPr lang="en-GB" sz="1050" b="1">
                <a:solidFill>
                  <a:srgbClr val="FFFFFF"/>
                </a:solidFill>
                <a:latin typeface="Segoe Sans Display Semibold"/>
              </a:rPr>
              <a:t>CONTEXT &amp; DATA HANDLING </a:t>
            </a:r>
            <a:endParaRPr sz="1050" b="1">
              <a:solidFill>
                <a:srgbClr val="FFFFFF"/>
              </a:solidFill>
              <a:latin typeface="Segoe Sans Display Semibold"/>
            </a:endParaRPr>
          </a:p>
        </p:txBody>
      </p:sp>
      <p:sp>
        <p:nvSpPr>
          <p:cNvPr id="36" name="Rounded Rectangle 111">
            <a:extLst>
              <a:ext uri="{FF2B5EF4-FFF2-40B4-BE49-F238E27FC236}">
                <a16:creationId xmlns:a16="http://schemas.microsoft.com/office/drawing/2014/main" id="{3A23AF9C-D17B-F7BC-E20A-222DD78FD01D}"/>
              </a:ext>
            </a:extLst>
          </p:cNvPr>
          <p:cNvSpPr/>
          <p:nvPr/>
        </p:nvSpPr>
        <p:spPr>
          <a:xfrm>
            <a:off x="1213428" y="5417212"/>
            <a:ext cx="1044000" cy="468000"/>
          </a:xfrm>
          <a:prstGeom prst="roundRect">
            <a:avLst>
              <a:gd name="adj" fmla="val 10000"/>
            </a:avLst>
          </a:prstGeom>
          <a:solidFill>
            <a:srgbClr val="FFFFFF"/>
          </a:solidFill>
          <a:ln w="9525">
            <a:solidFill>
              <a:schemeClr val="tx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Bef>
                <a:spcPts val="0"/>
              </a:spcBef>
              <a:spcAft>
                <a:spcPts val="200"/>
              </a:spcAft>
            </a:pPr>
            <a:r>
              <a:rPr sz="950" b="1">
                <a:solidFill>
                  <a:schemeClr val="tx2">
                    <a:lumMod val="85000"/>
                    <a:lumOff val="15000"/>
                  </a:schemeClr>
                </a:solidFill>
                <a:latin typeface="Segoe Sans Display Semibold"/>
              </a:rPr>
              <a:t>Variables</a:t>
            </a:r>
          </a:p>
        </p:txBody>
      </p:sp>
      <p:sp>
        <p:nvSpPr>
          <p:cNvPr id="37" name="Rounded Rectangle 112">
            <a:extLst>
              <a:ext uri="{FF2B5EF4-FFF2-40B4-BE49-F238E27FC236}">
                <a16:creationId xmlns:a16="http://schemas.microsoft.com/office/drawing/2014/main" id="{ED2556BD-85C0-4C18-F2A0-FF15C79FEFA2}"/>
              </a:ext>
            </a:extLst>
          </p:cNvPr>
          <p:cNvSpPr/>
          <p:nvPr/>
        </p:nvSpPr>
        <p:spPr>
          <a:xfrm>
            <a:off x="2401609" y="5417212"/>
            <a:ext cx="1044000" cy="468000"/>
          </a:xfrm>
          <a:prstGeom prst="roundRect">
            <a:avLst>
              <a:gd name="adj" fmla="val 10000"/>
            </a:avLst>
          </a:prstGeom>
          <a:solidFill>
            <a:srgbClr val="FFFFFF"/>
          </a:solidFill>
          <a:ln w="9525">
            <a:solidFill>
              <a:schemeClr val="tx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Bef>
                <a:spcPts val="0"/>
              </a:spcBef>
              <a:spcAft>
                <a:spcPts val="200"/>
              </a:spcAft>
            </a:pPr>
            <a:r>
              <a:rPr lang="en-GB" sz="950" b="1">
                <a:solidFill>
                  <a:schemeClr val="tx2">
                    <a:lumMod val="85000"/>
                    <a:lumOff val="15000"/>
                  </a:schemeClr>
                </a:solidFill>
                <a:latin typeface="Segoe Sans Display Semibold"/>
              </a:rPr>
              <a:t>Dynamic Content</a:t>
            </a:r>
            <a:endParaRPr sz="950" b="1">
              <a:solidFill>
                <a:schemeClr val="tx2">
                  <a:lumMod val="85000"/>
                  <a:lumOff val="15000"/>
                </a:schemeClr>
              </a:solidFill>
              <a:latin typeface="Segoe Sans Display Semibold"/>
            </a:endParaRPr>
          </a:p>
        </p:txBody>
      </p:sp>
      <p:sp>
        <p:nvSpPr>
          <p:cNvPr id="61" name="Rounded Rectangle 112">
            <a:extLst>
              <a:ext uri="{FF2B5EF4-FFF2-40B4-BE49-F238E27FC236}">
                <a16:creationId xmlns:a16="http://schemas.microsoft.com/office/drawing/2014/main" id="{BA63F1F6-7153-D9CA-26A1-C9A3E179D312}"/>
              </a:ext>
            </a:extLst>
          </p:cNvPr>
          <p:cNvSpPr/>
          <p:nvPr/>
        </p:nvSpPr>
        <p:spPr>
          <a:xfrm>
            <a:off x="3589789" y="5417747"/>
            <a:ext cx="1044000" cy="468000"/>
          </a:xfrm>
          <a:prstGeom prst="roundRect">
            <a:avLst>
              <a:gd name="adj" fmla="val 10000"/>
            </a:avLst>
          </a:prstGeom>
          <a:solidFill>
            <a:srgbClr val="FFFFFF"/>
          </a:solidFill>
          <a:ln w="9525">
            <a:solidFill>
              <a:schemeClr val="tx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Bef>
                <a:spcPts val="0"/>
              </a:spcBef>
              <a:spcAft>
                <a:spcPts val="200"/>
              </a:spcAft>
            </a:pPr>
            <a:r>
              <a:rPr lang="en-GB" sz="950" b="1">
                <a:solidFill>
                  <a:schemeClr val="tx2">
                    <a:lumMod val="85000"/>
                    <a:lumOff val="15000"/>
                  </a:schemeClr>
                </a:solidFill>
                <a:latin typeface="Segoe Sans Display Semibold"/>
              </a:rPr>
              <a:t>Power </a:t>
            </a:r>
            <a:r>
              <a:rPr lang="en-GB" sz="950" b="1" err="1">
                <a:solidFill>
                  <a:schemeClr val="tx2">
                    <a:lumMod val="85000"/>
                    <a:lumOff val="15000"/>
                  </a:schemeClr>
                </a:solidFill>
                <a:latin typeface="Segoe Sans Display Semibold"/>
              </a:rPr>
              <a:t>Fx</a:t>
            </a:r>
            <a:r>
              <a:rPr lang="en-GB" sz="950" b="1">
                <a:solidFill>
                  <a:schemeClr val="tx2">
                    <a:lumMod val="85000"/>
                    <a:lumOff val="15000"/>
                  </a:schemeClr>
                </a:solidFill>
                <a:latin typeface="Segoe Sans Display Semibold"/>
              </a:rPr>
              <a:t> Expressions</a:t>
            </a:r>
            <a:endParaRPr sz="950" b="1">
              <a:solidFill>
                <a:schemeClr val="tx2">
                  <a:lumMod val="85000"/>
                  <a:lumOff val="15000"/>
                </a:schemeClr>
              </a:solidFill>
              <a:latin typeface="Segoe Sans Display Semibold"/>
            </a:endParaRPr>
          </a:p>
        </p:txBody>
      </p:sp>
      <p:sp>
        <p:nvSpPr>
          <p:cNvPr id="69" name="Rounded Rectangle 94">
            <a:extLst>
              <a:ext uri="{FF2B5EF4-FFF2-40B4-BE49-F238E27FC236}">
                <a16:creationId xmlns:a16="http://schemas.microsoft.com/office/drawing/2014/main" id="{84B96E40-99C6-3C5B-DDA7-84ACB9BAE9B6}"/>
              </a:ext>
            </a:extLst>
          </p:cNvPr>
          <p:cNvSpPr/>
          <p:nvPr/>
        </p:nvSpPr>
        <p:spPr>
          <a:xfrm>
            <a:off x="9527747" y="1736511"/>
            <a:ext cx="1044000" cy="468000"/>
          </a:xfrm>
          <a:prstGeom prst="roundRect">
            <a:avLst>
              <a:gd name="adj" fmla="val 12000"/>
            </a:avLst>
          </a:prstGeom>
          <a:solidFill>
            <a:srgbClr val="FFFFFF"/>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lang="en-GB" sz="950" b="1">
                <a:solidFill>
                  <a:schemeClr val="accent2">
                    <a:lumMod val="50000"/>
                  </a:schemeClr>
                </a:solidFill>
                <a:latin typeface="Segoe Sans Display Semibold"/>
              </a:rPr>
              <a:t>Computer-Using Agents (Planned)</a:t>
            </a:r>
          </a:p>
        </p:txBody>
      </p:sp>
      <p:sp>
        <p:nvSpPr>
          <p:cNvPr id="77" name="Rounded Rectangle 102">
            <a:extLst>
              <a:ext uri="{FF2B5EF4-FFF2-40B4-BE49-F238E27FC236}">
                <a16:creationId xmlns:a16="http://schemas.microsoft.com/office/drawing/2014/main" id="{EF7BDF08-98F6-D3D7-D94B-3189F3A7F339}"/>
              </a:ext>
            </a:extLst>
          </p:cNvPr>
          <p:cNvSpPr/>
          <p:nvPr/>
        </p:nvSpPr>
        <p:spPr>
          <a:xfrm>
            <a:off x="3589789" y="2680237"/>
            <a:ext cx="2827260" cy="864000"/>
          </a:xfrm>
          <a:prstGeom prst="roundRect">
            <a:avLst>
              <a:gd name="adj" fmla="val 5000"/>
            </a:avLst>
          </a:prstGeom>
          <a:solidFill>
            <a:srgbClr val="E8F4EC"/>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9" name="Rounded Rectangle 103">
            <a:extLst>
              <a:ext uri="{FF2B5EF4-FFF2-40B4-BE49-F238E27FC236}">
                <a16:creationId xmlns:a16="http://schemas.microsoft.com/office/drawing/2014/main" id="{B56C0418-F553-2A0D-3E5F-9D9A23FCE285}"/>
              </a:ext>
            </a:extLst>
          </p:cNvPr>
          <p:cNvSpPr/>
          <p:nvPr/>
        </p:nvSpPr>
        <p:spPr>
          <a:xfrm>
            <a:off x="3878416" y="2525635"/>
            <a:ext cx="1629754" cy="310896"/>
          </a:xfrm>
          <a:prstGeom prst="roundRect">
            <a:avLst>
              <a:gd name="adj" fmla="val 50000"/>
            </a:avLst>
          </a:prstGeom>
          <a:solidFill>
            <a:srgbClr val="339933"/>
          </a:solidFill>
          <a:ln w="9525">
            <a:noFill/>
          </a:ln>
          <a:effectLst/>
        </p:spPr>
        <p:style>
          <a:lnRef idx="1">
            <a:schemeClr val="accent1"/>
          </a:lnRef>
          <a:fillRef idx="3">
            <a:schemeClr val="accent1"/>
          </a:fillRef>
          <a:effectRef idx="2">
            <a:schemeClr val="accent1"/>
          </a:effectRef>
          <a:fontRef idx="minor">
            <a:schemeClr val="lt1"/>
          </a:fontRef>
        </p:style>
        <p:txBody>
          <a:bodyPr wrap="square" tIns="0" rIns="54864" bIns="0" rtlCol="0" anchor="ctr"/>
          <a:lstStyle/>
          <a:p>
            <a:pPr marL="265113">
              <a:spcAft>
                <a:spcPts val="200"/>
              </a:spcAft>
            </a:pPr>
            <a:r>
              <a:rPr lang="en-GB" sz="1050" b="1">
                <a:solidFill>
                  <a:srgbClr val="FFFFFF"/>
                </a:solidFill>
                <a:latin typeface="Segoe Sans Display Semibold"/>
              </a:rPr>
              <a:t>CONNECTORS</a:t>
            </a:r>
            <a:endParaRPr sz="1050" b="1">
              <a:solidFill>
                <a:srgbClr val="FFFFFF"/>
              </a:solidFill>
              <a:latin typeface="Segoe Sans Display Semibold"/>
            </a:endParaRPr>
          </a:p>
        </p:txBody>
      </p:sp>
      <p:sp>
        <p:nvSpPr>
          <p:cNvPr id="81" name="Rounded Rectangle 104">
            <a:extLst>
              <a:ext uri="{FF2B5EF4-FFF2-40B4-BE49-F238E27FC236}">
                <a16:creationId xmlns:a16="http://schemas.microsoft.com/office/drawing/2014/main" id="{CA838643-2D74-5AA8-720E-4D4718952AB3}"/>
              </a:ext>
            </a:extLst>
          </p:cNvPr>
          <p:cNvSpPr/>
          <p:nvPr/>
        </p:nvSpPr>
        <p:spPr>
          <a:xfrm>
            <a:off x="3874210" y="2967363"/>
            <a:ext cx="1044000" cy="468000"/>
          </a:xfrm>
          <a:prstGeom prst="roundRect">
            <a:avLst>
              <a:gd name="adj" fmla="val 10000"/>
            </a:avLst>
          </a:prstGeom>
          <a:solidFill>
            <a:srgbClr val="FFFFFF"/>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Bef>
                <a:spcPts val="0"/>
              </a:spcBef>
              <a:spcAft>
                <a:spcPts val="200"/>
              </a:spcAft>
            </a:pPr>
            <a:r>
              <a:rPr lang="en-GB" sz="900" b="1">
                <a:solidFill>
                  <a:srgbClr val="225B62"/>
                </a:solidFill>
                <a:latin typeface="Segoe Sans Display Semibold"/>
              </a:rPr>
              <a:t>Prebuilt</a:t>
            </a:r>
            <a:endParaRPr sz="900" b="1">
              <a:solidFill>
                <a:srgbClr val="225B62"/>
              </a:solidFill>
              <a:latin typeface="Segoe Sans Display Semibold"/>
            </a:endParaRPr>
          </a:p>
        </p:txBody>
      </p:sp>
      <p:sp>
        <p:nvSpPr>
          <p:cNvPr id="83" name="Rounded Rectangle 105">
            <a:extLst>
              <a:ext uri="{FF2B5EF4-FFF2-40B4-BE49-F238E27FC236}">
                <a16:creationId xmlns:a16="http://schemas.microsoft.com/office/drawing/2014/main" id="{39894C11-8D8B-B581-4C3F-3EE08CEFFA3A}"/>
              </a:ext>
            </a:extLst>
          </p:cNvPr>
          <p:cNvSpPr/>
          <p:nvPr/>
        </p:nvSpPr>
        <p:spPr>
          <a:xfrm>
            <a:off x="5119496" y="2961963"/>
            <a:ext cx="1044000" cy="468000"/>
          </a:xfrm>
          <a:prstGeom prst="roundRect">
            <a:avLst>
              <a:gd name="adj" fmla="val 10000"/>
            </a:avLst>
          </a:prstGeom>
          <a:solidFill>
            <a:srgbClr val="FFFFFF"/>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Bef>
                <a:spcPts val="0"/>
              </a:spcBef>
              <a:spcAft>
                <a:spcPts val="200"/>
              </a:spcAft>
            </a:pPr>
            <a:r>
              <a:rPr lang="en-GB" sz="900" b="1">
                <a:solidFill>
                  <a:srgbClr val="225B62"/>
                </a:solidFill>
                <a:latin typeface="Segoe Sans Display Semibold"/>
              </a:rPr>
              <a:t>Custom</a:t>
            </a:r>
            <a:endParaRPr sz="900" b="1">
              <a:solidFill>
                <a:srgbClr val="225B62"/>
              </a:solidFill>
              <a:latin typeface="Segoe Sans Display Semibold"/>
            </a:endParaRPr>
          </a:p>
        </p:txBody>
      </p:sp>
      <p:sp>
        <p:nvSpPr>
          <p:cNvPr id="97" name="Rounded Rectangle 103">
            <a:extLst>
              <a:ext uri="{FF2B5EF4-FFF2-40B4-BE49-F238E27FC236}">
                <a16:creationId xmlns:a16="http://schemas.microsoft.com/office/drawing/2014/main" id="{3F081E78-1C42-3323-0426-6724BC65B716}"/>
              </a:ext>
            </a:extLst>
          </p:cNvPr>
          <p:cNvSpPr/>
          <p:nvPr/>
        </p:nvSpPr>
        <p:spPr>
          <a:xfrm>
            <a:off x="1220839" y="1337009"/>
            <a:ext cx="1459356" cy="310896"/>
          </a:xfrm>
          <a:prstGeom prst="roundRect">
            <a:avLst>
              <a:gd name="adj" fmla="val 50000"/>
            </a:avLst>
          </a:prstGeom>
          <a:solidFill>
            <a:schemeClr val="tx2">
              <a:lumMod val="65000"/>
              <a:lumOff val="35000"/>
            </a:schemeClr>
          </a:solidFill>
          <a:ln w="9525">
            <a:noFill/>
          </a:ln>
          <a:effectLst/>
        </p:spPr>
        <p:style>
          <a:lnRef idx="1">
            <a:schemeClr val="accent1"/>
          </a:lnRef>
          <a:fillRef idx="3">
            <a:schemeClr val="accent1"/>
          </a:fillRef>
          <a:effectRef idx="2">
            <a:schemeClr val="accent1"/>
          </a:effectRef>
          <a:fontRef idx="minor">
            <a:schemeClr val="lt1"/>
          </a:fontRef>
        </p:style>
        <p:txBody>
          <a:bodyPr wrap="square" tIns="0" rIns="54864" bIns="0" rtlCol="0" anchor="ctr"/>
          <a:lstStyle/>
          <a:p>
            <a:pPr marL="265113">
              <a:spcAft>
                <a:spcPts val="200"/>
              </a:spcAft>
            </a:pPr>
            <a:r>
              <a:rPr lang="en-GB" sz="1050" b="1">
                <a:solidFill>
                  <a:srgbClr val="FFFFFF"/>
                </a:solidFill>
                <a:latin typeface="Segoe Sans Display Semibold"/>
              </a:rPr>
              <a:t>TRIGGERS</a:t>
            </a:r>
            <a:endParaRPr sz="1050" b="1">
              <a:solidFill>
                <a:srgbClr val="FFFFFF"/>
              </a:solidFill>
              <a:latin typeface="Segoe Sans Display Semibold"/>
            </a:endParaRPr>
          </a:p>
        </p:txBody>
      </p:sp>
      <p:sp>
        <p:nvSpPr>
          <p:cNvPr id="99" name="Rounded Rectangle 102">
            <a:extLst>
              <a:ext uri="{FF2B5EF4-FFF2-40B4-BE49-F238E27FC236}">
                <a16:creationId xmlns:a16="http://schemas.microsoft.com/office/drawing/2014/main" id="{EB62D7FD-AEAE-9B64-A175-20A9971B7F4E}"/>
              </a:ext>
            </a:extLst>
          </p:cNvPr>
          <p:cNvSpPr/>
          <p:nvPr/>
        </p:nvSpPr>
        <p:spPr>
          <a:xfrm>
            <a:off x="3589789" y="3903392"/>
            <a:ext cx="5162621" cy="864000"/>
          </a:xfrm>
          <a:prstGeom prst="roundRect">
            <a:avLst>
              <a:gd name="adj" fmla="val 5000"/>
            </a:avLst>
          </a:prstGeom>
          <a:solidFill>
            <a:schemeClr val="accent5">
              <a:lumMod val="20000"/>
              <a:lumOff val="80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1" name="Rounded Rectangle 103">
            <a:extLst>
              <a:ext uri="{FF2B5EF4-FFF2-40B4-BE49-F238E27FC236}">
                <a16:creationId xmlns:a16="http://schemas.microsoft.com/office/drawing/2014/main" id="{E225AE1E-8713-B4FE-B09D-EC9BFB4E3ECC}"/>
              </a:ext>
            </a:extLst>
          </p:cNvPr>
          <p:cNvSpPr/>
          <p:nvPr/>
        </p:nvSpPr>
        <p:spPr>
          <a:xfrm>
            <a:off x="3882046" y="3753652"/>
            <a:ext cx="1629754" cy="310896"/>
          </a:xfrm>
          <a:prstGeom prst="roundRect">
            <a:avLst>
              <a:gd name="adj" fmla="val 50000"/>
            </a:avLst>
          </a:prstGeom>
          <a:solidFill>
            <a:schemeClr val="accent1"/>
          </a:solidFill>
          <a:ln w="9525">
            <a:noFill/>
          </a:ln>
          <a:effectLst/>
        </p:spPr>
        <p:style>
          <a:lnRef idx="1">
            <a:schemeClr val="accent1"/>
          </a:lnRef>
          <a:fillRef idx="3">
            <a:schemeClr val="accent1"/>
          </a:fillRef>
          <a:effectRef idx="2">
            <a:schemeClr val="accent1"/>
          </a:effectRef>
          <a:fontRef idx="minor">
            <a:schemeClr val="lt1"/>
          </a:fontRef>
        </p:style>
        <p:txBody>
          <a:bodyPr wrap="square" tIns="0" rIns="54864" bIns="0" rtlCol="0" anchor="ctr"/>
          <a:lstStyle/>
          <a:p>
            <a:pPr marL="265113">
              <a:spcAft>
                <a:spcPts val="200"/>
              </a:spcAft>
            </a:pPr>
            <a:r>
              <a:rPr lang="en-GB" sz="1050" b="1">
                <a:solidFill>
                  <a:srgbClr val="FFFFFF"/>
                </a:solidFill>
                <a:latin typeface="Segoe Sans Display Semibold"/>
              </a:rPr>
              <a:t>HUMAN INPUT</a:t>
            </a:r>
            <a:endParaRPr lang="en-NL" sz="1050" b="1">
              <a:solidFill>
                <a:srgbClr val="FFFFFF"/>
              </a:solidFill>
              <a:latin typeface="Segoe Sans Display Semibold"/>
            </a:endParaRPr>
          </a:p>
        </p:txBody>
      </p:sp>
      <p:sp>
        <p:nvSpPr>
          <p:cNvPr id="103" name="Rounded Rectangle 104">
            <a:extLst>
              <a:ext uri="{FF2B5EF4-FFF2-40B4-BE49-F238E27FC236}">
                <a16:creationId xmlns:a16="http://schemas.microsoft.com/office/drawing/2014/main" id="{5103D48C-5AD7-D0AE-22A3-E24252328134}"/>
              </a:ext>
            </a:extLst>
          </p:cNvPr>
          <p:cNvSpPr/>
          <p:nvPr/>
        </p:nvSpPr>
        <p:spPr>
          <a:xfrm>
            <a:off x="3874209" y="4173960"/>
            <a:ext cx="1044000" cy="468000"/>
          </a:xfrm>
          <a:prstGeom prst="roundRect">
            <a:avLst>
              <a:gd name="adj" fmla="val 10000"/>
            </a:avLst>
          </a:prstGeom>
          <a:solidFill>
            <a:srgbClr val="FFFFFF"/>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Bef>
                <a:spcPts val="0"/>
              </a:spcBef>
              <a:spcAft>
                <a:spcPts val="200"/>
              </a:spcAft>
            </a:pPr>
            <a:r>
              <a:rPr lang="en-GB" sz="900" b="1">
                <a:solidFill>
                  <a:schemeClr val="accent1">
                    <a:lumMod val="50000"/>
                  </a:schemeClr>
                </a:solidFill>
                <a:latin typeface="Segoe Sans Display Semibold"/>
              </a:rPr>
              <a:t>Human Review Request </a:t>
            </a:r>
            <a:endParaRPr sz="900" b="1">
              <a:solidFill>
                <a:schemeClr val="accent1">
                  <a:lumMod val="50000"/>
                </a:schemeClr>
              </a:solidFill>
              <a:latin typeface="Segoe Sans Display Semibold"/>
            </a:endParaRPr>
          </a:p>
        </p:txBody>
      </p:sp>
      <p:sp>
        <p:nvSpPr>
          <p:cNvPr id="105" name="Rounded Rectangle 105">
            <a:extLst>
              <a:ext uri="{FF2B5EF4-FFF2-40B4-BE49-F238E27FC236}">
                <a16:creationId xmlns:a16="http://schemas.microsoft.com/office/drawing/2014/main" id="{284EDEAB-B372-CD86-4F72-86140379DDC8}"/>
              </a:ext>
            </a:extLst>
          </p:cNvPr>
          <p:cNvSpPr/>
          <p:nvPr/>
        </p:nvSpPr>
        <p:spPr>
          <a:xfrm>
            <a:off x="5084853" y="4174897"/>
            <a:ext cx="1044000" cy="468000"/>
          </a:xfrm>
          <a:prstGeom prst="roundRect">
            <a:avLst>
              <a:gd name="adj" fmla="val 10000"/>
            </a:avLst>
          </a:prstGeom>
          <a:solidFill>
            <a:srgbClr val="FFFFFF"/>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Bef>
                <a:spcPts val="0"/>
              </a:spcBef>
              <a:spcAft>
                <a:spcPts val="200"/>
              </a:spcAft>
            </a:pPr>
            <a:r>
              <a:rPr lang="en-GB" sz="900" b="1">
                <a:solidFill>
                  <a:schemeClr val="accent1">
                    <a:lumMod val="50000"/>
                  </a:schemeClr>
                </a:solidFill>
                <a:latin typeface="Segoe Sans Display Semibold"/>
              </a:rPr>
              <a:t>AI Human Assistance</a:t>
            </a:r>
            <a:endParaRPr sz="900" b="1">
              <a:solidFill>
                <a:schemeClr val="accent1">
                  <a:lumMod val="50000"/>
                </a:schemeClr>
              </a:solidFill>
              <a:latin typeface="Segoe Sans Display Semibold"/>
            </a:endParaRPr>
          </a:p>
        </p:txBody>
      </p:sp>
      <p:sp>
        <p:nvSpPr>
          <p:cNvPr id="107" name="Rounded Rectangle 105">
            <a:extLst>
              <a:ext uri="{FF2B5EF4-FFF2-40B4-BE49-F238E27FC236}">
                <a16:creationId xmlns:a16="http://schemas.microsoft.com/office/drawing/2014/main" id="{DE06D97F-C7A7-7299-A372-63BEC2FA11E6}"/>
              </a:ext>
            </a:extLst>
          </p:cNvPr>
          <p:cNvSpPr/>
          <p:nvPr/>
        </p:nvSpPr>
        <p:spPr>
          <a:xfrm>
            <a:off x="6295497" y="4174897"/>
            <a:ext cx="1044000" cy="468000"/>
          </a:xfrm>
          <a:prstGeom prst="roundRect">
            <a:avLst>
              <a:gd name="adj" fmla="val 10000"/>
            </a:avLst>
          </a:prstGeom>
          <a:solidFill>
            <a:srgbClr val="FFFFFF"/>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Bef>
                <a:spcPts val="0"/>
              </a:spcBef>
              <a:spcAft>
                <a:spcPts val="200"/>
              </a:spcAft>
            </a:pPr>
            <a:r>
              <a:rPr lang="en-GB" sz="900" b="1">
                <a:solidFill>
                  <a:schemeClr val="accent1">
                    <a:lumMod val="50000"/>
                  </a:schemeClr>
                </a:solidFill>
                <a:latin typeface="Segoe Sans Display Semibold"/>
              </a:rPr>
              <a:t>Approvals</a:t>
            </a:r>
            <a:endParaRPr sz="900" b="1">
              <a:solidFill>
                <a:schemeClr val="accent1">
                  <a:lumMod val="50000"/>
                </a:schemeClr>
              </a:solidFill>
              <a:latin typeface="Segoe Sans Display Semibold"/>
            </a:endParaRPr>
          </a:p>
        </p:txBody>
      </p:sp>
      <p:sp>
        <p:nvSpPr>
          <p:cNvPr id="109" name="Rounded Rectangle 102">
            <a:extLst>
              <a:ext uri="{FF2B5EF4-FFF2-40B4-BE49-F238E27FC236}">
                <a16:creationId xmlns:a16="http://schemas.microsoft.com/office/drawing/2014/main" id="{B099C2B4-9DAF-7A96-D8C9-B9E364296641}"/>
              </a:ext>
            </a:extLst>
          </p:cNvPr>
          <p:cNvSpPr/>
          <p:nvPr/>
        </p:nvSpPr>
        <p:spPr>
          <a:xfrm>
            <a:off x="8919054" y="3903392"/>
            <a:ext cx="1850097" cy="864000"/>
          </a:xfrm>
          <a:prstGeom prst="roundRect">
            <a:avLst>
              <a:gd name="adj" fmla="val 5000"/>
            </a:avLst>
          </a:prstGeom>
          <a:solidFill>
            <a:srgbClr val="E8F4EC"/>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1" name="Rounded Rectangle 103">
            <a:extLst>
              <a:ext uri="{FF2B5EF4-FFF2-40B4-BE49-F238E27FC236}">
                <a16:creationId xmlns:a16="http://schemas.microsoft.com/office/drawing/2014/main" id="{809A6145-781E-794E-603A-D15CA14FE889}"/>
              </a:ext>
            </a:extLst>
          </p:cNvPr>
          <p:cNvSpPr/>
          <p:nvPr/>
        </p:nvSpPr>
        <p:spPr>
          <a:xfrm>
            <a:off x="9038134" y="3753652"/>
            <a:ext cx="1620569" cy="310896"/>
          </a:xfrm>
          <a:prstGeom prst="roundRect">
            <a:avLst>
              <a:gd name="adj" fmla="val 50000"/>
            </a:avLst>
          </a:prstGeom>
          <a:solidFill>
            <a:srgbClr val="339933"/>
          </a:solidFill>
          <a:ln w="9525">
            <a:noFill/>
          </a:ln>
          <a:effectLst/>
        </p:spPr>
        <p:style>
          <a:lnRef idx="1">
            <a:schemeClr val="accent1"/>
          </a:lnRef>
          <a:fillRef idx="3">
            <a:schemeClr val="accent1"/>
          </a:fillRef>
          <a:effectRef idx="2">
            <a:schemeClr val="accent1"/>
          </a:effectRef>
          <a:fontRef idx="minor">
            <a:schemeClr val="lt1"/>
          </a:fontRef>
        </p:style>
        <p:txBody>
          <a:bodyPr wrap="square" tIns="0" rIns="54864" bIns="0" rtlCol="0" anchor="ctr"/>
          <a:lstStyle/>
          <a:p>
            <a:pPr marL="265113">
              <a:spcAft>
                <a:spcPts val="200"/>
              </a:spcAft>
            </a:pPr>
            <a:r>
              <a:rPr lang="en-GB" sz="1050" b="1">
                <a:solidFill>
                  <a:srgbClr val="FFFFFF"/>
                </a:solidFill>
                <a:latin typeface="Segoe Sans Display Semibold"/>
              </a:rPr>
              <a:t> CUSTOM LOGIC</a:t>
            </a:r>
            <a:endParaRPr sz="1050" b="1">
              <a:solidFill>
                <a:srgbClr val="FFFFFF"/>
              </a:solidFill>
              <a:latin typeface="Segoe Sans Display Semibold"/>
            </a:endParaRPr>
          </a:p>
        </p:txBody>
      </p:sp>
      <p:sp>
        <p:nvSpPr>
          <p:cNvPr id="113" name="Rounded Rectangle 104">
            <a:extLst>
              <a:ext uri="{FF2B5EF4-FFF2-40B4-BE49-F238E27FC236}">
                <a16:creationId xmlns:a16="http://schemas.microsoft.com/office/drawing/2014/main" id="{8B865072-A938-90F4-3057-196F4EA611C8}"/>
              </a:ext>
            </a:extLst>
          </p:cNvPr>
          <p:cNvSpPr/>
          <p:nvPr/>
        </p:nvSpPr>
        <p:spPr>
          <a:xfrm>
            <a:off x="9126703" y="4174897"/>
            <a:ext cx="1044000" cy="468000"/>
          </a:xfrm>
          <a:prstGeom prst="roundRect">
            <a:avLst>
              <a:gd name="adj" fmla="val 10000"/>
            </a:avLst>
          </a:prstGeom>
          <a:solidFill>
            <a:srgbClr val="FFFFFF"/>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Aft>
                <a:spcPts val="200"/>
              </a:spcAft>
            </a:pPr>
            <a:r>
              <a:rPr lang="en-GB" sz="900" b="1">
                <a:solidFill>
                  <a:srgbClr val="225B62"/>
                </a:solidFill>
                <a:latin typeface="Segoe Sans Display Semibold"/>
              </a:rPr>
              <a:t>Code Execution</a:t>
            </a:r>
            <a:br>
              <a:rPr lang="en-GB" sz="900" b="1">
                <a:solidFill>
                  <a:srgbClr val="225B62"/>
                </a:solidFill>
                <a:latin typeface="Segoe Sans Display Semibold"/>
              </a:rPr>
            </a:br>
            <a:r>
              <a:rPr lang="en-GB" sz="900" b="1">
                <a:solidFill>
                  <a:srgbClr val="225B62"/>
                </a:solidFill>
                <a:latin typeface="Segoe Sans Display Semibold"/>
                <a:cs typeface="Segoe Sans Display Semibold"/>
              </a:rPr>
              <a:t>(Planned)</a:t>
            </a:r>
            <a:endParaRPr lang="en-GB" sz="900" b="1">
              <a:solidFill>
                <a:srgbClr val="225B62"/>
              </a:solidFill>
              <a:latin typeface="Segoe Sans Display Semibold"/>
            </a:endParaRPr>
          </a:p>
        </p:txBody>
      </p:sp>
      <p:sp>
        <p:nvSpPr>
          <p:cNvPr id="119" name="Rounded Rectangle 105">
            <a:extLst>
              <a:ext uri="{FF2B5EF4-FFF2-40B4-BE49-F238E27FC236}">
                <a16:creationId xmlns:a16="http://schemas.microsoft.com/office/drawing/2014/main" id="{C75C6D3A-96E4-5AAF-A420-F643F65C047E}"/>
              </a:ext>
            </a:extLst>
          </p:cNvPr>
          <p:cNvSpPr/>
          <p:nvPr/>
        </p:nvSpPr>
        <p:spPr>
          <a:xfrm>
            <a:off x="7506142" y="4175374"/>
            <a:ext cx="1044000" cy="468000"/>
          </a:xfrm>
          <a:prstGeom prst="roundRect">
            <a:avLst>
              <a:gd name="adj" fmla="val 10000"/>
            </a:avLst>
          </a:prstGeom>
          <a:solidFill>
            <a:srgbClr val="FFFFFF"/>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Bef>
                <a:spcPts val="0"/>
              </a:spcBef>
              <a:spcAft>
                <a:spcPts val="200"/>
              </a:spcAft>
            </a:pPr>
            <a:r>
              <a:rPr lang="en-GB" sz="900" b="1">
                <a:solidFill>
                  <a:schemeClr val="accent1">
                    <a:lumMod val="50000"/>
                  </a:schemeClr>
                </a:solidFill>
                <a:latin typeface="Segoe Sans Display Semibold"/>
              </a:rPr>
              <a:t>Adaptive Cards</a:t>
            </a:r>
            <a:endParaRPr sz="900" b="1">
              <a:solidFill>
                <a:schemeClr val="accent1">
                  <a:lumMod val="50000"/>
                </a:schemeClr>
              </a:solidFill>
              <a:latin typeface="Segoe Sans Display Semibold"/>
            </a:endParaRPr>
          </a:p>
        </p:txBody>
      </p:sp>
      <p:pic>
        <p:nvPicPr>
          <p:cNvPr id="121" name="Graphic 120" descr="Lightning bolt with solid fill">
            <a:extLst>
              <a:ext uri="{FF2B5EF4-FFF2-40B4-BE49-F238E27FC236}">
                <a16:creationId xmlns:a16="http://schemas.microsoft.com/office/drawing/2014/main" id="{6009E6A5-1F42-E9DD-14FE-B34067790E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84353" y="1399703"/>
            <a:ext cx="199049" cy="199049"/>
          </a:xfrm>
          <a:prstGeom prst="rect">
            <a:avLst/>
          </a:prstGeom>
        </p:spPr>
      </p:pic>
      <p:pic>
        <p:nvPicPr>
          <p:cNvPr id="125" name="Graphic 124" descr="Left Brain with solid fill">
            <a:extLst>
              <a:ext uri="{FF2B5EF4-FFF2-40B4-BE49-F238E27FC236}">
                <a16:creationId xmlns:a16="http://schemas.microsoft.com/office/drawing/2014/main" id="{955B17DC-015F-8371-2CF0-7CEA02B826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46621" y="1355306"/>
            <a:ext cx="229389" cy="229389"/>
          </a:xfrm>
          <a:prstGeom prst="rect">
            <a:avLst/>
          </a:prstGeom>
        </p:spPr>
      </p:pic>
      <p:pic>
        <p:nvPicPr>
          <p:cNvPr id="127" name="Graphic 126" descr="User with solid fill">
            <a:extLst>
              <a:ext uri="{FF2B5EF4-FFF2-40B4-BE49-F238E27FC236}">
                <a16:creationId xmlns:a16="http://schemas.microsoft.com/office/drawing/2014/main" id="{CCD798F7-706F-4086-4050-74100448777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43641" y="3817718"/>
            <a:ext cx="183094" cy="183094"/>
          </a:xfrm>
          <a:prstGeom prst="rect">
            <a:avLst/>
          </a:prstGeom>
        </p:spPr>
      </p:pic>
      <p:pic>
        <p:nvPicPr>
          <p:cNvPr id="129" name="Graphic 128" descr="Plugged Unplugged with solid fill">
            <a:extLst>
              <a:ext uri="{FF2B5EF4-FFF2-40B4-BE49-F238E27FC236}">
                <a16:creationId xmlns:a16="http://schemas.microsoft.com/office/drawing/2014/main" id="{B9758106-011B-074E-FF53-D7831B3FF4D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943641" y="2570825"/>
            <a:ext cx="232369" cy="232369"/>
          </a:xfrm>
          <a:prstGeom prst="rect">
            <a:avLst/>
          </a:prstGeom>
        </p:spPr>
      </p:pic>
      <mc:AlternateContent xmlns:mc="http://schemas.openxmlformats.org/markup-compatibility/2006" xmlns:a14="http://schemas.microsoft.com/office/drawing/2010/main">
        <mc:Choice Requires="a14">
          <p:sp>
            <p:nvSpPr>
              <p:cNvPr id="134" name="TextBox 133">
                <a:extLst>
                  <a:ext uri="{FF2B5EF4-FFF2-40B4-BE49-F238E27FC236}">
                    <a16:creationId xmlns:a16="http://schemas.microsoft.com/office/drawing/2014/main" id="{D5E9A41A-F6B1-A06B-8603-E595EF37D2B6}"/>
                  </a:ext>
                </a:extLst>
              </p:cNvPr>
              <p:cNvSpPr txBox="1"/>
              <p:nvPr/>
            </p:nvSpPr>
            <p:spPr>
              <a:xfrm>
                <a:off x="6869493" y="2536310"/>
                <a:ext cx="278153" cy="215444"/>
              </a:xfrm>
              <a:prstGeom prst="rect">
                <a:avLst/>
              </a:prstGeom>
              <a:noFill/>
            </p:spPr>
            <p:txBody>
              <a:bodyPr wrap="square" lIns="0" tIns="0" rIns="0" bIns="0" rtlCol="0">
                <a:spAutoFit/>
              </a:bodyPr>
              <a:lstStyle/>
              <a:p>
                <a:pPr algn="l"/>
                <a14:m>
                  <m:oMathPara xmlns:m="http://schemas.openxmlformats.org/officeDocument/2006/math">
                    <m:oMath>
                      <m:sSub>
                        <m:sSubPr>
                          <m:ctrlPr>
                            <a:rPr lang="en-GB" sz="1400" b="0" i="1" smtClean="0">
                              <a:solidFill>
                                <a:schemeClr val="bg1"/>
                              </a:solidFill>
                              <a:latin typeface="Cambria Math" panose="02040503050406030204" pitchFamily="18" charset="0"/>
                            </a:rPr>
                          </m:ctrlPr>
                        </m:sSubPr>
                        <m:e>
                          <m:r>
                            <a:rPr lang="en-GB" sz="1400" b="0" i="1" smtClean="0">
                              <a:solidFill>
                                <a:schemeClr val="bg1"/>
                              </a:solidFill>
                              <a:latin typeface="Cambria Math" panose="02040503050406030204" pitchFamily="18" charset="0"/>
                            </a:rPr>
                            <m:t>𝑓</m:t>
                          </m:r>
                        </m:e>
                        <m:sub>
                          <m:r>
                            <a:rPr lang="en-GB" sz="1400" b="0" i="1" smtClean="0">
                              <a:solidFill>
                                <a:schemeClr val="bg1"/>
                              </a:solidFill>
                              <a:latin typeface="Cambria Math" panose="02040503050406030204" pitchFamily="18" charset="0"/>
                            </a:rPr>
                            <m:t>𝑥</m:t>
                          </m:r>
                        </m:sub>
                      </m:sSub>
                    </m:oMath>
                  </m:oMathPara>
                </a14:m>
                <a:endParaRPr lang="en-GB" sz="1400">
                  <a:solidFill>
                    <a:schemeClr val="bg1"/>
                  </a:solidFill>
                </a:endParaRPr>
              </a:p>
            </p:txBody>
          </p:sp>
        </mc:Choice>
        <mc:Fallback xmlns="">
          <p:sp>
            <p:nvSpPr>
              <p:cNvPr id="134" name="TextBox 133">
                <a:extLst>
                  <a:ext uri="{FF2B5EF4-FFF2-40B4-BE49-F238E27FC236}">
                    <a16:creationId xmlns:a16="http://schemas.microsoft.com/office/drawing/2014/main" id="{D5E9A41A-F6B1-A06B-8603-E595EF37D2B6}"/>
                  </a:ext>
                </a:extLst>
              </p:cNvPr>
              <p:cNvSpPr txBox="1">
                <a:spLocks noRot="1" noChangeAspect="1" noMove="1" noResize="1" noEditPoints="1" noAdjustHandles="1" noChangeArrowheads="1" noChangeShapeType="1" noTextEdit="1"/>
              </p:cNvSpPr>
              <p:nvPr/>
            </p:nvSpPr>
            <p:spPr>
              <a:xfrm>
                <a:off x="6869493" y="2536310"/>
                <a:ext cx="278153" cy="215444"/>
              </a:xfrm>
              <a:prstGeom prst="rect">
                <a:avLst/>
              </a:prstGeom>
              <a:blipFill>
                <a:blip r:embed="rId8"/>
                <a:stretch>
                  <a:fillRect l="-8696" b="-4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B73AFD68-5229-45BD-7814-A98A5C1054B4}"/>
                  </a:ext>
                </a:extLst>
              </p:cNvPr>
              <p:cNvSpPr txBox="1"/>
              <p:nvPr/>
            </p:nvSpPr>
            <p:spPr>
              <a:xfrm>
                <a:off x="1261782" y="5001839"/>
                <a:ext cx="282321" cy="215444"/>
              </a:xfrm>
              <a:prstGeom prst="rect">
                <a:avLst/>
              </a:prstGeom>
              <a:noFill/>
            </p:spPr>
            <p:txBody>
              <a:bodyPr wrap="none" lIns="0" tIns="0" rIns="0" bIns="0" rtlCol="0">
                <a:spAutoFit/>
              </a:bodyPr>
              <a:lstStyle/>
              <a:p>
                <a:pPr algn="l"/>
                <a14:m>
                  <m:oMathPara xmlns:m="http://schemas.openxmlformats.org/officeDocument/2006/math">
                    <m:oMath>
                      <m:d>
                        <m:dPr>
                          <m:begChr m:val="{"/>
                          <m:endChr m:val="}"/>
                          <m:ctrlPr>
                            <a:rPr lang="en-GB" sz="1400" b="0" i="1" smtClean="0">
                              <a:solidFill>
                                <a:schemeClr val="bg1"/>
                              </a:solidFill>
                              <a:latin typeface="Cambria Math" panose="02040503050406030204" pitchFamily="18" charset="0"/>
                            </a:rPr>
                          </m:ctrlPr>
                        </m:dPr>
                        <m:e>
                          <m:r>
                            <a:rPr lang="en-GB" sz="1400" b="0" i="1" smtClean="0">
                              <a:solidFill>
                                <a:schemeClr val="bg1"/>
                              </a:solidFill>
                              <a:latin typeface="Cambria Math" panose="02040503050406030204" pitchFamily="18" charset="0"/>
                            </a:rPr>
                            <m:t>𝑥</m:t>
                          </m:r>
                        </m:e>
                      </m:d>
                    </m:oMath>
                  </m:oMathPara>
                </a14:m>
                <a:endParaRPr lang="en-GB" sz="1400">
                  <a:solidFill>
                    <a:schemeClr val="bg1"/>
                  </a:solidFill>
                </a:endParaRPr>
              </a:p>
            </p:txBody>
          </p:sp>
        </mc:Choice>
        <mc:Fallback xmlns="">
          <p:sp>
            <p:nvSpPr>
              <p:cNvPr id="136" name="TextBox 135">
                <a:extLst>
                  <a:ext uri="{FF2B5EF4-FFF2-40B4-BE49-F238E27FC236}">
                    <a16:creationId xmlns:a16="http://schemas.microsoft.com/office/drawing/2014/main" id="{B73AFD68-5229-45BD-7814-A98A5C1054B4}"/>
                  </a:ext>
                </a:extLst>
              </p:cNvPr>
              <p:cNvSpPr txBox="1">
                <a:spLocks noRot="1" noChangeAspect="1" noMove="1" noResize="1" noEditPoints="1" noAdjustHandles="1" noChangeArrowheads="1" noChangeShapeType="1" noTextEdit="1"/>
              </p:cNvSpPr>
              <p:nvPr/>
            </p:nvSpPr>
            <p:spPr>
              <a:xfrm>
                <a:off x="1261782" y="5001839"/>
                <a:ext cx="282321" cy="215444"/>
              </a:xfrm>
              <a:prstGeom prst="rect">
                <a:avLst/>
              </a:prstGeom>
              <a:blipFill>
                <a:blip r:embed="rId9"/>
                <a:stretch>
                  <a:fillRect b="-2857"/>
                </a:stretch>
              </a:blipFill>
            </p:spPr>
            <p:txBody>
              <a:bodyPr/>
              <a:lstStyle/>
              <a:p>
                <a:r>
                  <a:rPr lang="en-US">
                    <a:noFill/>
                  </a:rPr>
                  <a:t> </a:t>
                </a:r>
              </a:p>
            </p:txBody>
          </p:sp>
        </mc:Fallback>
      </mc:AlternateContent>
      <p:sp>
        <p:nvSpPr>
          <p:cNvPr id="139" name="TextBox 138">
            <a:extLst>
              <a:ext uri="{FF2B5EF4-FFF2-40B4-BE49-F238E27FC236}">
                <a16:creationId xmlns:a16="http://schemas.microsoft.com/office/drawing/2014/main" id="{75C73160-BC47-4695-DC8C-D479764B201E}"/>
              </a:ext>
            </a:extLst>
          </p:cNvPr>
          <p:cNvSpPr txBox="1"/>
          <p:nvPr/>
        </p:nvSpPr>
        <p:spPr>
          <a:xfrm>
            <a:off x="9106006" y="3824461"/>
            <a:ext cx="508000" cy="169277"/>
          </a:xfrm>
          <a:prstGeom prst="rect">
            <a:avLst/>
          </a:prstGeom>
          <a:noFill/>
        </p:spPr>
        <p:txBody>
          <a:bodyPr wrap="square" lIns="0" tIns="0" rIns="0" bIns="0" rtlCol="0">
            <a:spAutoFit/>
          </a:bodyPr>
          <a:lstStyle/>
          <a:p>
            <a:pPr marL="330200" indent="-330200" algn="l"/>
            <a:r>
              <a:rPr lang="en-GB" sz="1100" b="1">
                <a:solidFill>
                  <a:schemeClr val="bg1"/>
                </a:solidFill>
              </a:rPr>
              <a:t>&lt;/&gt;    </a:t>
            </a:r>
          </a:p>
        </p:txBody>
      </p:sp>
      <p:pic>
        <p:nvPicPr>
          <p:cNvPr id="141" name="Graphic 140" descr="Arrow circle with solid fill">
            <a:extLst>
              <a:ext uri="{FF2B5EF4-FFF2-40B4-BE49-F238E27FC236}">
                <a16:creationId xmlns:a16="http://schemas.microsoft.com/office/drawing/2014/main" id="{85F04157-5608-B50A-F4E4-D4795EBCD22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222290" y="5012273"/>
            <a:ext cx="269722" cy="269722"/>
          </a:xfrm>
          <a:prstGeom prst="rect">
            <a:avLst/>
          </a:prstGeom>
        </p:spPr>
      </p:pic>
      <p:sp>
        <p:nvSpPr>
          <p:cNvPr id="4" name="Rounded Rectangle 90">
            <a:extLst>
              <a:ext uri="{FF2B5EF4-FFF2-40B4-BE49-F238E27FC236}">
                <a16:creationId xmlns:a16="http://schemas.microsoft.com/office/drawing/2014/main" id="{2B35C79C-DF6A-0926-48FF-835B2FD4F5B3}"/>
              </a:ext>
            </a:extLst>
          </p:cNvPr>
          <p:cNvSpPr/>
          <p:nvPr/>
        </p:nvSpPr>
        <p:spPr>
          <a:xfrm>
            <a:off x="3882045" y="1731453"/>
            <a:ext cx="1044000" cy="468000"/>
          </a:xfrm>
          <a:prstGeom prst="roundRect">
            <a:avLst>
              <a:gd name="adj" fmla="val 12000"/>
            </a:avLst>
          </a:prstGeom>
          <a:solidFill>
            <a:srgbClr val="FFFFFF"/>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Bef>
                <a:spcPts val="0"/>
              </a:spcBef>
              <a:spcAft>
                <a:spcPts val="200"/>
              </a:spcAft>
            </a:pPr>
            <a:r>
              <a:rPr lang="en-GB" sz="900" b="1">
                <a:solidFill>
                  <a:schemeClr val="accent2">
                    <a:lumMod val="50000"/>
                  </a:schemeClr>
                </a:solidFill>
                <a:latin typeface="Segoe Sans Display Semibold"/>
              </a:rPr>
              <a:t>Classification</a:t>
            </a:r>
            <a:endParaRPr sz="900" b="1">
              <a:solidFill>
                <a:schemeClr val="accent2">
                  <a:lumMod val="50000"/>
                </a:schemeClr>
              </a:solidFill>
              <a:latin typeface="Segoe Sans Display Semibold"/>
            </a:endParaRPr>
          </a:p>
        </p:txBody>
      </p:sp>
      <p:sp>
        <p:nvSpPr>
          <p:cNvPr id="10" name="Rounded Rectangle 91">
            <a:extLst>
              <a:ext uri="{FF2B5EF4-FFF2-40B4-BE49-F238E27FC236}">
                <a16:creationId xmlns:a16="http://schemas.microsoft.com/office/drawing/2014/main" id="{C061A8F9-9175-1B35-AE4B-116FF5CF7B4C}"/>
              </a:ext>
            </a:extLst>
          </p:cNvPr>
          <p:cNvSpPr/>
          <p:nvPr/>
        </p:nvSpPr>
        <p:spPr>
          <a:xfrm>
            <a:off x="5011185" y="1731453"/>
            <a:ext cx="1044000" cy="468000"/>
          </a:xfrm>
          <a:prstGeom prst="roundRect">
            <a:avLst>
              <a:gd name="adj" fmla="val 12000"/>
            </a:avLst>
          </a:prstGeom>
          <a:solidFill>
            <a:srgbClr val="FFFFFF"/>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lang="en-GB" sz="900" b="1">
                <a:solidFill>
                  <a:schemeClr val="accent2">
                    <a:lumMod val="50000"/>
                  </a:schemeClr>
                </a:solidFill>
                <a:latin typeface="Segoe Sans Display Semibold"/>
              </a:rPr>
              <a:t>Inline </a:t>
            </a:r>
            <a:br>
              <a:rPr lang="en-GB" sz="900" b="1">
                <a:solidFill>
                  <a:schemeClr val="accent2">
                    <a:lumMod val="50000"/>
                  </a:schemeClr>
                </a:solidFill>
                <a:latin typeface="Segoe Sans Display Semibold"/>
              </a:rPr>
            </a:br>
            <a:r>
              <a:rPr lang="en-GB" sz="900" b="1">
                <a:solidFill>
                  <a:schemeClr val="accent2">
                    <a:lumMod val="50000"/>
                  </a:schemeClr>
                </a:solidFill>
                <a:latin typeface="Segoe Sans Display Semibold"/>
              </a:rPr>
              <a:t>Agents</a:t>
            </a:r>
          </a:p>
        </p:txBody>
      </p:sp>
      <p:sp>
        <p:nvSpPr>
          <p:cNvPr id="11" name="Rounded Rectangle 92">
            <a:extLst>
              <a:ext uri="{FF2B5EF4-FFF2-40B4-BE49-F238E27FC236}">
                <a16:creationId xmlns:a16="http://schemas.microsoft.com/office/drawing/2014/main" id="{90E4D8A1-83BA-FF09-3B62-5DBB6FE15155}"/>
              </a:ext>
            </a:extLst>
          </p:cNvPr>
          <p:cNvSpPr/>
          <p:nvPr/>
        </p:nvSpPr>
        <p:spPr>
          <a:xfrm>
            <a:off x="6140325" y="1731453"/>
            <a:ext cx="1044000" cy="468000"/>
          </a:xfrm>
          <a:prstGeom prst="roundRect">
            <a:avLst>
              <a:gd name="adj" fmla="val 12000"/>
            </a:avLst>
          </a:prstGeom>
          <a:solidFill>
            <a:srgbClr val="FFFFFF"/>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lang="en-GB" sz="900" b="1">
                <a:solidFill>
                  <a:schemeClr val="accent2">
                    <a:lumMod val="50000"/>
                  </a:schemeClr>
                </a:solidFill>
                <a:latin typeface="Segoe Sans Display Semibold"/>
              </a:rPr>
              <a:t>Published </a:t>
            </a:r>
            <a:br>
              <a:rPr lang="en-GB" sz="900" b="1">
                <a:solidFill>
                  <a:schemeClr val="accent2">
                    <a:lumMod val="50000"/>
                  </a:schemeClr>
                </a:solidFill>
                <a:latin typeface="Segoe Sans Display Semibold"/>
              </a:rPr>
            </a:br>
            <a:r>
              <a:rPr lang="en-GB" sz="900" b="1">
                <a:solidFill>
                  <a:schemeClr val="accent2">
                    <a:lumMod val="50000"/>
                  </a:schemeClr>
                </a:solidFill>
                <a:latin typeface="Segoe Sans Display Semibold"/>
              </a:rPr>
              <a:t>Agents</a:t>
            </a:r>
            <a:endParaRPr lang="en-US" sz="900" b="1">
              <a:solidFill>
                <a:schemeClr val="accent2">
                  <a:lumMod val="50000"/>
                </a:schemeClr>
              </a:solidFill>
              <a:latin typeface="Segoe Sans Display Semibold"/>
              <a:cs typeface="Segoe Sans Display Semibold"/>
            </a:endParaRPr>
          </a:p>
        </p:txBody>
      </p:sp>
      <p:sp>
        <p:nvSpPr>
          <p:cNvPr id="16" name="Rounded Rectangle 93">
            <a:extLst>
              <a:ext uri="{FF2B5EF4-FFF2-40B4-BE49-F238E27FC236}">
                <a16:creationId xmlns:a16="http://schemas.microsoft.com/office/drawing/2014/main" id="{7DCE5E76-B9F6-3110-9A5A-CA5BD28137EB}"/>
              </a:ext>
            </a:extLst>
          </p:cNvPr>
          <p:cNvSpPr/>
          <p:nvPr/>
        </p:nvSpPr>
        <p:spPr>
          <a:xfrm>
            <a:off x="7269465" y="1731453"/>
            <a:ext cx="1044000" cy="468000"/>
          </a:xfrm>
          <a:prstGeom prst="roundRect">
            <a:avLst>
              <a:gd name="adj" fmla="val 12000"/>
            </a:avLst>
          </a:prstGeom>
          <a:solidFill>
            <a:srgbClr val="FFFFFF"/>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Bef>
                <a:spcPts val="0"/>
              </a:spcBef>
              <a:spcAft>
                <a:spcPts val="200"/>
              </a:spcAft>
            </a:pPr>
            <a:r>
              <a:rPr lang="en-GB" sz="900" b="1">
                <a:solidFill>
                  <a:schemeClr val="accent2">
                    <a:lumMod val="50000"/>
                  </a:schemeClr>
                </a:solidFill>
                <a:latin typeface="Segoe Sans Display Semibold"/>
              </a:rPr>
              <a:t>M365 Copilot </a:t>
            </a:r>
            <a:br>
              <a:rPr lang="en-GB" sz="900" b="1">
                <a:solidFill>
                  <a:schemeClr val="accent2">
                    <a:lumMod val="50000"/>
                  </a:schemeClr>
                </a:solidFill>
                <a:latin typeface="Segoe Sans Display Semibold"/>
              </a:rPr>
            </a:br>
            <a:r>
              <a:rPr lang="en-GB" sz="900" b="1">
                <a:solidFill>
                  <a:schemeClr val="accent2">
                    <a:lumMod val="50000"/>
                  </a:schemeClr>
                </a:solidFill>
                <a:latin typeface="Segoe Sans Display Semibold"/>
              </a:rPr>
              <a:t>(1P Agents, DAs)</a:t>
            </a:r>
          </a:p>
        </p:txBody>
      </p:sp>
      <p:sp>
        <p:nvSpPr>
          <p:cNvPr id="25" name="Rounded Rectangle 94">
            <a:extLst>
              <a:ext uri="{FF2B5EF4-FFF2-40B4-BE49-F238E27FC236}">
                <a16:creationId xmlns:a16="http://schemas.microsoft.com/office/drawing/2014/main" id="{A91F774C-BE25-935B-4A1A-7FBFECD7E132}"/>
              </a:ext>
            </a:extLst>
          </p:cNvPr>
          <p:cNvSpPr/>
          <p:nvPr/>
        </p:nvSpPr>
        <p:spPr>
          <a:xfrm>
            <a:off x="8398605" y="1731453"/>
            <a:ext cx="1044000" cy="468000"/>
          </a:xfrm>
          <a:prstGeom prst="roundRect">
            <a:avLst>
              <a:gd name="adj" fmla="val 12000"/>
            </a:avLst>
          </a:prstGeom>
          <a:solidFill>
            <a:srgbClr val="FFFFFF"/>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lang="en-GB" sz="900" b="1">
                <a:solidFill>
                  <a:schemeClr val="accent2">
                    <a:lumMod val="50000"/>
                  </a:schemeClr>
                </a:solidFill>
                <a:latin typeface="Segoe Sans Display Semibold"/>
              </a:rPr>
              <a:t>Document Extract (</a:t>
            </a:r>
            <a:r>
              <a:rPr lang="en-GB" sz="900" b="1">
                <a:solidFill>
                  <a:srgbClr val="B8860B"/>
                </a:solidFill>
                <a:latin typeface="Segoe Sans Display Semibold"/>
              </a:rPr>
              <a:t>Planned</a:t>
            </a:r>
            <a:r>
              <a:rPr lang="en-GB" sz="900" b="1">
                <a:solidFill>
                  <a:schemeClr val="accent2">
                    <a:lumMod val="50000"/>
                  </a:schemeClr>
                </a:solidFill>
                <a:latin typeface="Segoe Sans Display Semibold"/>
              </a:rPr>
              <a:t>)</a:t>
            </a:r>
          </a:p>
        </p:txBody>
      </p:sp>
      <p:sp>
        <p:nvSpPr>
          <p:cNvPr id="26" name="Rounded Rectangle 97">
            <a:extLst>
              <a:ext uri="{FF2B5EF4-FFF2-40B4-BE49-F238E27FC236}">
                <a16:creationId xmlns:a16="http://schemas.microsoft.com/office/drawing/2014/main" id="{DA42D904-7A91-A832-099F-AB6B32DA4693}"/>
              </a:ext>
            </a:extLst>
          </p:cNvPr>
          <p:cNvSpPr/>
          <p:nvPr/>
        </p:nvSpPr>
        <p:spPr>
          <a:xfrm>
            <a:off x="6971189" y="2962305"/>
            <a:ext cx="1044000" cy="468000"/>
          </a:xfrm>
          <a:prstGeom prst="roundRect">
            <a:avLst>
              <a:gd name="adj" fmla="val 12000"/>
            </a:avLst>
          </a:prstGeom>
          <a:solidFill>
            <a:srgbClr val="FFFFFF"/>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Bef>
                <a:spcPts val="0"/>
              </a:spcBef>
              <a:spcAft>
                <a:spcPts val="200"/>
              </a:spcAft>
            </a:pPr>
            <a:r>
              <a:rPr lang="en-GB" sz="900" b="1">
                <a:solidFill>
                  <a:srgbClr val="2E7D46"/>
                </a:solidFill>
                <a:latin typeface="Segoe Sans Display Semibold"/>
              </a:rPr>
              <a:t>Data Operations</a:t>
            </a:r>
            <a:endParaRPr sz="900" b="1">
              <a:solidFill>
                <a:srgbClr val="2E7D46"/>
              </a:solidFill>
              <a:latin typeface="Segoe Sans Display Semibold"/>
            </a:endParaRPr>
          </a:p>
        </p:txBody>
      </p:sp>
      <p:sp>
        <p:nvSpPr>
          <p:cNvPr id="38" name="Rounded Rectangle 98">
            <a:extLst>
              <a:ext uri="{FF2B5EF4-FFF2-40B4-BE49-F238E27FC236}">
                <a16:creationId xmlns:a16="http://schemas.microsoft.com/office/drawing/2014/main" id="{506BB31B-7A53-84F4-3614-9FA17677AC65}"/>
              </a:ext>
            </a:extLst>
          </p:cNvPr>
          <p:cNvSpPr/>
          <p:nvPr/>
        </p:nvSpPr>
        <p:spPr>
          <a:xfrm>
            <a:off x="8212340" y="2962305"/>
            <a:ext cx="1044000" cy="468000"/>
          </a:xfrm>
          <a:prstGeom prst="roundRect">
            <a:avLst>
              <a:gd name="adj" fmla="val 12000"/>
            </a:avLst>
          </a:prstGeom>
          <a:solidFill>
            <a:srgbClr val="FFFFFF"/>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Bef>
                <a:spcPts val="0"/>
              </a:spcBef>
              <a:spcAft>
                <a:spcPts val="200"/>
              </a:spcAft>
            </a:pPr>
            <a:r>
              <a:rPr lang="en-GB" sz="900" b="1">
                <a:solidFill>
                  <a:srgbClr val="2E7D46"/>
                </a:solidFill>
                <a:latin typeface="Segoe Sans Display Semibold"/>
              </a:rPr>
              <a:t>Time Operations</a:t>
            </a:r>
            <a:endParaRPr sz="900" b="1">
              <a:solidFill>
                <a:srgbClr val="2E7D46"/>
              </a:solidFill>
              <a:latin typeface="Segoe Sans Display Semibold"/>
            </a:endParaRPr>
          </a:p>
        </p:txBody>
      </p:sp>
      <p:sp>
        <p:nvSpPr>
          <p:cNvPr id="39" name="Rounded Rectangle 99">
            <a:extLst>
              <a:ext uri="{FF2B5EF4-FFF2-40B4-BE49-F238E27FC236}">
                <a16:creationId xmlns:a16="http://schemas.microsoft.com/office/drawing/2014/main" id="{3038B7F5-EFEF-4770-9AB8-0158CB326EF4}"/>
              </a:ext>
            </a:extLst>
          </p:cNvPr>
          <p:cNvSpPr/>
          <p:nvPr/>
        </p:nvSpPr>
        <p:spPr>
          <a:xfrm>
            <a:off x="9453490" y="2962305"/>
            <a:ext cx="1044000" cy="468000"/>
          </a:xfrm>
          <a:prstGeom prst="roundRect">
            <a:avLst>
              <a:gd name="adj" fmla="val 12000"/>
            </a:avLst>
          </a:prstGeom>
          <a:solidFill>
            <a:srgbClr val="FFFFFF"/>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Bef>
                <a:spcPts val="0"/>
              </a:spcBef>
              <a:spcAft>
                <a:spcPts val="200"/>
              </a:spcAft>
            </a:pPr>
            <a:r>
              <a:rPr lang="en-GB" sz="900" b="1">
                <a:solidFill>
                  <a:srgbClr val="2E7D46"/>
                </a:solidFill>
                <a:latin typeface="Segoe Sans Display Semibold"/>
              </a:rPr>
              <a:t>HTTP Requests</a:t>
            </a:r>
            <a:endParaRPr sz="900" b="1">
              <a:solidFill>
                <a:srgbClr val="2E7D46"/>
              </a:solidFill>
              <a:latin typeface="Segoe Sans Display Semibold"/>
            </a:endParaRPr>
          </a:p>
        </p:txBody>
      </p:sp>
      <p:sp>
        <p:nvSpPr>
          <p:cNvPr id="40" name="Rounded Rectangle 104">
            <a:extLst>
              <a:ext uri="{FF2B5EF4-FFF2-40B4-BE49-F238E27FC236}">
                <a16:creationId xmlns:a16="http://schemas.microsoft.com/office/drawing/2014/main" id="{43010587-AA9B-680D-0048-6730E09F57B2}"/>
              </a:ext>
            </a:extLst>
          </p:cNvPr>
          <p:cNvSpPr/>
          <p:nvPr/>
        </p:nvSpPr>
        <p:spPr>
          <a:xfrm>
            <a:off x="5142869" y="5413356"/>
            <a:ext cx="1044000" cy="468000"/>
          </a:xfrm>
          <a:prstGeom prst="roundRect">
            <a:avLst>
              <a:gd name="adj" fmla="val 10000"/>
            </a:avLst>
          </a:prstGeom>
          <a:solidFill>
            <a:srgbClr val="FFFFFF"/>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Bef>
                <a:spcPts val="0"/>
              </a:spcBef>
              <a:spcAft>
                <a:spcPts val="200"/>
              </a:spcAft>
            </a:pPr>
            <a:r>
              <a:rPr lang="en-GB" sz="900" b="1">
                <a:solidFill>
                  <a:srgbClr val="225B62"/>
                </a:solidFill>
                <a:latin typeface="Segoe Sans Display Semibold"/>
              </a:rPr>
              <a:t>If/Else </a:t>
            </a:r>
            <a:br>
              <a:rPr lang="en-GB" sz="900" b="1">
                <a:solidFill>
                  <a:srgbClr val="225B62"/>
                </a:solidFill>
                <a:latin typeface="Segoe Sans Display Semibold"/>
              </a:rPr>
            </a:br>
            <a:r>
              <a:rPr lang="en-GB" sz="900" b="1">
                <a:solidFill>
                  <a:srgbClr val="225B62"/>
                </a:solidFill>
                <a:latin typeface="Segoe Sans Display Semibold"/>
              </a:rPr>
              <a:t>Conditions</a:t>
            </a:r>
            <a:endParaRPr sz="900" b="1">
              <a:solidFill>
                <a:srgbClr val="225B62"/>
              </a:solidFill>
              <a:latin typeface="Segoe Sans Display Semibold"/>
            </a:endParaRPr>
          </a:p>
        </p:txBody>
      </p:sp>
      <p:sp>
        <p:nvSpPr>
          <p:cNvPr id="41" name="Rounded Rectangle 105">
            <a:extLst>
              <a:ext uri="{FF2B5EF4-FFF2-40B4-BE49-F238E27FC236}">
                <a16:creationId xmlns:a16="http://schemas.microsoft.com/office/drawing/2014/main" id="{FD296D60-8A41-9B8C-250A-400A754F48FD}"/>
              </a:ext>
            </a:extLst>
          </p:cNvPr>
          <p:cNvSpPr/>
          <p:nvPr/>
        </p:nvSpPr>
        <p:spPr>
          <a:xfrm>
            <a:off x="6260828" y="5415646"/>
            <a:ext cx="1044000" cy="468000"/>
          </a:xfrm>
          <a:prstGeom prst="roundRect">
            <a:avLst>
              <a:gd name="adj" fmla="val 10000"/>
            </a:avLst>
          </a:prstGeom>
          <a:solidFill>
            <a:srgbClr val="FFFFFF"/>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Bef>
                <a:spcPts val="0"/>
              </a:spcBef>
              <a:spcAft>
                <a:spcPts val="200"/>
              </a:spcAft>
            </a:pPr>
            <a:r>
              <a:rPr sz="900" b="1">
                <a:solidFill>
                  <a:srgbClr val="225B62"/>
                </a:solidFill>
                <a:latin typeface="Segoe Sans Display Semibold"/>
              </a:rPr>
              <a:t>Switch</a:t>
            </a:r>
          </a:p>
        </p:txBody>
      </p:sp>
      <p:sp>
        <p:nvSpPr>
          <p:cNvPr id="42" name="Rounded Rectangle 106">
            <a:extLst>
              <a:ext uri="{FF2B5EF4-FFF2-40B4-BE49-F238E27FC236}">
                <a16:creationId xmlns:a16="http://schemas.microsoft.com/office/drawing/2014/main" id="{9586A714-926C-0B02-167D-671A56A49C91}"/>
              </a:ext>
            </a:extLst>
          </p:cNvPr>
          <p:cNvSpPr/>
          <p:nvPr/>
        </p:nvSpPr>
        <p:spPr>
          <a:xfrm>
            <a:off x="7378787" y="5415646"/>
            <a:ext cx="1044000" cy="468000"/>
          </a:xfrm>
          <a:prstGeom prst="roundRect">
            <a:avLst>
              <a:gd name="adj" fmla="val 10000"/>
            </a:avLst>
          </a:prstGeom>
          <a:solidFill>
            <a:srgbClr val="FFFFFF"/>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Bef>
                <a:spcPts val="0"/>
              </a:spcBef>
              <a:spcAft>
                <a:spcPts val="200"/>
              </a:spcAft>
            </a:pPr>
            <a:r>
              <a:rPr sz="900" b="1">
                <a:solidFill>
                  <a:srgbClr val="225B62"/>
                </a:solidFill>
                <a:latin typeface="Segoe Sans Display Semibold"/>
              </a:rPr>
              <a:t>Loop</a:t>
            </a:r>
          </a:p>
        </p:txBody>
      </p:sp>
      <p:sp>
        <p:nvSpPr>
          <p:cNvPr id="43" name="Rounded Rectangle 107">
            <a:extLst>
              <a:ext uri="{FF2B5EF4-FFF2-40B4-BE49-F238E27FC236}">
                <a16:creationId xmlns:a16="http://schemas.microsoft.com/office/drawing/2014/main" id="{5346D30B-4863-2B2D-A2C3-2571E6437C61}"/>
              </a:ext>
            </a:extLst>
          </p:cNvPr>
          <p:cNvSpPr/>
          <p:nvPr/>
        </p:nvSpPr>
        <p:spPr>
          <a:xfrm>
            <a:off x="8496746" y="5415646"/>
            <a:ext cx="1044000" cy="468000"/>
          </a:xfrm>
          <a:prstGeom prst="roundRect">
            <a:avLst>
              <a:gd name="adj" fmla="val 10000"/>
            </a:avLst>
          </a:prstGeom>
          <a:solidFill>
            <a:srgbClr val="FFFFFF"/>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Bef>
                <a:spcPts val="0"/>
              </a:spcBef>
              <a:spcAft>
                <a:spcPts val="200"/>
              </a:spcAft>
            </a:pPr>
            <a:r>
              <a:rPr sz="900" b="1">
                <a:solidFill>
                  <a:srgbClr val="225B62"/>
                </a:solidFill>
                <a:latin typeface="Segoe Sans Display Semibold"/>
              </a:rPr>
              <a:t>Scope</a:t>
            </a:r>
          </a:p>
        </p:txBody>
      </p:sp>
      <p:sp>
        <p:nvSpPr>
          <p:cNvPr id="44" name="Rounded Rectangle 108">
            <a:extLst>
              <a:ext uri="{FF2B5EF4-FFF2-40B4-BE49-F238E27FC236}">
                <a16:creationId xmlns:a16="http://schemas.microsoft.com/office/drawing/2014/main" id="{7ACC108F-50CD-8A27-2A84-40DA31707AAF}"/>
              </a:ext>
            </a:extLst>
          </p:cNvPr>
          <p:cNvSpPr/>
          <p:nvPr/>
        </p:nvSpPr>
        <p:spPr>
          <a:xfrm>
            <a:off x="9614703" y="5412154"/>
            <a:ext cx="1044000" cy="468000"/>
          </a:xfrm>
          <a:prstGeom prst="roundRect">
            <a:avLst>
              <a:gd name="adj" fmla="val 10000"/>
            </a:avLst>
          </a:prstGeom>
          <a:solidFill>
            <a:srgbClr val="FFFFFF"/>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Bef>
                <a:spcPts val="0"/>
              </a:spcBef>
              <a:spcAft>
                <a:spcPts val="200"/>
              </a:spcAft>
            </a:pPr>
            <a:r>
              <a:rPr sz="900" b="1">
                <a:solidFill>
                  <a:srgbClr val="225B62"/>
                </a:solidFill>
                <a:latin typeface="Segoe Sans Display Semibold"/>
              </a:rPr>
              <a:t>Terminate</a:t>
            </a:r>
          </a:p>
        </p:txBody>
      </p:sp>
      <p:sp>
        <p:nvSpPr>
          <p:cNvPr id="45" name="Rounded Rectangle 111">
            <a:extLst>
              <a:ext uri="{FF2B5EF4-FFF2-40B4-BE49-F238E27FC236}">
                <a16:creationId xmlns:a16="http://schemas.microsoft.com/office/drawing/2014/main" id="{41E39A17-1A67-B552-F169-9E7AC4336BAB}"/>
              </a:ext>
            </a:extLst>
          </p:cNvPr>
          <p:cNvSpPr/>
          <p:nvPr/>
        </p:nvSpPr>
        <p:spPr>
          <a:xfrm>
            <a:off x="1213427" y="5412154"/>
            <a:ext cx="1044000" cy="468000"/>
          </a:xfrm>
          <a:prstGeom prst="roundRect">
            <a:avLst>
              <a:gd name="adj" fmla="val 10000"/>
            </a:avLst>
          </a:prstGeom>
          <a:solidFill>
            <a:srgbClr val="FFFFFF"/>
          </a:solidFill>
          <a:ln w="9525">
            <a:solidFill>
              <a:schemeClr val="tx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Bef>
                <a:spcPts val="0"/>
              </a:spcBef>
              <a:spcAft>
                <a:spcPts val="200"/>
              </a:spcAft>
            </a:pPr>
            <a:r>
              <a:rPr sz="900" b="1">
                <a:solidFill>
                  <a:schemeClr val="tx2">
                    <a:lumMod val="85000"/>
                    <a:lumOff val="15000"/>
                  </a:schemeClr>
                </a:solidFill>
                <a:latin typeface="Segoe Sans Display Semibold"/>
              </a:rPr>
              <a:t>Variables</a:t>
            </a:r>
          </a:p>
        </p:txBody>
      </p:sp>
      <p:sp>
        <p:nvSpPr>
          <p:cNvPr id="46" name="Rounded Rectangle 112">
            <a:extLst>
              <a:ext uri="{FF2B5EF4-FFF2-40B4-BE49-F238E27FC236}">
                <a16:creationId xmlns:a16="http://schemas.microsoft.com/office/drawing/2014/main" id="{E8A623D3-9A7E-B753-B276-BD0D7C6C21F3}"/>
              </a:ext>
            </a:extLst>
          </p:cNvPr>
          <p:cNvSpPr/>
          <p:nvPr/>
        </p:nvSpPr>
        <p:spPr>
          <a:xfrm>
            <a:off x="2401608" y="5412154"/>
            <a:ext cx="1044000" cy="468000"/>
          </a:xfrm>
          <a:prstGeom prst="roundRect">
            <a:avLst>
              <a:gd name="adj" fmla="val 10000"/>
            </a:avLst>
          </a:prstGeom>
          <a:solidFill>
            <a:srgbClr val="FFFFFF"/>
          </a:solidFill>
          <a:ln w="9525">
            <a:solidFill>
              <a:schemeClr val="tx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Bef>
                <a:spcPts val="0"/>
              </a:spcBef>
              <a:spcAft>
                <a:spcPts val="200"/>
              </a:spcAft>
            </a:pPr>
            <a:r>
              <a:rPr lang="en-GB" sz="900" b="1">
                <a:solidFill>
                  <a:schemeClr val="tx2">
                    <a:lumMod val="85000"/>
                    <a:lumOff val="15000"/>
                  </a:schemeClr>
                </a:solidFill>
                <a:latin typeface="Segoe Sans Display Semibold"/>
              </a:rPr>
              <a:t>Dynamic Content</a:t>
            </a:r>
            <a:endParaRPr sz="900" b="1">
              <a:solidFill>
                <a:schemeClr val="tx2">
                  <a:lumMod val="85000"/>
                  <a:lumOff val="15000"/>
                </a:schemeClr>
              </a:solidFill>
              <a:latin typeface="Segoe Sans Display Semibold"/>
            </a:endParaRPr>
          </a:p>
        </p:txBody>
      </p:sp>
      <p:sp>
        <p:nvSpPr>
          <p:cNvPr id="47" name="Rounded Rectangle 112">
            <a:extLst>
              <a:ext uri="{FF2B5EF4-FFF2-40B4-BE49-F238E27FC236}">
                <a16:creationId xmlns:a16="http://schemas.microsoft.com/office/drawing/2014/main" id="{0B86C676-5095-A984-AA69-4C6939AAF148}"/>
              </a:ext>
            </a:extLst>
          </p:cNvPr>
          <p:cNvSpPr/>
          <p:nvPr/>
        </p:nvSpPr>
        <p:spPr>
          <a:xfrm>
            <a:off x="3589788" y="5412689"/>
            <a:ext cx="1044000" cy="468000"/>
          </a:xfrm>
          <a:prstGeom prst="roundRect">
            <a:avLst>
              <a:gd name="adj" fmla="val 10000"/>
            </a:avLst>
          </a:prstGeom>
          <a:solidFill>
            <a:srgbClr val="FFFFFF"/>
          </a:solidFill>
          <a:ln w="9525">
            <a:solidFill>
              <a:schemeClr val="tx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lang="en-GB" sz="900" b="1">
                <a:solidFill>
                  <a:schemeClr val="tx2">
                    <a:lumMod val="85000"/>
                    <a:lumOff val="15000"/>
                  </a:schemeClr>
                </a:solidFill>
                <a:latin typeface="Segoe Sans Display Semibold"/>
              </a:rPr>
              <a:t>WDL</a:t>
            </a:r>
            <a:endParaRPr lang="en-GB" sz="900" b="1">
              <a:solidFill>
                <a:schemeClr val="tx2">
                  <a:lumMod val="85000"/>
                  <a:lumOff val="15000"/>
                </a:schemeClr>
              </a:solidFill>
              <a:latin typeface="Segoe Sans Display Semibold"/>
              <a:cs typeface="Segoe Sans Display Semibold"/>
            </a:endParaRPr>
          </a:p>
          <a:p>
            <a:pPr algn="ctr">
              <a:spcAft>
                <a:spcPts val="200"/>
              </a:spcAft>
            </a:pPr>
            <a:r>
              <a:rPr lang="en-GB" sz="900" b="1">
                <a:solidFill>
                  <a:schemeClr val="tx2">
                    <a:lumMod val="85000"/>
                    <a:lumOff val="15000"/>
                  </a:schemeClr>
                </a:solidFill>
                <a:latin typeface="Segoe Sans Display Semibold"/>
              </a:rPr>
              <a:t>Expressions</a:t>
            </a:r>
            <a:endParaRPr lang="en-NL" sz="900" b="1">
              <a:solidFill>
                <a:schemeClr val="tx2">
                  <a:lumMod val="85000"/>
                  <a:lumOff val="15000"/>
                </a:schemeClr>
              </a:solidFill>
              <a:latin typeface="Segoe Sans Display Semibold"/>
              <a:cs typeface="Segoe Sans Display Semibold"/>
            </a:endParaRPr>
          </a:p>
        </p:txBody>
      </p:sp>
      <p:sp>
        <p:nvSpPr>
          <p:cNvPr id="48" name="Rounded Rectangle 94">
            <a:extLst>
              <a:ext uri="{FF2B5EF4-FFF2-40B4-BE49-F238E27FC236}">
                <a16:creationId xmlns:a16="http://schemas.microsoft.com/office/drawing/2014/main" id="{C48427C9-6157-1521-C7D7-A2F93D787722}"/>
              </a:ext>
            </a:extLst>
          </p:cNvPr>
          <p:cNvSpPr/>
          <p:nvPr/>
        </p:nvSpPr>
        <p:spPr>
          <a:xfrm>
            <a:off x="9527746" y="1731453"/>
            <a:ext cx="1044000" cy="468000"/>
          </a:xfrm>
          <a:prstGeom prst="roundRect">
            <a:avLst>
              <a:gd name="adj" fmla="val 12000"/>
            </a:avLst>
          </a:prstGeom>
          <a:solidFill>
            <a:srgbClr val="FFFFFF"/>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lang="en-GB" sz="900" b="1">
                <a:solidFill>
                  <a:schemeClr val="accent2">
                    <a:lumMod val="50000"/>
                  </a:schemeClr>
                </a:solidFill>
                <a:latin typeface="Segoe Sans Display Semibold"/>
              </a:rPr>
              <a:t>Computer-Using Agents (</a:t>
            </a:r>
            <a:r>
              <a:rPr lang="en-GB" sz="900" b="1">
                <a:solidFill>
                  <a:srgbClr val="B8860B"/>
                </a:solidFill>
                <a:latin typeface="Segoe Sans Display Semibold"/>
              </a:rPr>
              <a:t>Planned</a:t>
            </a:r>
            <a:r>
              <a:rPr lang="en-GB" sz="900" b="1">
                <a:solidFill>
                  <a:schemeClr val="accent2">
                    <a:lumMod val="50000"/>
                  </a:schemeClr>
                </a:solidFill>
                <a:latin typeface="Segoe Sans Display Semibold"/>
              </a:rPr>
              <a:t>)</a:t>
            </a:r>
          </a:p>
        </p:txBody>
      </p:sp>
      <p:sp>
        <p:nvSpPr>
          <p:cNvPr id="49" name="Rounded Rectangle 104">
            <a:extLst>
              <a:ext uri="{FF2B5EF4-FFF2-40B4-BE49-F238E27FC236}">
                <a16:creationId xmlns:a16="http://schemas.microsoft.com/office/drawing/2014/main" id="{8CEE8EF7-7343-FD96-CF77-CF1424F28FE8}"/>
              </a:ext>
            </a:extLst>
          </p:cNvPr>
          <p:cNvSpPr/>
          <p:nvPr/>
        </p:nvSpPr>
        <p:spPr>
          <a:xfrm>
            <a:off x="3874209" y="2962305"/>
            <a:ext cx="1044000" cy="468000"/>
          </a:xfrm>
          <a:prstGeom prst="roundRect">
            <a:avLst>
              <a:gd name="adj" fmla="val 10000"/>
            </a:avLst>
          </a:prstGeom>
          <a:solidFill>
            <a:srgbClr val="FFFFFF"/>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Bef>
                <a:spcPts val="0"/>
              </a:spcBef>
              <a:spcAft>
                <a:spcPts val="200"/>
              </a:spcAft>
            </a:pPr>
            <a:r>
              <a:rPr lang="en-GB" sz="900" b="1">
                <a:solidFill>
                  <a:srgbClr val="225B62"/>
                </a:solidFill>
                <a:latin typeface="Segoe Sans Display Semibold"/>
              </a:rPr>
              <a:t>Prebuilt</a:t>
            </a:r>
            <a:endParaRPr sz="900" b="1">
              <a:solidFill>
                <a:srgbClr val="225B62"/>
              </a:solidFill>
              <a:latin typeface="Segoe Sans Display Semibold"/>
            </a:endParaRPr>
          </a:p>
        </p:txBody>
      </p:sp>
      <p:sp>
        <p:nvSpPr>
          <p:cNvPr id="50" name="Rounded Rectangle 105">
            <a:extLst>
              <a:ext uri="{FF2B5EF4-FFF2-40B4-BE49-F238E27FC236}">
                <a16:creationId xmlns:a16="http://schemas.microsoft.com/office/drawing/2014/main" id="{9E87AEA0-144E-9DC5-E903-9AA4C7D835FA}"/>
              </a:ext>
            </a:extLst>
          </p:cNvPr>
          <p:cNvSpPr/>
          <p:nvPr/>
        </p:nvSpPr>
        <p:spPr>
          <a:xfrm>
            <a:off x="5119495" y="2956905"/>
            <a:ext cx="1044000" cy="468000"/>
          </a:xfrm>
          <a:prstGeom prst="roundRect">
            <a:avLst>
              <a:gd name="adj" fmla="val 10000"/>
            </a:avLst>
          </a:prstGeom>
          <a:solidFill>
            <a:srgbClr val="FFFFFF"/>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Bef>
                <a:spcPts val="0"/>
              </a:spcBef>
              <a:spcAft>
                <a:spcPts val="200"/>
              </a:spcAft>
            </a:pPr>
            <a:r>
              <a:rPr lang="en-GB" sz="900" b="1">
                <a:solidFill>
                  <a:srgbClr val="225B62"/>
                </a:solidFill>
                <a:latin typeface="Segoe Sans Display Semibold"/>
              </a:rPr>
              <a:t>Custom</a:t>
            </a:r>
            <a:endParaRPr sz="900" b="1">
              <a:solidFill>
                <a:srgbClr val="225B62"/>
              </a:solidFill>
              <a:latin typeface="Segoe Sans Display Semibold"/>
            </a:endParaRPr>
          </a:p>
        </p:txBody>
      </p:sp>
      <p:sp>
        <p:nvSpPr>
          <p:cNvPr id="51" name="Rounded Rectangle 104">
            <a:extLst>
              <a:ext uri="{FF2B5EF4-FFF2-40B4-BE49-F238E27FC236}">
                <a16:creationId xmlns:a16="http://schemas.microsoft.com/office/drawing/2014/main" id="{7EE2A149-8095-E3A9-96AB-7E32DD23635E}"/>
              </a:ext>
            </a:extLst>
          </p:cNvPr>
          <p:cNvSpPr/>
          <p:nvPr/>
        </p:nvSpPr>
        <p:spPr>
          <a:xfrm>
            <a:off x="3753499" y="4168902"/>
            <a:ext cx="1164709" cy="468000"/>
          </a:xfrm>
          <a:prstGeom prst="roundRect">
            <a:avLst>
              <a:gd name="adj" fmla="val 10000"/>
            </a:avLst>
          </a:prstGeom>
          <a:solidFill>
            <a:srgbClr val="FFFFFF"/>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Bef>
                <a:spcPts val="0"/>
              </a:spcBef>
              <a:spcAft>
                <a:spcPts val="200"/>
              </a:spcAft>
            </a:pPr>
            <a:r>
              <a:rPr lang="en-GB" sz="900" b="1">
                <a:solidFill>
                  <a:schemeClr val="accent1">
                    <a:lumMod val="50000"/>
                  </a:schemeClr>
                </a:solidFill>
                <a:latin typeface="Segoe Sans Display Semibold"/>
              </a:rPr>
              <a:t>Human Review Request </a:t>
            </a:r>
            <a:endParaRPr sz="900" b="1">
              <a:solidFill>
                <a:schemeClr val="accent1">
                  <a:lumMod val="50000"/>
                </a:schemeClr>
              </a:solidFill>
              <a:latin typeface="Segoe Sans Display Semibold"/>
            </a:endParaRPr>
          </a:p>
        </p:txBody>
      </p:sp>
      <p:sp>
        <p:nvSpPr>
          <p:cNvPr id="52" name="Rounded Rectangle 105">
            <a:extLst>
              <a:ext uri="{FF2B5EF4-FFF2-40B4-BE49-F238E27FC236}">
                <a16:creationId xmlns:a16="http://schemas.microsoft.com/office/drawing/2014/main" id="{D2CC4998-D8EA-5FE9-0DB3-8F6E32E3FE9A}"/>
              </a:ext>
            </a:extLst>
          </p:cNvPr>
          <p:cNvSpPr/>
          <p:nvPr/>
        </p:nvSpPr>
        <p:spPr>
          <a:xfrm>
            <a:off x="5061886" y="4168902"/>
            <a:ext cx="1089934" cy="468000"/>
          </a:xfrm>
          <a:prstGeom prst="roundRect">
            <a:avLst>
              <a:gd name="adj" fmla="val 10000"/>
            </a:avLst>
          </a:prstGeom>
          <a:solidFill>
            <a:srgbClr val="FFFFFF"/>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Bef>
                <a:spcPts val="0"/>
              </a:spcBef>
              <a:spcAft>
                <a:spcPts val="200"/>
              </a:spcAft>
            </a:pPr>
            <a:r>
              <a:rPr lang="en-GB" sz="900" b="1">
                <a:solidFill>
                  <a:schemeClr val="accent1">
                    <a:lumMod val="50000"/>
                  </a:schemeClr>
                </a:solidFill>
                <a:latin typeface="Segoe Sans Display Semibold"/>
              </a:rPr>
              <a:t>Agents with  Human Assistance </a:t>
            </a:r>
            <a:endParaRPr sz="900" b="1">
              <a:solidFill>
                <a:schemeClr val="accent1">
                  <a:lumMod val="50000"/>
                </a:schemeClr>
              </a:solidFill>
              <a:latin typeface="Segoe Sans Display Semibold"/>
            </a:endParaRPr>
          </a:p>
        </p:txBody>
      </p:sp>
      <p:sp>
        <p:nvSpPr>
          <p:cNvPr id="54" name="Rounded Rectangle 105">
            <a:extLst>
              <a:ext uri="{FF2B5EF4-FFF2-40B4-BE49-F238E27FC236}">
                <a16:creationId xmlns:a16="http://schemas.microsoft.com/office/drawing/2014/main" id="{D53CF902-A29F-CE22-4039-6347D8B2F6CC}"/>
              </a:ext>
            </a:extLst>
          </p:cNvPr>
          <p:cNvSpPr/>
          <p:nvPr/>
        </p:nvSpPr>
        <p:spPr>
          <a:xfrm>
            <a:off x="6295495" y="4169839"/>
            <a:ext cx="1083291" cy="468000"/>
          </a:xfrm>
          <a:prstGeom prst="roundRect">
            <a:avLst>
              <a:gd name="adj" fmla="val 10000"/>
            </a:avLst>
          </a:prstGeom>
          <a:solidFill>
            <a:srgbClr val="FFFFFF"/>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Bef>
                <a:spcPts val="0"/>
              </a:spcBef>
              <a:spcAft>
                <a:spcPts val="200"/>
              </a:spcAft>
            </a:pPr>
            <a:r>
              <a:rPr lang="en-GB" sz="900" b="1">
                <a:solidFill>
                  <a:schemeClr val="accent1">
                    <a:lumMod val="50000"/>
                  </a:schemeClr>
                </a:solidFill>
                <a:latin typeface="Segoe Sans Display Semibold"/>
              </a:rPr>
              <a:t>Approvals</a:t>
            </a:r>
            <a:br>
              <a:rPr lang="en-GB" sz="900" b="1">
                <a:solidFill>
                  <a:schemeClr val="accent1">
                    <a:lumMod val="50000"/>
                  </a:schemeClr>
                </a:solidFill>
                <a:latin typeface="Segoe Sans Display Semibold"/>
              </a:rPr>
            </a:br>
            <a:r>
              <a:rPr lang="en-GB" sz="900" b="1">
                <a:solidFill>
                  <a:schemeClr val="accent1">
                    <a:lumMod val="50000"/>
                  </a:schemeClr>
                </a:solidFill>
                <a:latin typeface="Segoe Sans Display Semibold"/>
              </a:rPr>
              <a:t>(Connector)</a:t>
            </a:r>
            <a:endParaRPr sz="900" b="1">
              <a:solidFill>
                <a:schemeClr val="accent1">
                  <a:lumMod val="50000"/>
                </a:schemeClr>
              </a:solidFill>
              <a:latin typeface="Segoe Sans Display Semibold"/>
            </a:endParaRPr>
          </a:p>
        </p:txBody>
      </p:sp>
      <p:sp>
        <p:nvSpPr>
          <p:cNvPr id="55" name="Rounded Rectangle 104">
            <a:extLst>
              <a:ext uri="{FF2B5EF4-FFF2-40B4-BE49-F238E27FC236}">
                <a16:creationId xmlns:a16="http://schemas.microsoft.com/office/drawing/2014/main" id="{2FA702BA-2F54-58F4-13A8-D8A4C6FE6661}"/>
              </a:ext>
            </a:extLst>
          </p:cNvPr>
          <p:cNvSpPr/>
          <p:nvPr/>
        </p:nvSpPr>
        <p:spPr>
          <a:xfrm>
            <a:off x="9126702" y="4169839"/>
            <a:ext cx="1044000" cy="468000"/>
          </a:xfrm>
          <a:prstGeom prst="roundRect">
            <a:avLst>
              <a:gd name="adj" fmla="val 10000"/>
            </a:avLst>
          </a:prstGeom>
          <a:solidFill>
            <a:srgbClr val="FFFFFF"/>
          </a:solidFill>
          <a:ln w="9525">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Aft>
                <a:spcPts val="200"/>
              </a:spcAft>
            </a:pPr>
            <a:r>
              <a:rPr lang="en-GB" sz="900" b="1">
                <a:solidFill>
                  <a:srgbClr val="225B62"/>
                </a:solidFill>
                <a:latin typeface="Segoe Sans Display Semibold"/>
              </a:rPr>
              <a:t>Code Execution</a:t>
            </a:r>
            <a:br>
              <a:rPr lang="en-GB" sz="900" b="1">
                <a:latin typeface="Segoe Sans Display Semibold"/>
              </a:rPr>
            </a:br>
            <a:r>
              <a:rPr lang="en-GB" sz="900" b="1">
                <a:solidFill>
                  <a:srgbClr val="225B62"/>
                </a:solidFill>
                <a:latin typeface="Segoe Sans Display Semibold"/>
                <a:cs typeface="Segoe Sans Display Semibold"/>
              </a:rPr>
              <a:t>(</a:t>
            </a:r>
            <a:r>
              <a:rPr lang="en-GB" sz="900" b="1">
                <a:solidFill>
                  <a:srgbClr val="B8860B"/>
                </a:solidFill>
                <a:latin typeface="Segoe Sans Display Semibold"/>
                <a:cs typeface="Segoe Sans Display Semibold"/>
              </a:rPr>
              <a:t>Planned</a:t>
            </a:r>
            <a:r>
              <a:rPr lang="en-GB" sz="900" b="1">
                <a:solidFill>
                  <a:srgbClr val="225B62"/>
                </a:solidFill>
                <a:latin typeface="Segoe Sans Display Semibold"/>
                <a:cs typeface="Segoe Sans Display Semibold"/>
              </a:rPr>
              <a:t>)</a:t>
            </a:r>
            <a:endParaRPr lang="en-GB" sz="900" b="1">
              <a:solidFill>
                <a:srgbClr val="225B62"/>
              </a:solidFill>
              <a:latin typeface="Segoe Sans Display Semibold"/>
            </a:endParaRPr>
          </a:p>
        </p:txBody>
      </p:sp>
      <p:sp>
        <p:nvSpPr>
          <p:cNvPr id="56" name="Rounded Rectangle 105">
            <a:extLst>
              <a:ext uri="{FF2B5EF4-FFF2-40B4-BE49-F238E27FC236}">
                <a16:creationId xmlns:a16="http://schemas.microsoft.com/office/drawing/2014/main" id="{390425AF-935A-9F90-AB98-501913D20AE0}"/>
              </a:ext>
            </a:extLst>
          </p:cNvPr>
          <p:cNvSpPr/>
          <p:nvPr/>
        </p:nvSpPr>
        <p:spPr>
          <a:xfrm>
            <a:off x="7506141" y="4170316"/>
            <a:ext cx="1127496" cy="468000"/>
          </a:xfrm>
          <a:prstGeom prst="roundRect">
            <a:avLst>
              <a:gd name="adj" fmla="val 10000"/>
            </a:avLst>
          </a:prstGeom>
          <a:solidFill>
            <a:srgbClr val="FFFFFF"/>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spcBef>
                <a:spcPts val="0"/>
              </a:spcBef>
              <a:spcAft>
                <a:spcPts val="200"/>
              </a:spcAft>
            </a:pPr>
            <a:r>
              <a:rPr lang="en-GB" sz="900" b="1">
                <a:solidFill>
                  <a:schemeClr val="accent1">
                    <a:lumMod val="50000"/>
                  </a:schemeClr>
                </a:solidFill>
                <a:latin typeface="Segoe Sans Display Semibold"/>
              </a:rPr>
              <a:t>Adaptive Cards in Teams (Connector)</a:t>
            </a:r>
            <a:endParaRPr sz="900" b="1">
              <a:solidFill>
                <a:schemeClr val="accent1">
                  <a:lumMod val="50000"/>
                </a:schemeClr>
              </a:solidFill>
              <a:latin typeface="Segoe Sans Display Semibold"/>
            </a:endParaRPr>
          </a:p>
        </p:txBody>
      </p:sp>
    </p:spTree>
    <p:extLst>
      <p:ext uri="{BB962C8B-B14F-4D97-AF65-F5344CB8AC3E}">
        <p14:creationId xmlns:p14="http://schemas.microsoft.com/office/powerpoint/2010/main" val="137275120"/>
      </p:ext>
    </p:extLst>
  </p:cSld>
  <p:clrMapOvr>
    <a:masterClrMapping/>
  </p:clrMapOvr>
  <p:transition>
    <p:fade/>
  </p:transition>
  <p:extLst>
    <p:ext uri="{6950BFC3-D8DA-4A85-94F7-54DA5524770B}"/>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A625A-C467-4E0E-157A-620CF2EEE625}"/>
            </a:ext>
          </a:extLst>
        </p:cNvPr>
        <p:cNvGrpSpPr/>
        <p:nvPr/>
      </p:nvGrpSpPr>
      <p:grpSpPr>
        <a:xfrm>
          <a:off x="0" y="0"/>
          <a:ext cx="0" cy="0"/>
          <a:chOff x="0" y="0"/>
          <a:chExt cx="0" cy="0"/>
        </a:xfrm>
      </p:grpSpPr>
      <p:sp>
        <p:nvSpPr>
          <p:cNvPr id="53" name="Title 1">
            <a:extLst>
              <a:ext uri="{FF2B5EF4-FFF2-40B4-BE49-F238E27FC236}">
                <a16:creationId xmlns:a16="http://schemas.microsoft.com/office/drawing/2014/main" id="{F0FF4D2B-A562-9CAF-FAF9-C7C28D366034}"/>
              </a:ext>
            </a:extLst>
          </p:cNvPr>
          <p:cNvSpPr txBox="1">
            <a:spLocks/>
          </p:cNvSpPr>
          <p:nvPr/>
        </p:nvSpPr>
        <p:spPr>
          <a:xfrm>
            <a:off x="403742" y="503081"/>
            <a:ext cx="11378184" cy="492443"/>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r>
              <a:rPr lang="en-US" sz="2800" b="1">
                <a:solidFill>
                  <a:srgbClr val="000000"/>
                </a:solidFill>
              </a:rPr>
              <a:t>Choose the right level of intelligence per step, no less, no more</a:t>
            </a:r>
          </a:p>
        </p:txBody>
      </p:sp>
      <p:sp>
        <p:nvSpPr>
          <p:cNvPr id="60" name="Text Placeholder 59">
            <a:extLst>
              <a:ext uri="{FF2B5EF4-FFF2-40B4-BE49-F238E27FC236}">
                <a16:creationId xmlns:a16="http://schemas.microsoft.com/office/drawing/2014/main" id="{FF2ABA8C-593F-EDB5-33D5-99EDBFD438D0}"/>
              </a:ext>
            </a:extLst>
          </p:cNvPr>
          <p:cNvSpPr>
            <a:spLocks noGrp="1"/>
          </p:cNvSpPr>
          <p:nvPr>
            <p:ph type="body" sz="quarter" idx="11"/>
          </p:nvPr>
        </p:nvSpPr>
        <p:spPr>
          <a:xfrm>
            <a:off x="516003" y="319914"/>
            <a:ext cx="11052046" cy="153888"/>
          </a:xfrm>
        </p:spPr>
        <p:txBody>
          <a:bodyPr vert="horz" wrap="square" lIns="0" tIns="0" rIns="0" bIns="0" rtlCol="0">
            <a:spAutoFit/>
          </a:bodyPr>
          <a:lstStyle/>
          <a:p>
            <a:r>
              <a:rPr lang="en-US">
                <a:solidFill>
                  <a:srgbClr val="4B5563"/>
                </a:solidFill>
                <a:latin typeface="Aptos"/>
              </a:rPr>
              <a:t>USING AI CAPABILITIES IS A QUESTION OF CONTEXT, COST AND TIME OPTIMIZATION. Choose the right level of intelligence per step, no less, no more</a:t>
            </a:r>
          </a:p>
        </p:txBody>
      </p:sp>
      <p:sp>
        <p:nvSpPr>
          <p:cNvPr id="21" name="TextBox 20">
            <a:extLst>
              <a:ext uri="{FF2B5EF4-FFF2-40B4-BE49-F238E27FC236}">
                <a16:creationId xmlns:a16="http://schemas.microsoft.com/office/drawing/2014/main" id="{50AFB3DD-ED23-3ED8-507E-3D9BC809EC42}"/>
              </a:ext>
            </a:extLst>
          </p:cNvPr>
          <p:cNvSpPr txBox="1"/>
          <p:nvPr/>
        </p:nvSpPr>
        <p:spPr>
          <a:xfrm>
            <a:off x="443659" y="1117610"/>
            <a:ext cx="11091672" cy="263149"/>
          </a:xfrm>
          <a:prstGeom prst="rect">
            <a:avLst/>
          </a:prstGeom>
          <a:noFill/>
        </p:spPr>
        <p:txBody>
          <a:bodyPr wrap="square" lIns="64008" tIns="27432" rIns="64008" bIns="27432" anchor="t">
            <a:spAutoFit/>
          </a:bodyPr>
          <a:lstStyle/>
          <a:p>
            <a:pPr>
              <a:spcAft>
                <a:spcPts val="200"/>
              </a:spcAft>
              <a:defRPr/>
            </a:pPr>
            <a:r>
              <a:rPr kumimoji="0" lang="en-GB" sz="1350" b="0" i="0" u="none" strike="noStrike" kern="1200" cap="none" spc="0" normalizeH="0" baseline="0" noProof="0">
                <a:ln>
                  <a:noFill/>
                </a:ln>
                <a:effectLst/>
                <a:uLnTx/>
                <a:uFillTx/>
                <a:latin typeface="Segoe Sans Display"/>
                <a:ea typeface="+mn-ea"/>
                <a:cs typeface="+mn-cs"/>
              </a:rPr>
              <a:t>In a workflow</a:t>
            </a:r>
            <a:r>
              <a:rPr lang="en-GB" sz="1350">
                <a:latin typeface="Segoe Sans Display"/>
              </a:rPr>
              <a:t>s step, </a:t>
            </a:r>
            <a:r>
              <a:rPr kumimoji="0" lang="en-GB" sz="1350" b="0" i="0" u="none" strike="noStrike" kern="1200" cap="none" spc="0" normalizeH="0" baseline="0" noProof="0">
                <a:ln>
                  <a:noFill/>
                </a:ln>
                <a:effectLst/>
                <a:uLnTx/>
                <a:uFillTx/>
                <a:latin typeface="Segoe Sans Display"/>
                <a:ea typeface="+mn-ea"/>
                <a:cs typeface="+mn-cs"/>
              </a:rPr>
              <a:t>AI usage</a:t>
            </a:r>
            <a:r>
              <a:rPr lang="en-GB" sz="1350">
                <a:latin typeface="Segoe Sans Display"/>
              </a:rPr>
              <a:t> can go from n</a:t>
            </a:r>
            <a:r>
              <a:rPr kumimoji="0" lang="en-GB" sz="1350" b="0" i="0" u="none" strike="noStrike" kern="1200" cap="none" spc="0" normalizeH="0" baseline="0" noProof="0">
                <a:ln>
                  <a:noFill/>
                </a:ln>
                <a:effectLst/>
                <a:uLnTx/>
                <a:uFillTx/>
                <a:latin typeface="Segoe Sans Display"/>
                <a:ea typeface="+mn-ea"/>
                <a:cs typeface="+mn-cs"/>
              </a:rPr>
              <a:t>one, through lightweight (LLM-powered), to orchestration at runtime</a:t>
            </a:r>
            <a:r>
              <a:rPr lang="en-GB" sz="1350">
                <a:latin typeface="Segoe Sans Display"/>
              </a:rPr>
              <a:t>. </a:t>
            </a:r>
            <a:endParaRPr lang="en-GB" sz="1350" b="0" i="0" u="none" strike="noStrike" kern="1200" cap="none" spc="0" normalizeH="0" baseline="0" noProof="0">
              <a:ln>
                <a:noFill/>
              </a:ln>
              <a:effectLst/>
              <a:uLnTx/>
              <a:uFillTx/>
              <a:latin typeface="Segoe Sans Display"/>
              <a:cs typeface="Segoe Sans Display"/>
            </a:endParaRPr>
          </a:p>
        </p:txBody>
      </p:sp>
      <p:sp>
        <p:nvSpPr>
          <p:cNvPr id="2" name="Rounded Rectangle 82">
            <a:extLst>
              <a:ext uri="{FF2B5EF4-FFF2-40B4-BE49-F238E27FC236}">
                <a16:creationId xmlns:a16="http://schemas.microsoft.com/office/drawing/2014/main" id="{79EC2203-4236-12D0-D8F1-B55BC431E254}"/>
              </a:ext>
            </a:extLst>
          </p:cNvPr>
          <p:cNvSpPr/>
          <p:nvPr/>
        </p:nvSpPr>
        <p:spPr>
          <a:xfrm>
            <a:off x="549700" y="2317690"/>
            <a:ext cx="822960" cy="457200"/>
          </a:xfrm>
          <a:prstGeom prst="roundRect">
            <a:avLst>
              <a:gd name="adj" fmla="val 14000"/>
            </a:avLst>
          </a:prstGeom>
          <a:solidFill>
            <a:schemeClr val="bg1">
              <a:lumMod val="95000"/>
            </a:schemeClr>
          </a:solidFill>
          <a:ln w="19050">
            <a:solidFill>
              <a:schemeClr val="tx2">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spcBef>
                <a:spcPts val="0"/>
              </a:spcBef>
              <a:spcAft>
                <a:spcPts val="200"/>
              </a:spcAft>
            </a:pPr>
            <a:r>
              <a:rPr sz="1100" b="1">
                <a:solidFill>
                  <a:schemeClr val="tx2">
                    <a:lumMod val="75000"/>
                    <a:lumOff val="25000"/>
                  </a:schemeClr>
                </a:solidFill>
                <a:latin typeface="Segoe Sans Display Semibold"/>
              </a:rPr>
              <a:t>Trigger</a:t>
            </a:r>
          </a:p>
        </p:txBody>
      </p:sp>
      <p:sp>
        <p:nvSpPr>
          <p:cNvPr id="7" name="Rounded Rectangle 85">
            <a:extLst>
              <a:ext uri="{FF2B5EF4-FFF2-40B4-BE49-F238E27FC236}">
                <a16:creationId xmlns:a16="http://schemas.microsoft.com/office/drawing/2014/main" id="{FD731CFF-8B80-03F0-950A-AB7AC4AE8991}"/>
              </a:ext>
            </a:extLst>
          </p:cNvPr>
          <p:cNvSpPr/>
          <p:nvPr/>
        </p:nvSpPr>
        <p:spPr>
          <a:xfrm>
            <a:off x="7877158" y="1915609"/>
            <a:ext cx="1624718" cy="457200"/>
          </a:xfrm>
          <a:prstGeom prst="roundRect">
            <a:avLst>
              <a:gd name="adj" fmla="val 14000"/>
            </a:avLst>
          </a:prstGeom>
          <a:solidFill>
            <a:srgbClr val="E8F4EC"/>
          </a:solidFill>
          <a:ln w="19050">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spcBef>
                <a:spcPts val="0"/>
              </a:spcBef>
              <a:spcAft>
                <a:spcPts val="200"/>
              </a:spcAft>
            </a:pPr>
            <a:r>
              <a:rPr lang="en-GB" sz="1100" b="1">
                <a:solidFill>
                  <a:srgbClr val="2E7D46"/>
                </a:solidFill>
                <a:latin typeface="Segoe Sans Display Semibold"/>
              </a:rPr>
              <a:t>Human Approval</a:t>
            </a:r>
            <a:endParaRPr sz="1100" b="1">
              <a:solidFill>
                <a:srgbClr val="2E7D46"/>
              </a:solidFill>
              <a:latin typeface="Segoe Sans Display Semibold"/>
            </a:endParaRPr>
          </a:p>
        </p:txBody>
      </p:sp>
      <p:cxnSp>
        <p:nvCxnSpPr>
          <p:cNvPr id="8" name="Connector 86">
            <a:extLst>
              <a:ext uri="{FF2B5EF4-FFF2-40B4-BE49-F238E27FC236}">
                <a16:creationId xmlns:a16="http://schemas.microsoft.com/office/drawing/2014/main" id="{A928FFF3-4EFB-E289-1927-4C0FE9A1B65F}"/>
              </a:ext>
            </a:extLst>
          </p:cNvPr>
          <p:cNvCxnSpPr/>
          <p:nvPr/>
        </p:nvCxnSpPr>
        <p:spPr>
          <a:xfrm>
            <a:off x="1372660" y="2546290"/>
            <a:ext cx="320040" cy="0"/>
          </a:xfrm>
          <a:prstGeom prst="line">
            <a:avLst/>
          </a:prstGeom>
          <a:ln w="12700">
            <a:solidFill>
              <a:srgbClr val="7C869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82">
            <a:extLst>
              <a:ext uri="{FF2B5EF4-FFF2-40B4-BE49-F238E27FC236}">
                <a16:creationId xmlns:a16="http://schemas.microsoft.com/office/drawing/2014/main" id="{639321D6-A2A4-ADDF-3BE6-1D60CFCA772E}"/>
              </a:ext>
            </a:extLst>
          </p:cNvPr>
          <p:cNvSpPr/>
          <p:nvPr/>
        </p:nvSpPr>
        <p:spPr>
          <a:xfrm>
            <a:off x="1703301" y="2317690"/>
            <a:ext cx="1624717" cy="457200"/>
          </a:xfrm>
          <a:prstGeom prst="roundRect">
            <a:avLst>
              <a:gd name="adj" fmla="val 14000"/>
            </a:avLst>
          </a:prstGeom>
          <a:solidFill>
            <a:srgbClr val="E8F4EC"/>
          </a:solidFill>
          <a:ln w="19050">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spcBef>
                <a:spcPts val="0"/>
              </a:spcBef>
              <a:spcAft>
                <a:spcPts val="200"/>
              </a:spcAft>
            </a:pPr>
            <a:r>
              <a:rPr lang="en-GB" sz="1100" b="1">
                <a:solidFill>
                  <a:srgbClr val="2E7D46"/>
                </a:solidFill>
                <a:latin typeface="Segoe Sans Display Semibold"/>
              </a:rPr>
              <a:t>Transform Data</a:t>
            </a:r>
            <a:endParaRPr sz="1100" b="1">
              <a:solidFill>
                <a:srgbClr val="2E7D46"/>
              </a:solidFill>
              <a:latin typeface="Segoe Sans Display Semibold"/>
            </a:endParaRPr>
          </a:p>
        </p:txBody>
      </p:sp>
      <p:sp>
        <p:nvSpPr>
          <p:cNvPr id="15" name="Rounded Rectangle 84">
            <a:extLst>
              <a:ext uri="{FF2B5EF4-FFF2-40B4-BE49-F238E27FC236}">
                <a16:creationId xmlns:a16="http://schemas.microsoft.com/office/drawing/2014/main" id="{0F8BEF3D-68D2-4EF7-0E07-250F7DFEEF9D}"/>
              </a:ext>
            </a:extLst>
          </p:cNvPr>
          <p:cNvSpPr/>
          <p:nvPr/>
        </p:nvSpPr>
        <p:spPr>
          <a:xfrm>
            <a:off x="3648057" y="2317690"/>
            <a:ext cx="1624718" cy="457200"/>
          </a:xfrm>
          <a:prstGeom prst="roundRect">
            <a:avLst>
              <a:gd name="adj" fmla="val 14000"/>
            </a:avLst>
          </a:prstGeom>
          <a:solidFill>
            <a:srgbClr val="FBF3FB"/>
          </a:solidFill>
          <a:ln w="1905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spcBef>
                <a:spcPts val="0"/>
              </a:spcBef>
              <a:spcAft>
                <a:spcPts val="200"/>
              </a:spcAft>
            </a:pPr>
            <a:r>
              <a:rPr sz="1100" b="1">
                <a:solidFill>
                  <a:srgbClr val="A8268F"/>
                </a:solidFill>
                <a:latin typeface="Segoe Sans Display Semibold"/>
              </a:rPr>
              <a:t>Classify </a:t>
            </a:r>
            <a:r>
              <a:rPr lang="en-GB" sz="1100" b="1">
                <a:solidFill>
                  <a:srgbClr val="A8268F"/>
                </a:solidFill>
                <a:latin typeface="Segoe Sans Display Semibold"/>
              </a:rPr>
              <a:t>Input</a:t>
            </a:r>
            <a:endParaRPr sz="1100" b="1">
              <a:solidFill>
                <a:srgbClr val="A8268F"/>
              </a:solidFill>
              <a:latin typeface="Segoe Sans Display Semibold"/>
            </a:endParaRPr>
          </a:p>
        </p:txBody>
      </p:sp>
      <p:sp>
        <p:nvSpPr>
          <p:cNvPr id="11" name="Rounded Rectangle 84">
            <a:extLst>
              <a:ext uri="{FF2B5EF4-FFF2-40B4-BE49-F238E27FC236}">
                <a16:creationId xmlns:a16="http://schemas.microsoft.com/office/drawing/2014/main" id="{9473678A-8563-A558-6C02-B128AF134E7E}"/>
              </a:ext>
            </a:extLst>
          </p:cNvPr>
          <p:cNvSpPr/>
          <p:nvPr/>
        </p:nvSpPr>
        <p:spPr>
          <a:xfrm>
            <a:off x="5932401" y="1915609"/>
            <a:ext cx="1624718" cy="457200"/>
          </a:xfrm>
          <a:prstGeom prst="roundRect">
            <a:avLst>
              <a:gd name="adj" fmla="val 14000"/>
            </a:avLst>
          </a:prstGeom>
          <a:solidFill>
            <a:srgbClr val="FBF3FB"/>
          </a:solidFill>
          <a:ln w="1905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spcBef>
                <a:spcPts val="0"/>
              </a:spcBef>
              <a:spcAft>
                <a:spcPts val="200"/>
              </a:spcAft>
            </a:pPr>
            <a:r>
              <a:rPr lang="en-GB" sz="1100" b="1">
                <a:solidFill>
                  <a:srgbClr val="A8268F"/>
                </a:solidFill>
                <a:latin typeface="Segoe Sans Display Semibold"/>
              </a:rPr>
              <a:t>Agent (Custom)</a:t>
            </a:r>
            <a:endParaRPr sz="1100" b="1">
              <a:solidFill>
                <a:srgbClr val="A8268F"/>
              </a:solidFill>
              <a:latin typeface="Segoe Sans Display Semibold"/>
            </a:endParaRPr>
          </a:p>
        </p:txBody>
      </p:sp>
      <p:sp>
        <p:nvSpPr>
          <p:cNvPr id="14" name="Rounded Rectangle 84">
            <a:extLst>
              <a:ext uri="{FF2B5EF4-FFF2-40B4-BE49-F238E27FC236}">
                <a16:creationId xmlns:a16="http://schemas.microsoft.com/office/drawing/2014/main" id="{311CA7D1-5F1E-D806-6680-C4BF2AE67A0B}"/>
              </a:ext>
            </a:extLst>
          </p:cNvPr>
          <p:cNvSpPr/>
          <p:nvPr/>
        </p:nvSpPr>
        <p:spPr>
          <a:xfrm>
            <a:off x="7877158" y="2693015"/>
            <a:ext cx="1624718" cy="457200"/>
          </a:xfrm>
          <a:prstGeom prst="roundRect">
            <a:avLst>
              <a:gd name="adj" fmla="val 14000"/>
            </a:avLst>
          </a:prstGeom>
          <a:solidFill>
            <a:srgbClr val="FBF3FB"/>
          </a:solidFill>
          <a:ln w="1905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spcBef>
                <a:spcPts val="0"/>
              </a:spcBef>
              <a:spcAft>
                <a:spcPts val="200"/>
              </a:spcAft>
            </a:pPr>
            <a:r>
              <a:rPr lang="en-GB" sz="1100" b="1">
                <a:solidFill>
                  <a:srgbClr val="A8268F"/>
                </a:solidFill>
                <a:latin typeface="Segoe Sans Display Semibold"/>
              </a:rPr>
              <a:t>Agent (M365 Copilot)</a:t>
            </a:r>
            <a:endParaRPr sz="1100" b="1">
              <a:solidFill>
                <a:srgbClr val="A8268F"/>
              </a:solidFill>
              <a:latin typeface="Segoe Sans Display Semibold"/>
            </a:endParaRPr>
          </a:p>
        </p:txBody>
      </p:sp>
      <p:sp>
        <p:nvSpPr>
          <p:cNvPr id="24" name="Rounded Rectangle 85">
            <a:extLst>
              <a:ext uri="{FF2B5EF4-FFF2-40B4-BE49-F238E27FC236}">
                <a16:creationId xmlns:a16="http://schemas.microsoft.com/office/drawing/2014/main" id="{9CC7180B-D009-FA00-E667-7A52FBC3C118}"/>
              </a:ext>
            </a:extLst>
          </p:cNvPr>
          <p:cNvSpPr/>
          <p:nvPr/>
        </p:nvSpPr>
        <p:spPr>
          <a:xfrm>
            <a:off x="5932401" y="2693015"/>
            <a:ext cx="1624718" cy="457200"/>
          </a:xfrm>
          <a:prstGeom prst="roundRect">
            <a:avLst>
              <a:gd name="adj" fmla="val 14000"/>
            </a:avLst>
          </a:prstGeom>
          <a:solidFill>
            <a:srgbClr val="E8F4EC"/>
          </a:solidFill>
          <a:ln w="19050">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spcBef>
                <a:spcPts val="0"/>
              </a:spcBef>
              <a:spcAft>
                <a:spcPts val="200"/>
              </a:spcAft>
            </a:pPr>
            <a:r>
              <a:rPr lang="en-GB" sz="1100" b="1">
                <a:solidFill>
                  <a:srgbClr val="2E7D46"/>
                </a:solidFill>
                <a:latin typeface="Segoe Sans Display Semibold"/>
              </a:rPr>
              <a:t>Condition (If/Else)</a:t>
            </a:r>
            <a:endParaRPr sz="1100" b="1">
              <a:solidFill>
                <a:srgbClr val="2E7D46"/>
              </a:solidFill>
              <a:latin typeface="Segoe Sans Display Semibold"/>
            </a:endParaRPr>
          </a:p>
        </p:txBody>
      </p:sp>
      <p:sp>
        <p:nvSpPr>
          <p:cNvPr id="26" name="Rounded Rectangle 85">
            <a:extLst>
              <a:ext uri="{FF2B5EF4-FFF2-40B4-BE49-F238E27FC236}">
                <a16:creationId xmlns:a16="http://schemas.microsoft.com/office/drawing/2014/main" id="{503FC9B1-B933-2CDF-0656-AD4DF99ACCC0}"/>
              </a:ext>
            </a:extLst>
          </p:cNvPr>
          <p:cNvSpPr/>
          <p:nvPr/>
        </p:nvSpPr>
        <p:spPr>
          <a:xfrm>
            <a:off x="9832516" y="1915609"/>
            <a:ext cx="1624718" cy="457200"/>
          </a:xfrm>
          <a:prstGeom prst="roundRect">
            <a:avLst>
              <a:gd name="adj" fmla="val 14000"/>
            </a:avLst>
          </a:prstGeom>
          <a:solidFill>
            <a:srgbClr val="E8F4EC"/>
          </a:solidFill>
          <a:ln w="19050">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spcBef>
                <a:spcPts val="0"/>
              </a:spcBef>
              <a:spcAft>
                <a:spcPts val="200"/>
              </a:spcAft>
            </a:pPr>
            <a:r>
              <a:rPr lang="en-GB" sz="1100" b="1">
                <a:solidFill>
                  <a:srgbClr val="2E7D46"/>
                </a:solidFill>
                <a:latin typeface="Segoe Sans Display Semibold"/>
              </a:rPr>
              <a:t>Create Record</a:t>
            </a:r>
            <a:endParaRPr sz="1100" b="1">
              <a:solidFill>
                <a:srgbClr val="2E7D46"/>
              </a:solidFill>
              <a:latin typeface="Segoe Sans Display Semibold"/>
            </a:endParaRPr>
          </a:p>
        </p:txBody>
      </p:sp>
      <p:sp>
        <p:nvSpPr>
          <p:cNvPr id="28" name="Rounded Rectangle 85">
            <a:extLst>
              <a:ext uri="{FF2B5EF4-FFF2-40B4-BE49-F238E27FC236}">
                <a16:creationId xmlns:a16="http://schemas.microsoft.com/office/drawing/2014/main" id="{D0B86458-C54E-2048-C885-2472BF7BB442}"/>
              </a:ext>
            </a:extLst>
          </p:cNvPr>
          <p:cNvSpPr/>
          <p:nvPr/>
        </p:nvSpPr>
        <p:spPr>
          <a:xfrm>
            <a:off x="9831786" y="2686867"/>
            <a:ext cx="1624718" cy="457200"/>
          </a:xfrm>
          <a:prstGeom prst="roundRect">
            <a:avLst>
              <a:gd name="adj" fmla="val 14000"/>
            </a:avLst>
          </a:prstGeom>
          <a:solidFill>
            <a:srgbClr val="E8F4EC"/>
          </a:solidFill>
          <a:ln w="19050">
            <a:solidFill>
              <a:srgbClr val="339933"/>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spcBef>
                <a:spcPts val="0"/>
              </a:spcBef>
              <a:spcAft>
                <a:spcPts val="200"/>
              </a:spcAft>
            </a:pPr>
            <a:r>
              <a:rPr lang="en-GB" sz="1100" b="1">
                <a:solidFill>
                  <a:srgbClr val="2E7D46"/>
                </a:solidFill>
                <a:latin typeface="Segoe Sans Display Semibold"/>
              </a:rPr>
              <a:t>Notify</a:t>
            </a:r>
            <a:endParaRPr sz="1100" b="1">
              <a:solidFill>
                <a:srgbClr val="2E7D46"/>
              </a:solidFill>
              <a:latin typeface="Segoe Sans Display Semibold"/>
            </a:endParaRPr>
          </a:p>
        </p:txBody>
      </p:sp>
      <p:sp>
        <p:nvSpPr>
          <p:cNvPr id="31" name="TextBox 30">
            <a:extLst>
              <a:ext uri="{FF2B5EF4-FFF2-40B4-BE49-F238E27FC236}">
                <a16:creationId xmlns:a16="http://schemas.microsoft.com/office/drawing/2014/main" id="{ACDF8A6C-6555-BCBC-EF05-5608E370FF1D}"/>
              </a:ext>
            </a:extLst>
          </p:cNvPr>
          <p:cNvSpPr txBox="1"/>
          <p:nvPr/>
        </p:nvSpPr>
        <p:spPr>
          <a:xfrm>
            <a:off x="549700" y="3855848"/>
            <a:ext cx="1624582" cy="282631"/>
          </a:xfrm>
          <a:prstGeom prst="roundRect">
            <a:avLst/>
          </a:prstGeom>
          <a:solidFill>
            <a:srgbClr val="339933"/>
          </a:solidFill>
        </p:spPr>
        <p:txBody>
          <a:bodyPr wrap="square" lIns="64008" tIns="27432" rIns="64008" bIns="27432" anchor="t">
            <a:spAutoFit/>
          </a:bodyPr>
          <a:lstStyle/>
          <a:p>
            <a:pPr marL="0" marR="0" lvl="0" indent="0" algn="ctr" defTabSz="914400" rtl="0" eaLnBrk="1" fontAlgn="auto" latinLnBrk="0" hangingPunct="1">
              <a:lnSpc>
                <a:spcPct val="100000"/>
              </a:lnSpc>
              <a:spcBef>
                <a:spcPts val="0"/>
              </a:spcBef>
              <a:spcAft>
                <a:spcPts val="200"/>
              </a:spcAft>
              <a:buClrTx/>
              <a:buSzTx/>
              <a:buFontTx/>
              <a:buNone/>
              <a:tabLst/>
              <a:defRPr/>
            </a:pPr>
            <a:r>
              <a:rPr kumimoji="0" sz="1300" b="1" i="0" u="none" strike="noStrike" kern="1200" cap="none" spc="0" normalizeH="0" baseline="0" noProof="0">
                <a:ln>
                  <a:noFill/>
                </a:ln>
                <a:solidFill>
                  <a:schemeClr val="bg1"/>
                </a:solidFill>
                <a:effectLst/>
                <a:uLnTx/>
                <a:uFillTx/>
                <a:latin typeface="Segoe Sans Display Semibold"/>
                <a:ea typeface="+mn-ea"/>
                <a:cs typeface="+mn-cs"/>
              </a:rPr>
              <a:t>Deterministic step</a:t>
            </a:r>
          </a:p>
        </p:txBody>
      </p:sp>
      <p:sp>
        <p:nvSpPr>
          <p:cNvPr id="35" name="TextBox 34">
            <a:extLst>
              <a:ext uri="{FF2B5EF4-FFF2-40B4-BE49-F238E27FC236}">
                <a16:creationId xmlns:a16="http://schemas.microsoft.com/office/drawing/2014/main" id="{043A850D-398D-5AE7-DE10-DE786F5C6CB7}"/>
              </a:ext>
            </a:extLst>
          </p:cNvPr>
          <p:cNvSpPr txBox="1"/>
          <p:nvPr/>
        </p:nvSpPr>
        <p:spPr>
          <a:xfrm>
            <a:off x="6501737" y="3840544"/>
            <a:ext cx="1624582" cy="282631"/>
          </a:xfrm>
          <a:prstGeom prst="roundRect">
            <a:avLst/>
          </a:prstGeom>
          <a:solidFill>
            <a:schemeClr val="accent2"/>
          </a:solidFill>
        </p:spPr>
        <p:txBody>
          <a:bodyPr wrap="square" lIns="64008" tIns="27432" rIns="64008" bIns="27432" anchor="t">
            <a:spAutoFit/>
          </a:bodyPr>
          <a:lstStyle/>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GB" sz="1300" b="1" i="0" u="none" strike="noStrike" kern="1200" cap="none" spc="0" normalizeH="0" baseline="0" noProof="0">
                <a:ln>
                  <a:noFill/>
                </a:ln>
                <a:solidFill>
                  <a:schemeClr val="bg1"/>
                </a:solidFill>
                <a:effectLst/>
                <a:uLnTx/>
                <a:uFillTx/>
                <a:latin typeface="Segoe Sans Display Semibold"/>
                <a:ea typeface="+mn-ea"/>
                <a:cs typeface="+mn-cs"/>
              </a:rPr>
              <a:t>AI-powered</a:t>
            </a:r>
            <a:r>
              <a:rPr kumimoji="0" sz="1300" b="1" i="0" u="none" strike="noStrike" kern="1200" cap="none" spc="0" normalizeH="0" baseline="0" noProof="0">
                <a:ln>
                  <a:noFill/>
                </a:ln>
                <a:solidFill>
                  <a:schemeClr val="bg1"/>
                </a:solidFill>
                <a:effectLst/>
                <a:uLnTx/>
                <a:uFillTx/>
                <a:latin typeface="Segoe Sans Display Semibold"/>
                <a:ea typeface="+mn-ea"/>
                <a:cs typeface="+mn-cs"/>
              </a:rPr>
              <a:t> step</a:t>
            </a:r>
          </a:p>
        </p:txBody>
      </p:sp>
      <p:sp>
        <p:nvSpPr>
          <p:cNvPr id="41" name="RR264">
            <a:extLst>
              <a:ext uri="{FF2B5EF4-FFF2-40B4-BE49-F238E27FC236}">
                <a16:creationId xmlns:a16="http://schemas.microsoft.com/office/drawing/2014/main" id="{F9A113B1-5462-55F7-B492-31F4D3E2F1A7}"/>
              </a:ext>
            </a:extLst>
          </p:cNvPr>
          <p:cNvSpPr/>
          <p:nvPr/>
        </p:nvSpPr>
        <p:spPr>
          <a:xfrm>
            <a:off x="549700" y="4226309"/>
            <a:ext cx="5033594" cy="1698801"/>
          </a:xfrm>
          <a:prstGeom prst="roundRect">
            <a:avLst>
              <a:gd name="adj" fmla="val 8421"/>
            </a:avLst>
          </a:prstGeom>
          <a:solidFill>
            <a:srgbClr val="F7FAFB"/>
          </a:solidFill>
          <a:ln w="6350">
            <a:solidFill>
              <a:srgbClr val="E6E6E6"/>
            </a:solidFill>
            <a:prstDash val="solid"/>
          </a:ln>
        </p:spPr>
        <p:txBody>
          <a:bodyPr/>
          <a:lstStyle/>
          <a:p>
            <a:endParaRPr lang="en-US"/>
          </a:p>
        </p:txBody>
      </p:sp>
      <p:sp>
        <p:nvSpPr>
          <p:cNvPr id="43" name="R265">
            <a:extLst>
              <a:ext uri="{FF2B5EF4-FFF2-40B4-BE49-F238E27FC236}">
                <a16:creationId xmlns:a16="http://schemas.microsoft.com/office/drawing/2014/main" id="{10E79ED9-2EB3-2585-8A92-1A9CA60312B9}"/>
              </a:ext>
            </a:extLst>
          </p:cNvPr>
          <p:cNvSpPr/>
          <p:nvPr/>
        </p:nvSpPr>
        <p:spPr>
          <a:xfrm>
            <a:off x="549700" y="4226309"/>
            <a:ext cx="69475" cy="1698801"/>
          </a:xfrm>
          <a:prstGeom prst="rect">
            <a:avLst/>
          </a:prstGeom>
          <a:solidFill>
            <a:srgbClr val="339933"/>
          </a:solidFill>
          <a:ln>
            <a:noFill/>
          </a:ln>
        </p:spPr>
        <p:txBody>
          <a:bodyPr/>
          <a:lstStyle/>
          <a:p>
            <a:endParaRPr lang="en-US"/>
          </a:p>
        </p:txBody>
      </p:sp>
      <p:graphicFrame>
        <p:nvGraphicFramePr>
          <p:cNvPr id="57" name="Table 56">
            <a:extLst>
              <a:ext uri="{FF2B5EF4-FFF2-40B4-BE49-F238E27FC236}">
                <a16:creationId xmlns:a16="http://schemas.microsoft.com/office/drawing/2014/main" id="{51FCC299-E1F5-ED71-6CF7-68CB7520880B}"/>
              </a:ext>
            </a:extLst>
          </p:cNvPr>
          <p:cNvGraphicFramePr>
            <a:graphicFrameLocks noGrp="1"/>
          </p:cNvGraphicFramePr>
          <p:nvPr>
            <p:extLst>
              <p:ext uri="{D42A27DB-BD31-4B8C-83A1-F6EECF244321}">
                <p14:modId xmlns:p14="http://schemas.microsoft.com/office/powerpoint/2010/main" val="1339316495"/>
              </p:ext>
            </p:extLst>
          </p:nvPr>
        </p:nvGraphicFramePr>
        <p:xfrm>
          <a:off x="821014" y="4314168"/>
          <a:ext cx="4547705" cy="1486957"/>
        </p:xfrm>
        <a:graphic>
          <a:graphicData uri="http://schemas.openxmlformats.org/drawingml/2006/table">
            <a:tbl>
              <a:tblPr firstRow="1" bandRow="1">
                <a:tableStyleId>{2D5ABB26-0587-4C30-8999-92F81FD0307C}</a:tableStyleId>
              </a:tblPr>
              <a:tblGrid>
                <a:gridCol w="1108766">
                  <a:extLst>
                    <a:ext uri="{9D8B030D-6E8A-4147-A177-3AD203B41FA5}">
                      <a16:colId xmlns:a16="http://schemas.microsoft.com/office/drawing/2014/main" val="1316242232"/>
                    </a:ext>
                  </a:extLst>
                </a:gridCol>
                <a:gridCol w="3438939">
                  <a:extLst>
                    <a:ext uri="{9D8B030D-6E8A-4147-A177-3AD203B41FA5}">
                      <a16:colId xmlns:a16="http://schemas.microsoft.com/office/drawing/2014/main" val="3728873827"/>
                    </a:ext>
                  </a:extLst>
                </a:gridCol>
              </a:tblGrid>
              <a:tr h="336619">
                <a:tc>
                  <a:txBody>
                    <a:bodyPr/>
                    <a:lstStyle/>
                    <a:p>
                      <a:r>
                        <a:rPr lang="en-GB" sz="1050" b="1">
                          <a:solidFill>
                            <a:srgbClr val="339933"/>
                          </a:solidFill>
                        </a:rPr>
                        <a:t>WHAT</a:t>
                      </a:r>
                      <a:r>
                        <a:rPr lang="en-GB" sz="1050"/>
                        <a:t> it does</a:t>
                      </a:r>
                    </a:p>
                  </a:txBody>
                  <a:tcPr anchor="ctr"/>
                </a:tc>
                <a:tc>
                  <a:txBody>
                    <a:bodyPr/>
                    <a:lstStyle/>
                    <a:p>
                      <a:r>
                        <a:rPr lang="en-GB" sz="1050"/>
                        <a:t>Transform, Calculate, Look-up, Request, Route</a:t>
                      </a:r>
                    </a:p>
                  </a:txBody>
                  <a:tcPr anchor="ctr"/>
                </a:tc>
                <a:extLst>
                  <a:ext uri="{0D108BD9-81ED-4DB2-BD59-A6C34878D82A}">
                    <a16:rowId xmlns:a16="http://schemas.microsoft.com/office/drawing/2014/main" val="596099307"/>
                  </a:ext>
                </a:extLst>
              </a:tr>
              <a:tr h="336619">
                <a:tc>
                  <a:txBody>
                    <a:bodyPr/>
                    <a:lstStyle/>
                    <a:p>
                      <a:r>
                        <a:rPr lang="en-GB" sz="1050" b="1">
                          <a:solidFill>
                            <a:srgbClr val="339933"/>
                          </a:solidFill>
                        </a:rPr>
                        <a:t>WHEN</a:t>
                      </a:r>
                      <a:r>
                        <a:rPr lang="en-GB" sz="1050"/>
                        <a:t> to use it </a:t>
                      </a:r>
                    </a:p>
                  </a:txBody>
                  <a:tcPr anchor="ctr"/>
                </a:tc>
                <a:tc>
                  <a:txBody>
                    <a:bodyPr/>
                    <a:lstStyle/>
                    <a:p>
                      <a:pPr marL="171450" indent="-171450">
                        <a:spcAft>
                          <a:spcPts val="600"/>
                        </a:spcAft>
                        <a:buFont typeface="Courier New" panose="02070309020205020404" pitchFamily="49" charset="0"/>
                        <a:buChar char="o"/>
                      </a:pPr>
                      <a:r>
                        <a:rPr lang="en-GB" sz="1050"/>
                        <a:t>Simple steps, input-to-output is known</a:t>
                      </a:r>
                    </a:p>
                    <a:p>
                      <a:pPr marL="171450" marR="0" lvl="0" indent="-171450" algn="l" defTabSz="932742" rtl="0" eaLnBrk="1" fontAlgn="auto" latinLnBrk="0" hangingPunct="1">
                        <a:lnSpc>
                          <a:spcPct val="100000"/>
                        </a:lnSpc>
                        <a:spcBef>
                          <a:spcPts val="0"/>
                        </a:spcBef>
                        <a:spcAft>
                          <a:spcPts val="600"/>
                        </a:spcAft>
                        <a:buClrTx/>
                        <a:buSzTx/>
                        <a:buFont typeface="Courier New" panose="02070309020205020404" pitchFamily="49" charset="0"/>
                        <a:buChar char="o"/>
                        <a:tabLst/>
                        <a:defRPr/>
                      </a:pPr>
                      <a:r>
                        <a:rPr lang="en-GB" sz="1050"/>
                        <a:t>Logic is cheap to code (low-maintenance)</a:t>
                      </a:r>
                    </a:p>
                    <a:p>
                      <a:pPr marL="171450" marR="0" lvl="0" indent="-171450" algn="l" defTabSz="932742" rtl="0" eaLnBrk="1" fontAlgn="auto" latinLnBrk="0" hangingPunct="1">
                        <a:lnSpc>
                          <a:spcPct val="100000"/>
                        </a:lnSpc>
                        <a:spcBef>
                          <a:spcPts val="0"/>
                        </a:spcBef>
                        <a:spcAft>
                          <a:spcPts val="600"/>
                        </a:spcAft>
                        <a:buClrTx/>
                        <a:buSzTx/>
                        <a:buFont typeface="Courier New" panose="02070309020205020404" pitchFamily="49" charset="0"/>
                        <a:buChar char="o"/>
                        <a:tabLst/>
                        <a:defRPr/>
                      </a:pPr>
                      <a:r>
                        <a:rPr lang="en-GB" sz="1050">
                          <a:ea typeface="Segoe UI"/>
                          <a:cs typeface="Segoe UI"/>
                        </a:rPr>
                        <a:t>Logic is costly to code, but latency justifies the cost</a:t>
                      </a:r>
                    </a:p>
                  </a:txBody>
                  <a:tcPr anchor="ctr"/>
                </a:tc>
                <a:extLst>
                  <a:ext uri="{0D108BD9-81ED-4DB2-BD59-A6C34878D82A}">
                    <a16:rowId xmlns:a16="http://schemas.microsoft.com/office/drawing/2014/main" val="883021628"/>
                  </a:ext>
                </a:extLst>
              </a:tr>
              <a:tr h="426438">
                <a:tc>
                  <a:txBody>
                    <a:bodyPr/>
                    <a:lstStyle/>
                    <a:p>
                      <a:r>
                        <a:rPr lang="en-GB" sz="1050" b="1">
                          <a:solidFill>
                            <a:srgbClr val="339933"/>
                          </a:solidFill>
                        </a:rPr>
                        <a:t>EXAMPLES</a:t>
                      </a:r>
                    </a:p>
                  </a:txBody>
                  <a:tcPr anchor="ctr"/>
                </a:tc>
                <a:tc>
                  <a:txBody>
                    <a:bodyPr/>
                    <a:lstStyle/>
                    <a:p>
                      <a:r>
                        <a:rPr lang="en-GB" sz="1050"/>
                        <a:t>Data Operation, Condition, Loop, Scopes HTTP Request, Function, Connector</a:t>
                      </a:r>
                    </a:p>
                  </a:txBody>
                  <a:tcPr anchor="ctr"/>
                </a:tc>
                <a:extLst>
                  <a:ext uri="{0D108BD9-81ED-4DB2-BD59-A6C34878D82A}">
                    <a16:rowId xmlns:a16="http://schemas.microsoft.com/office/drawing/2014/main" val="1635472975"/>
                  </a:ext>
                </a:extLst>
              </a:tr>
            </a:tbl>
          </a:graphicData>
        </a:graphic>
      </p:graphicFrame>
      <p:sp>
        <p:nvSpPr>
          <p:cNvPr id="64" name="RR264">
            <a:extLst>
              <a:ext uri="{FF2B5EF4-FFF2-40B4-BE49-F238E27FC236}">
                <a16:creationId xmlns:a16="http://schemas.microsoft.com/office/drawing/2014/main" id="{01EB37C9-4D1B-03EC-8799-77BE97C62085}"/>
              </a:ext>
            </a:extLst>
          </p:cNvPr>
          <p:cNvSpPr/>
          <p:nvPr/>
        </p:nvSpPr>
        <p:spPr>
          <a:xfrm>
            <a:off x="6501737" y="4226309"/>
            <a:ext cx="5033594" cy="1698801"/>
          </a:xfrm>
          <a:prstGeom prst="roundRect">
            <a:avLst>
              <a:gd name="adj" fmla="val 8421"/>
            </a:avLst>
          </a:prstGeom>
          <a:solidFill>
            <a:srgbClr val="FDF9FD"/>
          </a:solidFill>
          <a:ln w="6350">
            <a:solidFill>
              <a:srgbClr val="E6E6E6"/>
            </a:solidFill>
            <a:prstDash val="solid"/>
          </a:ln>
        </p:spPr>
        <p:txBody>
          <a:bodyPr/>
          <a:lstStyle/>
          <a:p>
            <a:endParaRPr lang="en-US"/>
          </a:p>
        </p:txBody>
      </p:sp>
      <p:sp>
        <p:nvSpPr>
          <p:cNvPr id="66" name="R265">
            <a:extLst>
              <a:ext uri="{FF2B5EF4-FFF2-40B4-BE49-F238E27FC236}">
                <a16:creationId xmlns:a16="http://schemas.microsoft.com/office/drawing/2014/main" id="{97E0C292-DF2E-9B20-7FDD-7B1545969DD0}"/>
              </a:ext>
            </a:extLst>
          </p:cNvPr>
          <p:cNvSpPr/>
          <p:nvPr/>
        </p:nvSpPr>
        <p:spPr>
          <a:xfrm>
            <a:off x="6501737" y="4226309"/>
            <a:ext cx="69475" cy="1698801"/>
          </a:xfrm>
          <a:prstGeom prst="rect">
            <a:avLst/>
          </a:prstGeom>
          <a:solidFill>
            <a:schemeClr val="accent2"/>
          </a:solidFill>
          <a:ln>
            <a:noFill/>
          </a:ln>
        </p:spPr>
        <p:txBody>
          <a:bodyPr/>
          <a:lstStyle/>
          <a:p>
            <a:endParaRPr lang="en-US"/>
          </a:p>
        </p:txBody>
      </p:sp>
      <p:graphicFrame>
        <p:nvGraphicFramePr>
          <p:cNvPr id="68" name="Table 67">
            <a:extLst>
              <a:ext uri="{FF2B5EF4-FFF2-40B4-BE49-F238E27FC236}">
                <a16:creationId xmlns:a16="http://schemas.microsoft.com/office/drawing/2014/main" id="{0F4E3322-7DF8-F0F2-3200-9CD2FC1D1FA7}"/>
              </a:ext>
            </a:extLst>
          </p:cNvPr>
          <p:cNvGraphicFramePr>
            <a:graphicFrameLocks noGrp="1"/>
          </p:cNvGraphicFramePr>
          <p:nvPr>
            <p:extLst>
              <p:ext uri="{D42A27DB-BD31-4B8C-83A1-F6EECF244321}">
                <p14:modId xmlns:p14="http://schemas.microsoft.com/office/powerpoint/2010/main" val="40860407"/>
              </p:ext>
            </p:extLst>
          </p:nvPr>
        </p:nvGraphicFramePr>
        <p:xfrm>
          <a:off x="6773051" y="4314168"/>
          <a:ext cx="4683453" cy="1486957"/>
        </p:xfrm>
        <a:graphic>
          <a:graphicData uri="http://schemas.openxmlformats.org/drawingml/2006/table">
            <a:tbl>
              <a:tblPr firstRow="1" bandRow="1">
                <a:tableStyleId>{2D5ABB26-0587-4C30-8999-92F81FD0307C}</a:tableStyleId>
              </a:tblPr>
              <a:tblGrid>
                <a:gridCol w="1141862">
                  <a:extLst>
                    <a:ext uri="{9D8B030D-6E8A-4147-A177-3AD203B41FA5}">
                      <a16:colId xmlns:a16="http://schemas.microsoft.com/office/drawing/2014/main" val="1316242232"/>
                    </a:ext>
                  </a:extLst>
                </a:gridCol>
                <a:gridCol w="3541591">
                  <a:extLst>
                    <a:ext uri="{9D8B030D-6E8A-4147-A177-3AD203B41FA5}">
                      <a16:colId xmlns:a16="http://schemas.microsoft.com/office/drawing/2014/main" val="3728873827"/>
                    </a:ext>
                  </a:extLst>
                </a:gridCol>
              </a:tblGrid>
              <a:tr h="336619">
                <a:tc>
                  <a:txBody>
                    <a:bodyPr/>
                    <a:lstStyle/>
                    <a:p>
                      <a:r>
                        <a:rPr lang="en-GB" sz="1050" b="1">
                          <a:solidFill>
                            <a:schemeClr val="accent2"/>
                          </a:solidFill>
                        </a:rPr>
                        <a:t>WHAT</a:t>
                      </a:r>
                      <a:r>
                        <a:rPr lang="en-GB" sz="1050"/>
                        <a:t> it does</a:t>
                      </a:r>
                    </a:p>
                  </a:txBody>
                  <a:tcPr anchor="ctr"/>
                </a:tc>
                <a:tc>
                  <a:txBody>
                    <a:bodyPr/>
                    <a:lstStyle/>
                    <a:p>
                      <a:r>
                        <a:rPr lang="en-GB" sz="1050"/>
                        <a:t>Reason, interpret, understand, orchestrate tools</a:t>
                      </a:r>
                    </a:p>
                  </a:txBody>
                  <a:tcPr anchor="ctr"/>
                </a:tc>
                <a:extLst>
                  <a:ext uri="{0D108BD9-81ED-4DB2-BD59-A6C34878D82A}">
                    <a16:rowId xmlns:a16="http://schemas.microsoft.com/office/drawing/2014/main" val="596099307"/>
                  </a:ext>
                </a:extLst>
              </a:tr>
              <a:tr h="336619">
                <a:tc>
                  <a:txBody>
                    <a:bodyPr/>
                    <a:lstStyle/>
                    <a:p>
                      <a:r>
                        <a:rPr lang="en-GB" sz="1050" b="1">
                          <a:solidFill>
                            <a:schemeClr val="accent2"/>
                          </a:solidFill>
                        </a:rPr>
                        <a:t>WHEN</a:t>
                      </a:r>
                      <a:r>
                        <a:rPr lang="en-GB" sz="1050"/>
                        <a:t> to use it </a:t>
                      </a:r>
                    </a:p>
                  </a:txBody>
                  <a:tcPr anchor="ctr"/>
                </a:tc>
                <a:tc>
                  <a:txBody>
                    <a:bodyPr/>
                    <a:lstStyle/>
                    <a:p>
                      <a:pPr marL="171450" indent="-171450">
                        <a:spcAft>
                          <a:spcPts val="600"/>
                        </a:spcAft>
                        <a:buFont typeface="Courier New" panose="02070309020205020404" pitchFamily="49" charset="0"/>
                        <a:buChar char="o"/>
                      </a:pPr>
                      <a:r>
                        <a:rPr lang="en-GB" sz="1050"/>
                        <a:t>Step needs reasoning, cannot be expressed as a rule</a:t>
                      </a:r>
                    </a:p>
                    <a:p>
                      <a:pPr marL="171450" indent="-171450">
                        <a:spcAft>
                          <a:spcPts val="600"/>
                        </a:spcAft>
                        <a:buFont typeface="Courier New" panose="02070309020205020404" pitchFamily="49" charset="0"/>
                        <a:buChar char="o"/>
                      </a:pPr>
                      <a:r>
                        <a:rPr lang="en-GB" sz="1050"/>
                        <a:t>Using rules is too complex and costly to maintain</a:t>
                      </a:r>
                    </a:p>
                    <a:p>
                      <a:pPr marL="171450" indent="-171450">
                        <a:spcAft>
                          <a:spcPts val="600"/>
                        </a:spcAft>
                        <a:buFont typeface="Courier New" panose="02070309020205020404" pitchFamily="49" charset="0"/>
                        <a:buChar char="o"/>
                      </a:pPr>
                      <a:r>
                        <a:rPr lang="en-GB" sz="1050"/>
                        <a:t>Action path is ambiguous, requires tool orchestration</a:t>
                      </a:r>
                    </a:p>
                  </a:txBody>
                  <a:tcPr anchor="ctr"/>
                </a:tc>
                <a:extLst>
                  <a:ext uri="{0D108BD9-81ED-4DB2-BD59-A6C34878D82A}">
                    <a16:rowId xmlns:a16="http://schemas.microsoft.com/office/drawing/2014/main" val="883021628"/>
                  </a:ext>
                </a:extLst>
              </a:tr>
              <a:tr h="426438">
                <a:tc>
                  <a:txBody>
                    <a:bodyPr/>
                    <a:lstStyle/>
                    <a:p>
                      <a:r>
                        <a:rPr lang="en-GB" sz="1050" b="1">
                          <a:solidFill>
                            <a:schemeClr val="accent2"/>
                          </a:solidFill>
                        </a:rPr>
                        <a:t>EXAMPLES</a:t>
                      </a:r>
                    </a:p>
                  </a:txBody>
                  <a:tcPr anchor="ctr"/>
                </a:tc>
                <a:tc>
                  <a:txBody>
                    <a:bodyPr/>
                    <a:lstStyle/>
                    <a:p>
                      <a:r>
                        <a:rPr lang="en-GB" sz="1050"/>
                        <a:t>Classification, Prompts, Published Agents (First-party or Custom), Inline Agents</a:t>
                      </a:r>
                    </a:p>
                  </a:txBody>
                  <a:tcPr anchor="ctr"/>
                </a:tc>
                <a:extLst>
                  <a:ext uri="{0D108BD9-81ED-4DB2-BD59-A6C34878D82A}">
                    <a16:rowId xmlns:a16="http://schemas.microsoft.com/office/drawing/2014/main" val="1635472975"/>
                  </a:ext>
                </a:extLst>
              </a:tr>
            </a:tbl>
          </a:graphicData>
        </a:graphic>
      </p:graphicFrame>
      <p:cxnSp>
        <p:nvCxnSpPr>
          <p:cNvPr id="70" name="Connector: Elbow 69">
            <a:extLst>
              <a:ext uri="{FF2B5EF4-FFF2-40B4-BE49-F238E27FC236}">
                <a16:creationId xmlns:a16="http://schemas.microsoft.com/office/drawing/2014/main" id="{C998BE6B-8F4A-788D-7FEF-4870094FCE8C}"/>
              </a:ext>
            </a:extLst>
          </p:cNvPr>
          <p:cNvCxnSpPr>
            <a:cxnSpLocks/>
            <a:endCxn id="24" idx="1"/>
          </p:cNvCxnSpPr>
          <p:nvPr/>
        </p:nvCxnSpPr>
        <p:spPr>
          <a:xfrm>
            <a:off x="5272775" y="2542514"/>
            <a:ext cx="659626" cy="379101"/>
          </a:xfrm>
          <a:prstGeom prst="bentConnector3">
            <a:avLst/>
          </a:prstGeom>
          <a:ln w="6350">
            <a:solidFill>
              <a:srgbClr val="7C8698"/>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EEDC0F3F-40AC-8618-5313-105A545A4E6F}"/>
              </a:ext>
            </a:extLst>
          </p:cNvPr>
          <p:cNvCxnSpPr>
            <a:cxnSpLocks/>
          </p:cNvCxnSpPr>
          <p:nvPr/>
        </p:nvCxnSpPr>
        <p:spPr>
          <a:xfrm flipV="1">
            <a:off x="5272775" y="2163183"/>
            <a:ext cx="659626" cy="379101"/>
          </a:xfrm>
          <a:prstGeom prst="bentConnector3">
            <a:avLst/>
          </a:prstGeom>
          <a:ln w="6350">
            <a:solidFill>
              <a:srgbClr val="7C8698"/>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6" name="Connector 86">
            <a:extLst>
              <a:ext uri="{FF2B5EF4-FFF2-40B4-BE49-F238E27FC236}">
                <a16:creationId xmlns:a16="http://schemas.microsoft.com/office/drawing/2014/main" id="{D0611A00-DF13-8A4B-87E6-0F04B07EFE7C}"/>
              </a:ext>
            </a:extLst>
          </p:cNvPr>
          <p:cNvCxnSpPr/>
          <p:nvPr/>
        </p:nvCxnSpPr>
        <p:spPr>
          <a:xfrm>
            <a:off x="3328017" y="2548163"/>
            <a:ext cx="320040" cy="0"/>
          </a:xfrm>
          <a:prstGeom prst="line">
            <a:avLst/>
          </a:prstGeom>
          <a:ln w="12700">
            <a:solidFill>
              <a:srgbClr val="7C869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7" name="Connector 86">
            <a:extLst>
              <a:ext uri="{FF2B5EF4-FFF2-40B4-BE49-F238E27FC236}">
                <a16:creationId xmlns:a16="http://schemas.microsoft.com/office/drawing/2014/main" id="{A57B7588-8519-4FA7-1868-CC7EC3E5B9C2}"/>
              </a:ext>
            </a:extLst>
          </p:cNvPr>
          <p:cNvCxnSpPr/>
          <p:nvPr/>
        </p:nvCxnSpPr>
        <p:spPr>
          <a:xfrm>
            <a:off x="7557119" y="2159067"/>
            <a:ext cx="320040" cy="0"/>
          </a:xfrm>
          <a:prstGeom prst="line">
            <a:avLst/>
          </a:prstGeom>
          <a:ln w="12700">
            <a:solidFill>
              <a:srgbClr val="7C869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8" name="Connector 86">
            <a:extLst>
              <a:ext uri="{FF2B5EF4-FFF2-40B4-BE49-F238E27FC236}">
                <a16:creationId xmlns:a16="http://schemas.microsoft.com/office/drawing/2014/main" id="{1F24C1AB-979B-FC0A-9B2B-20AD3A915506}"/>
              </a:ext>
            </a:extLst>
          </p:cNvPr>
          <p:cNvCxnSpPr/>
          <p:nvPr/>
        </p:nvCxnSpPr>
        <p:spPr>
          <a:xfrm>
            <a:off x="9501876" y="2157194"/>
            <a:ext cx="320040" cy="0"/>
          </a:xfrm>
          <a:prstGeom prst="line">
            <a:avLst/>
          </a:prstGeom>
          <a:ln w="12700">
            <a:solidFill>
              <a:srgbClr val="7C869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9" name="Connector 86">
            <a:extLst>
              <a:ext uri="{FF2B5EF4-FFF2-40B4-BE49-F238E27FC236}">
                <a16:creationId xmlns:a16="http://schemas.microsoft.com/office/drawing/2014/main" id="{DFCC893A-2747-3591-27FC-E3431A0528F6}"/>
              </a:ext>
            </a:extLst>
          </p:cNvPr>
          <p:cNvCxnSpPr/>
          <p:nvPr/>
        </p:nvCxnSpPr>
        <p:spPr>
          <a:xfrm>
            <a:off x="7557119" y="2915467"/>
            <a:ext cx="320040" cy="0"/>
          </a:xfrm>
          <a:prstGeom prst="line">
            <a:avLst/>
          </a:prstGeom>
          <a:ln w="6350">
            <a:solidFill>
              <a:srgbClr val="7C8698"/>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80" name="Connector 86">
            <a:extLst>
              <a:ext uri="{FF2B5EF4-FFF2-40B4-BE49-F238E27FC236}">
                <a16:creationId xmlns:a16="http://schemas.microsoft.com/office/drawing/2014/main" id="{75D4AE43-E39D-C9BD-6111-265F913FA2E3}"/>
              </a:ext>
            </a:extLst>
          </p:cNvPr>
          <p:cNvCxnSpPr/>
          <p:nvPr/>
        </p:nvCxnSpPr>
        <p:spPr>
          <a:xfrm>
            <a:off x="9501876" y="2927670"/>
            <a:ext cx="320040" cy="0"/>
          </a:xfrm>
          <a:prstGeom prst="line">
            <a:avLst/>
          </a:prstGeom>
          <a:ln w="12700">
            <a:solidFill>
              <a:srgbClr val="7C869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7" name="Connector 86">
            <a:extLst>
              <a:ext uri="{FF2B5EF4-FFF2-40B4-BE49-F238E27FC236}">
                <a16:creationId xmlns:a16="http://schemas.microsoft.com/office/drawing/2014/main" id="{009AB879-8B99-C697-A99A-9F36DBAF3D5A}"/>
              </a:ext>
            </a:extLst>
          </p:cNvPr>
          <p:cNvCxnSpPr>
            <a:cxnSpLocks/>
          </p:cNvCxnSpPr>
          <p:nvPr/>
        </p:nvCxnSpPr>
        <p:spPr>
          <a:xfrm>
            <a:off x="7717138" y="3369468"/>
            <a:ext cx="160020" cy="0"/>
          </a:xfrm>
          <a:prstGeom prst="line">
            <a:avLst/>
          </a:prstGeom>
          <a:ln w="6350">
            <a:solidFill>
              <a:srgbClr val="7C8698"/>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F4CAD773-D15F-561F-44D2-645FD3E6FAB1}"/>
              </a:ext>
            </a:extLst>
          </p:cNvPr>
          <p:cNvCxnSpPr>
            <a:cxnSpLocks/>
          </p:cNvCxnSpPr>
          <p:nvPr/>
        </p:nvCxnSpPr>
        <p:spPr>
          <a:xfrm>
            <a:off x="7711883" y="2927670"/>
            <a:ext cx="0" cy="441798"/>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2" name="Oval 111">
            <a:extLst>
              <a:ext uri="{FF2B5EF4-FFF2-40B4-BE49-F238E27FC236}">
                <a16:creationId xmlns:a16="http://schemas.microsoft.com/office/drawing/2014/main" id="{BBD1D6C4-BCC2-E124-786C-13066002A3C5}"/>
              </a:ext>
            </a:extLst>
          </p:cNvPr>
          <p:cNvSpPr/>
          <p:nvPr/>
        </p:nvSpPr>
        <p:spPr bwMode="auto">
          <a:xfrm>
            <a:off x="7927967" y="3346608"/>
            <a:ext cx="50809" cy="45719"/>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a:solidFill>
                <a:schemeClr val="bg1"/>
              </a:solidFill>
              <a:ea typeface="Segoe UI" pitchFamily="34" charset="0"/>
              <a:cs typeface="Segoe UI" pitchFamily="34" charset="0"/>
            </a:endParaRPr>
          </a:p>
        </p:txBody>
      </p:sp>
      <p:sp>
        <p:nvSpPr>
          <p:cNvPr id="114" name="Oval 113">
            <a:extLst>
              <a:ext uri="{FF2B5EF4-FFF2-40B4-BE49-F238E27FC236}">
                <a16:creationId xmlns:a16="http://schemas.microsoft.com/office/drawing/2014/main" id="{B80CB9DA-C506-0F14-0440-651DA5AB9B62}"/>
              </a:ext>
            </a:extLst>
          </p:cNvPr>
          <p:cNvSpPr/>
          <p:nvPr/>
        </p:nvSpPr>
        <p:spPr bwMode="auto">
          <a:xfrm>
            <a:off x="8004180" y="3346608"/>
            <a:ext cx="50809" cy="45719"/>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a:solidFill>
                <a:schemeClr val="bg1"/>
              </a:solidFill>
              <a:ea typeface="Segoe UI" pitchFamily="34" charset="0"/>
              <a:cs typeface="Segoe UI" pitchFamily="34" charset="0"/>
            </a:endParaRPr>
          </a:p>
        </p:txBody>
      </p:sp>
      <p:sp>
        <p:nvSpPr>
          <p:cNvPr id="116" name="Oval 115">
            <a:extLst>
              <a:ext uri="{FF2B5EF4-FFF2-40B4-BE49-F238E27FC236}">
                <a16:creationId xmlns:a16="http://schemas.microsoft.com/office/drawing/2014/main" id="{42BF0B35-34CF-641F-04A6-5ED6138B8ACB}"/>
              </a:ext>
            </a:extLst>
          </p:cNvPr>
          <p:cNvSpPr/>
          <p:nvPr/>
        </p:nvSpPr>
        <p:spPr bwMode="auto">
          <a:xfrm>
            <a:off x="8080393" y="3346608"/>
            <a:ext cx="50809" cy="45719"/>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a:solidFill>
                <a:schemeClr val="bg1"/>
              </a:solidFill>
              <a:ea typeface="Segoe UI" pitchFamily="34" charset="0"/>
              <a:cs typeface="Segoe UI" pitchFamily="34" charset="0"/>
            </a:endParaRPr>
          </a:p>
        </p:txBody>
      </p:sp>
      <p:cxnSp>
        <p:nvCxnSpPr>
          <p:cNvPr id="118" name="Connector 86">
            <a:extLst>
              <a:ext uri="{FF2B5EF4-FFF2-40B4-BE49-F238E27FC236}">
                <a16:creationId xmlns:a16="http://schemas.microsoft.com/office/drawing/2014/main" id="{94A3CB37-269E-74D1-E92E-2E299F5DD8F1}"/>
              </a:ext>
            </a:extLst>
          </p:cNvPr>
          <p:cNvCxnSpPr>
            <a:cxnSpLocks/>
          </p:cNvCxnSpPr>
          <p:nvPr/>
        </p:nvCxnSpPr>
        <p:spPr>
          <a:xfrm>
            <a:off x="5609860" y="3364964"/>
            <a:ext cx="317700" cy="0"/>
          </a:xfrm>
          <a:prstGeom prst="line">
            <a:avLst/>
          </a:prstGeom>
          <a:ln w="6350">
            <a:solidFill>
              <a:srgbClr val="7C8698"/>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0" name="Oval 119">
            <a:extLst>
              <a:ext uri="{FF2B5EF4-FFF2-40B4-BE49-F238E27FC236}">
                <a16:creationId xmlns:a16="http://schemas.microsoft.com/office/drawing/2014/main" id="{8B604703-D912-5E08-22A3-69B38EAFC555}"/>
              </a:ext>
            </a:extLst>
          </p:cNvPr>
          <p:cNvSpPr/>
          <p:nvPr/>
        </p:nvSpPr>
        <p:spPr bwMode="auto">
          <a:xfrm>
            <a:off x="5991217" y="3342106"/>
            <a:ext cx="50809" cy="45719"/>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a:solidFill>
                <a:schemeClr val="bg1"/>
              </a:solidFill>
              <a:ea typeface="Segoe UI" pitchFamily="34" charset="0"/>
              <a:cs typeface="Segoe UI" pitchFamily="34" charset="0"/>
            </a:endParaRPr>
          </a:p>
        </p:txBody>
      </p:sp>
      <p:sp>
        <p:nvSpPr>
          <p:cNvPr id="121" name="Oval 120">
            <a:extLst>
              <a:ext uri="{FF2B5EF4-FFF2-40B4-BE49-F238E27FC236}">
                <a16:creationId xmlns:a16="http://schemas.microsoft.com/office/drawing/2014/main" id="{0596901C-EFBC-CDDF-DBD4-81FADB2B02ED}"/>
              </a:ext>
            </a:extLst>
          </p:cNvPr>
          <p:cNvSpPr/>
          <p:nvPr/>
        </p:nvSpPr>
        <p:spPr bwMode="auto">
          <a:xfrm>
            <a:off x="6067430" y="3342106"/>
            <a:ext cx="50809" cy="45719"/>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a:solidFill>
                <a:schemeClr val="bg1"/>
              </a:solidFill>
              <a:ea typeface="Segoe UI" pitchFamily="34" charset="0"/>
              <a:cs typeface="Segoe UI" pitchFamily="34" charset="0"/>
            </a:endParaRPr>
          </a:p>
        </p:txBody>
      </p:sp>
      <p:sp>
        <p:nvSpPr>
          <p:cNvPr id="122" name="Oval 121">
            <a:extLst>
              <a:ext uri="{FF2B5EF4-FFF2-40B4-BE49-F238E27FC236}">
                <a16:creationId xmlns:a16="http://schemas.microsoft.com/office/drawing/2014/main" id="{47A012AB-01A5-2A6D-B372-33E29D6DF484}"/>
              </a:ext>
            </a:extLst>
          </p:cNvPr>
          <p:cNvSpPr/>
          <p:nvPr/>
        </p:nvSpPr>
        <p:spPr bwMode="auto">
          <a:xfrm>
            <a:off x="6143643" y="3342106"/>
            <a:ext cx="50809" cy="45719"/>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a:solidFill>
                <a:schemeClr val="bg1"/>
              </a:solidFill>
              <a:ea typeface="Segoe UI" pitchFamily="34" charset="0"/>
              <a:cs typeface="Segoe UI" pitchFamily="34" charset="0"/>
            </a:endParaRPr>
          </a:p>
        </p:txBody>
      </p:sp>
      <p:cxnSp>
        <p:nvCxnSpPr>
          <p:cNvPr id="139" name="Straight Connector 138">
            <a:extLst>
              <a:ext uri="{FF2B5EF4-FFF2-40B4-BE49-F238E27FC236}">
                <a16:creationId xmlns:a16="http://schemas.microsoft.com/office/drawing/2014/main" id="{3505548E-278E-951B-C11D-66C1125A7BBC}"/>
              </a:ext>
            </a:extLst>
          </p:cNvPr>
          <p:cNvCxnSpPr>
            <a:cxnSpLocks/>
          </p:cNvCxnSpPr>
          <p:nvPr/>
        </p:nvCxnSpPr>
        <p:spPr>
          <a:xfrm>
            <a:off x="5602588" y="2915467"/>
            <a:ext cx="0" cy="449497"/>
          </a:xfrm>
          <a:prstGeom prst="line">
            <a:avLst/>
          </a:prstGeom>
          <a:ln w="6350">
            <a:solidFill>
              <a:srgbClr val="7C8698"/>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4C71ABB6-4B98-713D-6437-4C48147A7BEC}"/>
              </a:ext>
            </a:extLst>
          </p:cNvPr>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810550326"/>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 name="Mapping Table"/>
          <p:cNvGraphicFramePr>
            <a:graphicFrameLocks noGrp="1"/>
          </p:cNvGraphicFramePr>
          <p:nvPr>
            <p:extLst>
              <p:ext uri="{D42A27DB-BD31-4B8C-83A1-F6EECF244321}">
                <p14:modId xmlns:p14="http://schemas.microsoft.com/office/powerpoint/2010/main" val="2411678261"/>
              </p:ext>
            </p:extLst>
          </p:nvPr>
        </p:nvGraphicFramePr>
        <p:xfrm>
          <a:off x="548640" y="1446997"/>
          <a:ext cx="11045589" cy="3720946"/>
        </p:xfrm>
        <a:graphic>
          <a:graphicData uri="http://schemas.openxmlformats.org/drawingml/2006/table">
            <a:tbl>
              <a:tblPr firstRow="1">
                <a:tableStyleId>{2D5ABB26-0587-4C30-8999-92F81FD0307C}</a:tableStyleId>
              </a:tblPr>
              <a:tblGrid>
                <a:gridCol w="1247464">
                  <a:extLst>
                    <a:ext uri="{9D8B030D-6E8A-4147-A177-3AD203B41FA5}">
                      <a16:colId xmlns:a16="http://schemas.microsoft.com/office/drawing/2014/main" val="20000"/>
                    </a:ext>
                  </a:extLst>
                </a:gridCol>
                <a:gridCol w="4821080">
                  <a:extLst>
                    <a:ext uri="{9D8B030D-6E8A-4147-A177-3AD203B41FA5}">
                      <a16:colId xmlns:a16="http://schemas.microsoft.com/office/drawing/2014/main" val="20001"/>
                    </a:ext>
                  </a:extLst>
                </a:gridCol>
                <a:gridCol w="4977045">
                  <a:extLst>
                    <a:ext uri="{9D8B030D-6E8A-4147-A177-3AD203B41FA5}">
                      <a16:colId xmlns:a16="http://schemas.microsoft.com/office/drawing/2014/main" val="20002"/>
                    </a:ext>
                  </a:extLst>
                </a:gridCol>
              </a:tblGrid>
              <a:tr h="355035">
                <a:tc>
                  <a:txBody>
                    <a:bodyPr/>
                    <a:lstStyle/>
                    <a:p>
                      <a:endParaRPr lang="en-US" sz="1100" b="1">
                        <a:solidFill>
                          <a:srgbClr val="1F1F1F"/>
                        </a:solidFill>
                        <a:latin typeface="+mn-lt"/>
                        <a:cs typeface="Segoe UI" pitchFamily="34" charset="0"/>
                      </a:endParaRPr>
                    </a:p>
                  </a:txBody>
                  <a:tcPr marT="64008" marB="64008">
                    <a:lnB w="25400" cap="flat">
                      <a:solidFill>
                        <a:srgbClr val="D0D7DE"/>
                      </a:solidFill>
                    </a:lnB>
                    <a:noFill/>
                  </a:tcPr>
                </a:tc>
                <a:tc>
                  <a:txBody>
                    <a:bodyPr/>
                    <a:lstStyle/>
                    <a:p>
                      <a:pPr marL="359410">
                        <a:spcBef>
                          <a:spcPts val="0"/>
                        </a:spcBef>
                      </a:pPr>
                      <a:r>
                        <a:rPr lang="en-US" sz="1400" b="0">
                          <a:solidFill>
                            <a:schemeClr val="accent1"/>
                          </a:solidFill>
                          <a:latin typeface="+mj-lt"/>
                          <a:cs typeface="Segoe UI"/>
                        </a:rPr>
                        <a:t>Inline Agents</a:t>
                      </a:r>
                      <a:endParaRPr lang="en-US" sz="1400" b="0">
                        <a:solidFill>
                          <a:schemeClr val="accent1"/>
                        </a:solidFill>
                        <a:latin typeface="+mj-lt"/>
                        <a:cs typeface="Segoe UI" pitchFamily="34" charset="0"/>
                      </a:endParaRPr>
                    </a:p>
                  </a:txBody>
                  <a:tcPr marT="64008" marB="64008">
                    <a:lnB w="25400" cap="flat">
                      <a:solidFill>
                        <a:srgbClr val="D0D7DE"/>
                      </a:solidFill>
                    </a:lnB>
                    <a:noFill/>
                  </a:tcPr>
                </a:tc>
                <a:tc>
                  <a:txBody>
                    <a:bodyPr/>
                    <a:lstStyle/>
                    <a:p>
                      <a:pPr marL="357188" indent="0"/>
                      <a:r>
                        <a:rPr lang="en-US" sz="1400" b="0">
                          <a:solidFill>
                            <a:schemeClr val="accent2"/>
                          </a:solidFill>
                          <a:latin typeface="+mj-lt"/>
                          <a:cs typeface="Segoe UI"/>
                        </a:rPr>
                        <a:t>Referenced Agents (Published Agents)</a:t>
                      </a:r>
                      <a:endParaRPr lang="en-US" b="0">
                        <a:latin typeface="+mj-lt"/>
                      </a:endParaRPr>
                    </a:p>
                  </a:txBody>
                  <a:tcPr marT="64008" marB="64008">
                    <a:lnB w="25400" cap="flat">
                      <a:solidFill>
                        <a:srgbClr val="D0D7DE"/>
                      </a:solidFill>
                    </a:lnB>
                    <a:noFill/>
                  </a:tcPr>
                </a:tc>
                <a:extLst>
                  <a:ext uri="{0D108BD9-81ED-4DB2-BD59-A6C34878D82A}">
                    <a16:rowId xmlns:a16="http://schemas.microsoft.com/office/drawing/2014/main" val="10000"/>
                  </a:ext>
                </a:extLst>
              </a:tr>
              <a:tr h="874071">
                <a:tc>
                  <a:txBody>
                    <a:bodyPr/>
                    <a:lstStyle/>
                    <a:p>
                      <a:pPr algn="r"/>
                      <a:r>
                        <a:rPr lang="en-US" sz="1050" b="1">
                          <a:solidFill>
                            <a:srgbClr val="1F1F1F"/>
                          </a:solidFill>
                          <a:latin typeface="+mj-lt"/>
                          <a:cs typeface="Segoe UI" pitchFamily="34" charset="0"/>
                        </a:rPr>
                        <a:t>Shape</a:t>
                      </a:r>
                    </a:p>
                  </a:txBody>
                  <a:tcPr marL="137160" marR="137160" marT="137160" marB="137160" anchor="ctr">
                    <a:lnT w="25400" cap="flat" cmpd="sng" algn="ctr">
                      <a:solidFill>
                        <a:srgbClr val="D0D7DE"/>
                      </a:solidFill>
                      <a:prstDash val="solid"/>
                      <a:round/>
                      <a:headEnd type="none" w="med" len="med"/>
                      <a:tailEnd type="none" w="med" len="med"/>
                    </a:lnT>
                    <a:lnB w="12700" cap="flat" cmpd="sng" algn="ctr">
                      <a:solidFill>
                        <a:srgbClr val="E6EAEF"/>
                      </a:solidFill>
                      <a:prstDash val="solid"/>
                      <a:round/>
                      <a:headEnd type="none" w="med" len="med"/>
                      <a:tailEnd type="none" w="med" len="med"/>
                    </a:lnB>
                    <a:noFill/>
                  </a:tcPr>
                </a:tc>
                <a:tc>
                  <a:txBody>
                    <a:bodyPr/>
                    <a:lstStyle/>
                    <a:p>
                      <a:pPr marL="359410">
                        <a:spcBef>
                          <a:spcPts val="0"/>
                        </a:spcBef>
                        <a:spcAft>
                          <a:spcPts val="600"/>
                        </a:spcAft>
                      </a:pPr>
                      <a:r>
                        <a:rPr lang="en-US" sz="1050">
                          <a:solidFill>
                            <a:srgbClr val="1F1F1F"/>
                          </a:solidFill>
                          <a:latin typeface="+mn-lt"/>
                          <a:cs typeface="Segoe UI" pitchFamily="34" charset="0"/>
                        </a:rPr>
                        <a:t>An </a:t>
                      </a:r>
                      <a:r>
                        <a:rPr lang="en-US" sz="1050" b="1">
                          <a:solidFill>
                            <a:schemeClr val="accent1"/>
                          </a:solidFill>
                          <a:latin typeface="+mn-lt"/>
                          <a:cs typeface="Segoe UI" pitchFamily="34" charset="0"/>
                        </a:rPr>
                        <a:t>action</a:t>
                      </a:r>
                      <a:r>
                        <a:rPr lang="en-US" sz="1050" b="1">
                          <a:solidFill>
                            <a:srgbClr val="1F1F1F"/>
                          </a:solidFill>
                          <a:latin typeface="+mn-lt"/>
                          <a:cs typeface="Segoe UI" pitchFamily="34" charset="0"/>
                        </a:rPr>
                        <a:t> </a:t>
                      </a:r>
                      <a:r>
                        <a:rPr lang="en-US" sz="1050" b="0">
                          <a:solidFill>
                            <a:srgbClr val="1F1F1F"/>
                          </a:solidFill>
                          <a:latin typeface="+mn-lt"/>
                          <a:cs typeface="Segoe UI" pitchFamily="34" charset="0"/>
                        </a:rPr>
                        <a:t>inside a workflow → Agents connector</a:t>
                      </a:r>
                    </a:p>
                  </a:txBody>
                  <a:tcPr marT="64008" marB="64008" anchor="ctr">
                    <a:lnT w="25400" cap="flat" cmpd="sng" algn="ctr">
                      <a:solidFill>
                        <a:srgbClr val="D0D7DE"/>
                      </a:solidFill>
                      <a:prstDash val="solid"/>
                      <a:round/>
                      <a:headEnd type="none" w="med" len="med"/>
                      <a:tailEnd type="none" w="med" len="med"/>
                    </a:lnT>
                    <a:lnB w="12700" cap="flat" cmpd="sng" algn="ctr">
                      <a:solidFill>
                        <a:srgbClr val="E6EAEF"/>
                      </a:solidFill>
                      <a:prstDash val="solid"/>
                      <a:round/>
                      <a:headEnd type="none" w="med" len="med"/>
                      <a:tailEnd type="none" w="med" len="med"/>
                    </a:lnB>
                    <a:noFill/>
                  </a:tcPr>
                </a:tc>
                <a:tc>
                  <a:txBody>
                    <a:bodyPr/>
                    <a:lstStyle/>
                    <a:p>
                      <a:pPr marL="540000" indent="-171450">
                        <a:spcAft>
                          <a:spcPts val="600"/>
                        </a:spcAft>
                        <a:buFont typeface="Arial" panose="020B0604020202020204" pitchFamily="34" charset="0"/>
                        <a:buChar char="•"/>
                      </a:pPr>
                      <a:r>
                        <a:rPr lang="en-US" sz="1050">
                          <a:solidFill>
                            <a:srgbClr val="1F1F1F"/>
                          </a:solidFill>
                          <a:latin typeface="+mn-lt"/>
                          <a:cs typeface="Segoe UI" pitchFamily="34" charset="0"/>
                        </a:rPr>
                        <a:t>A published </a:t>
                      </a:r>
                      <a:r>
                        <a:rPr lang="en-US" sz="1050">
                          <a:solidFill>
                            <a:schemeClr val="accent2"/>
                          </a:solidFill>
                          <a:latin typeface="+mn-lt"/>
                          <a:cs typeface="Segoe UI" pitchFamily="34" charset="0"/>
                        </a:rPr>
                        <a:t>Copilot Studio </a:t>
                      </a:r>
                      <a:r>
                        <a:rPr lang="en-US" sz="1050" b="1">
                          <a:solidFill>
                            <a:schemeClr val="accent2"/>
                          </a:solidFill>
                          <a:latin typeface="+mn-lt"/>
                          <a:cs typeface="Segoe UI" pitchFamily="34" charset="0"/>
                        </a:rPr>
                        <a:t>agent</a:t>
                      </a:r>
                      <a:r>
                        <a:rPr lang="en-US" sz="1050">
                          <a:solidFill>
                            <a:schemeClr val="accent2"/>
                          </a:solidFill>
                          <a:latin typeface="+mn-lt"/>
                          <a:cs typeface="Segoe UI" pitchFamily="34" charset="0"/>
                        </a:rPr>
                        <a:t> </a:t>
                      </a:r>
                      <a:r>
                        <a:rPr lang="en-US" sz="1050">
                          <a:solidFill>
                            <a:srgbClr val="1F1F1F"/>
                          </a:solidFill>
                          <a:latin typeface="+mn-lt"/>
                          <a:cs typeface="Segoe UI" pitchFamily="34" charset="0"/>
                        </a:rPr>
                        <a:t>→ </a:t>
                      </a:r>
                      <a:r>
                        <a:rPr lang="en-US" sz="1050" b="0">
                          <a:solidFill>
                            <a:srgbClr val="1F1F1F"/>
                          </a:solidFill>
                          <a:latin typeface="+mn-lt"/>
                          <a:cs typeface="Segoe UI" pitchFamily="34" charset="0"/>
                        </a:rPr>
                        <a:t>Agents connector</a:t>
                      </a:r>
                      <a:endParaRPr lang="en-US" sz="1050">
                        <a:solidFill>
                          <a:srgbClr val="1F1F1F"/>
                        </a:solidFill>
                        <a:latin typeface="+mn-lt"/>
                        <a:cs typeface="Segoe UI" pitchFamily="34" charset="0"/>
                      </a:endParaRPr>
                    </a:p>
                    <a:p>
                      <a:pPr marL="540000" indent="-171450">
                        <a:spcAft>
                          <a:spcPts val="600"/>
                        </a:spcAft>
                        <a:buFont typeface="Arial" panose="020B0604020202020204" pitchFamily="34" charset="0"/>
                        <a:buChar char="•"/>
                      </a:pPr>
                      <a:r>
                        <a:rPr lang="en-US" sz="1050">
                          <a:solidFill>
                            <a:srgbClr val="1F1F1F"/>
                          </a:solidFill>
                          <a:latin typeface="+mn-lt"/>
                          <a:cs typeface="Segoe UI" pitchFamily="34" charset="0"/>
                        </a:rPr>
                        <a:t>A </a:t>
                      </a:r>
                      <a:r>
                        <a:rPr lang="en-US" sz="1050">
                          <a:solidFill>
                            <a:schemeClr val="accent2"/>
                          </a:solidFill>
                          <a:latin typeface="+mn-lt"/>
                          <a:cs typeface="Segoe UI" pitchFamily="34" charset="0"/>
                        </a:rPr>
                        <a:t>1st party </a:t>
                      </a:r>
                      <a:r>
                        <a:rPr lang="en-US" sz="1050">
                          <a:solidFill>
                            <a:srgbClr val="1F1F1F"/>
                          </a:solidFill>
                          <a:latin typeface="+mn-lt"/>
                          <a:cs typeface="Segoe UI" pitchFamily="34" charset="0"/>
                        </a:rPr>
                        <a:t>(1P) Copilot </a:t>
                      </a:r>
                      <a:r>
                        <a:rPr lang="en-US" sz="1050" b="1">
                          <a:solidFill>
                            <a:schemeClr val="accent2"/>
                          </a:solidFill>
                          <a:latin typeface="+mn-lt"/>
                          <a:cs typeface="Segoe UI" pitchFamily="34" charset="0"/>
                        </a:rPr>
                        <a:t>agent</a:t>
                      </a:r>
                      <a:r>
                        <a:rPr lang="en-US" sz="1050">
                          <a:solidFill>
                            <a:srgbClr val="1F1F1F"/>
                          </a:solidFill>
                          <a:latin typeface="+mn-lt"/>
                          <a:cs typeface="Segoe UI" pitchFamily="34" charset="0"/>
                        </a:rPr>
                        <a:t> → M365 Copilot connector</a:t>
                      </a:r>
                    </a:p>
                    <a:p>
                      <a:pPr marL="540000" indent="-171450">
                        <a:spcAft>
                          <a:spcPts val="600"/>
                        </a:spcAft>
                        <a:buFont typeface="Arial" panose="020B0604020202020204" pitchFamily="34" charset="0"/>
                        <a:buChar char="•"/>
                      </a:pPr>
                      <a:r>
                        <a:rPr lang="en-US" sz="1050">
                          <a:solidFill>
                            <a:srgbClr val="1F1F1F"/>
                          </a:solidFill>
                          <a:latin typeface="+mn-lt"/>
                          <a:cs typeface="Segoe UI" pitchFamily="34" charset="0"/>
                        </a:rPr>
                        <a:t>A </a:t>
                      </a:r>
                      <a:r>
                        <a:rPr lang="en-US" sz="1050">
                          <a:solidFill>
                            <a:schemeClr val="accent2"/>
                          </a:solidFill>
                          <a:latin typeface="+mn-lt"/>
                          <a:cs typeface="Segoe UI" pitchFamily="34" charset="0"/>
                        </a:rPr>
                        <a:t>Declarative </a:t>
                      </a:r>
                      <a:r>
                        <a:rPr lang="en-US" sz="1050" b="1">
                          <a:solidFill>
                            <a:schemeClr val="accent2"/>
                          </a:solidFill>
                          <a:latin typeface="+mn-lt"/>
                          <a:cs typeface="Segoe UI" pitchFamily="34" charset="0"/>
                        </a:rPr>
                        <a:t>Agent</a:t>
                      </a:r>
                      <a:r>
                        <a:rPr lang="en-US" sz="1050">
                          <a:solidFill>
                            <a:srgbClr val="1F1F1F"/>
                          </a:solidFill>
                          <a:latin typeface="+mn-lt"/>
                          <a:cs typeface="Segoe UI" pitchFamily="34" charset="0"/>
                        </a:rPr>
                        <a:t> (DA) → M365 Copilot connector</a:t>
                      </a:r>
                    </a:p>
                  </a:txBody>
                  <a:tcPr marT="64008" marB="64008" anchor="ctr">
                    <a:lnT w="25400" cap="flat" cmpd="sng" algn="ctr">
                      <a:solidFill>
                        <a:srgbClr val="D0D7DE"/>
                      </a:solidFill>
                      <a:prstDash val="solid"/>
                      <a:round/>
                      <a:headEnd type="none" w="med" len="med"/>
                      <a:tailEnd type="none" w="med" len="med"/>
                    </a:lnT>
                    <a:lnB w="12700" cap="flat" cmpd="sng" algn="ctr">
                      <a:solidFill>
                        <a:srgbClr val="E6EAEF"/>
                      </a:solidFill>
                      <a:prstDash val="solid"/>
                      <a:round/>
                      <a:headEnd type="none" w="med" len="med"/>
                      <a:tailEnd type="none" w="med" len="med"/>
                    </a:lnB>
                    <a:noFill/>
                  </a:tcPr>
                </a:tc>
                <a:extLst>
                  <a:ext uri="{0D108BD9-81ED-4DB2-BD59-A6C34878D82A}">
                    <a16:rowId xmlns:a16="http://schemas.microsoft.com/office/drawing/2014/main" val="10001"/>
                  </a:ext>
                </a:extLst>
              </a:tr>
              <a:tr h="596220">
                <a:tc>
                  <a:txBody>
                    <a:bodyPr/>
                    <a:lstStyle/>
                    <a:p>
                      <a:pPr algn="r"/>
                      <a:r>
                        <a:rPr lang="en-US" sz="1050" b="1">
                          <a:solidFill>
                            <a:srgbClr val="1F1F1F"/>
                          </a:solidFill>
                          <a:latin typeface="+mj-lt"/>
                          <a:cs typeface="Segoe UI" pitchFamily="34" charset="0"/>
                        </a:rPr>
                        <a:t>Starts with</a:t>
                      </a:r>
                    </a:p>
                  </a:txBody>
                  <a:tcPr marL="137160" marR="137160" marT="137160" marB="137160" anchor="ctr">
                    <a:lnT w="12700" cap="flat" cmpd="sng" algn="ctr">
                      <a:solidFill>
                        <a:srgbClr val="E6EAEF"/>
                      </a:solidFill>
                      <a:prstDash val="solid"/>
                      <a:round/>
                      <a:headEnd type="none" w="med" len="med"/>
                      <a:tailEnd type="none" w="med" len="med"/>
                    </a:lnT>
                    <a:lnB w="12700" cap="flat" cmpd="sng" algn="ctr">
                      <a:solidFill>
                        <a:srgbClr val="E6EAEF"/>
                      </a:solidFill>
                      <a:prstDash val="solid"/>
                      <a:round/>
                      <a:headEnd type="none" w="med" len="med"/>
                      <a:tailEnd type="none" w="med" len="med"/>
                    </a:lnB>
                    <a:noFill/>
                  </a:tcPr>
                </a:tc>
                <a:tc>
                  <a:txBody>
                    <a:bodyPr/>
                    <a:lstStyle/>
                    <a:p>
                      <a:pPr marL="359410">
                        <a:spcBef>
                          <a:spcPts val="0"/>
                        </a:spcBef>
                        <a:spcAft>
                          <a:spcPts val="600"/>
                        </a:spcAft>
                      </a:pPr>
                      <a:r>
                        <a:rPr lang="en-US" sz="1050">
                          <a:solidFill>
                            <a:srgbClr val="1F1F1F"/>
                          </a:solidFill>
                          <a:latin typeface="+mn-lt"/>
                          <a:cs typeface="Segoe UI" pitchFamily="34" charset="0"/>
                        </a:rPr>
                        <a:t>A </a:t>
                      </a:r>
                      <a:r>
                        <a:rPr lang="en-US" sz="1050" b="1">
                          <a:solidFill>
                            <a:srgbClr val="1F1F1F"/>
                          </a:solidFill>
                          <a:latin typeface="+mn-lt"/>
                          <a:cs typeface="Segoe UI" pitchFamily="34" charset="0"/>
                        </a:rPr>
                        <a:t>workflow</a:t>
                      </a:r>
                      <a:r>
                        <a:rPr lang="en-US" sz="1050">
                          <a:solidFill>
                            <a:srgbClr val="1F1F1F"/>
                          </a:solidFill>
                          <a:latin typeface="+mn-lt"/>
                          <a:cs typeface="Segoe UI" pitchFamily="34" charset="0"/>
                        </a:rPr>
                        <a:t> calls it from an Agent node</a:t>
                      </a:r>
                    </a:p>
                  </a:txBody>
                  <a:tcPr marT="64008" marB="64008" anchor="ctr">
                    <a:lnT w="12700" cap="flat" cmpd="sng" algn="ctr">
                      <a:solidFill>
                        <a:srgbClr val="E6EAEF"/>
                      </a:solidFill>
                      <a:prstDash val="solid"/>
                      <a:round/>
                      <a:headEnd type="none" w="med" len="med"/>
                      <a:tailEnd type="none" w="med" len="med"/>
                    </a:lnT>
                    <a:lnB w="12700" cap="flat" cmpd="sng" algn="ctr">
                      <a:solidFill>
                        <a:srgbClr val="E6EAEF"/>
                      </a:solidFill>
                      <a:prstDash val="solid"/>
                      <a:round/>
                      <a:headEnd type="none" w="med" len="med"/>
                      <a:tailEnd type="none" w="med" len="med"/>
                    </a:lnB>
                    <a:noFill/>
                  </a:tcPr>
                </a:tc>
                <a:tc>
                  <a:txBody>
                    <a:bodyPr/>
                    <a:lstStyle/>
                    <a:p>
                      <a:pPr marL="540000" indent="-171450">
                        <a:spcAft>
                          <a:spcPts val="600"/>
                        </a:spcAft>
                        <a:buFont typeface="Arial" panose="020B0604020202020204" pitchFamily="34" charset="0"/>
                        <a:buChar char="•"/>
                      </a:pPr>
                      <a:r>
                        <a:rPr lang="en-US" sz="1050">
                          <a:solidFill>
                            <a:srgbClr val="1F1F1F"/>
                          </a:solidFill>
                          <a:latin typeface="+mn-lt"/>
                          <a:cs typeface="Segoe UI" pitchFamily="34" charset="0"/>
                        </a:rPr>
                        <a:t>A user talks starts a </a:t>
                      </a:r>
                      <a:r>
                        <a:rPr lang="en-US" sz="1050" b="1">
                          <a:solidFill>
                            <a:srgbClr val="1F1F1F"/>
                          </a:solidFill>
                          <a:latin typeface="+mn-lt"/>
                          <a:cs typeface="Segoe UI" pitchFamily="34" charset="0"/>
                        </a:rPr>
                        <a:t>conversation</a:t>
                      </a:r>
                      <a:r>
                        <a:rPr lang="en-US" sz="1050">
                          <a:solidFill>
                            <a:srgbClr val="1F1F1F"/>
                          </a:solidFill>
                          <a:latin typeface="+mn-lt"/>
                          <a:cs typeface="Segoe UI" pitchFamily="34" charset="0"/>
                        </a:rPr>
                        <a:t> in a channel</a:t>
                      </a:r>
                    </a:p>
                    <a:p>
                      <a:pPr marL="540000" indent="-171450">
                        <a:spcAft>
                          <a:spcPts val="600"/>
                        </a:spcAft>
                        <a:buFont typeface="Arial" panose="020B0604020202020204" pitchFamily="34" charset="0"/>
                        <a:buChar char="•"/>
                      </a:pPr>
                      <a:r>
                        <a:rPr lang="en-US" sz="1050">
                          <a:solidFill>
                            <a:srgbClr val="1F1F1F"/>
                          </a:solidFill>
                          <a:latin typeface="+mn-lt"/>
                          <a:cs typeface="Segoe UI" pitchFamily="34" charset="0"/>
                        </a:rPr>
                        <a:t>A </a:t>
                      </a:r>
                      <a:r>
                        <a:rPr lang="en-US" sz="1050" b="1">
                          <a:solidFill>
                            <a:srgbClr val="1F1F1F"/>
                          </a:solidFill>
                          <a:latin typeface="+mn-lt"/>
                          <a:cs typeface="Segoe UI" pitchFamily="34" charset="0"/>
                        </a:rPr>
                        <a:t>workflow</a:t>
                      </a:r>
                      <a:r>
                        <a:rPr lang="en-US" sz="1050">
                          <a:solidFill>
                            <a:srgbClr val="1F1F1F"/>
                          </a:solidFill>
                          <a:latin typeface="+mn-lt"/>
                          <a:cs typeface="Segoe UI" pitchFamily="34" charset="0"/>
                        </a:rPr>
                        <a:t> calls it from an Agent node</a:t>
                      </a:r>
                    </a:p>
                  </a:txBody>
                  <a:tcPr marT="64008" marB="64008" anchor="ctr">
                    <a:lnT w="12700" cap="flat" cmpd="sng" algn="ctr">
                      <a:solidFill>
                        <a:srgbClr val="E6EAEF"/>
                      </a:solidFill>
                      <a:prstDash val="solid"/>
                      <a:round/>
                      <a:headEnd type="none" w="med" len="med"/>
                      <a:tailEnd type="none" w="med" len="med"/>
                    </a:lnT>
                    <a:lnB w="12700" cap="flat" cmpd="sng" algn="ctr">
                      <a:solidFill>
                        <a:srgbClr val="E6EAEF"/>
                      </a:solidFill>
                      <a:prstDash val="solid"/>
                      <a:round/>
                      <a:headEnd type="none" w="med" len="med"/>
                      <a:tailEnd type="none" w="med" len="med"/>
                    </a:lnB>
                    <a:noFill/>
                  </a:tcPr>
                </a:tc>
                <a:extLst>
                  <a:ext uri="{0D108BD9-81ED-4DB2-BD59-A6C34878D82A}">
                    <a16:rowId xmlns:a16="http://schemas.microsoft.com/office/drawing/2014/main" val="3070844124"/>
                  </a:ext>
                </a:extLst>
              </a:tr>
              <a:tr h="766604">
                <a:tc>
                  <a:txBody>
                    <a:bodyPr/>
                    <a:lstStyle/>
                    <a:p>
                      <a:pPr algn="r"/>
                      <a:r>
                        <a:rPr lang="en-US" sz="1050" b="1">
                          <a:solidFill>
                            <a:srgbClr val="1F1F1F"/>
                          </a:solidFill>
                          <a:latin typeface="+mj-lt"/>
                          <a:cs typeface="Segoe UI" pitchFamily="34" charset="0"/>
                        </a:rPr>
                        <a:t>Building blocks</a:t>
                      </a:r>
                      <a:endParaRPr lang="en-US" sz="900">
                        <a:solidFill>
                          <a:srgbClr val="6B7280"/>
                        </a:solidFill>
                        <a:latin typeface="+mj-lt"/>
                        <a:cs typeface="Segoe UI" pitchFamily="34" charset="0"/>
                      </a:endParaRPr>
                    </a:p>
                  </a:txBody>
                  <a:tcPr marL="137160" marR="137160" marT="137160" marB="137160" anchor="ctr">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pPr marL="368300" marR="0" lvl="0" indent="0" algn="l" defTabSz="932742"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050" b="1">
                          <a:solidFill>
                            <a:srgbClr val="1F1F1F"/>
                          </a:solidFill>
                          <a:latin typeface="+mn-lt"/>
                          <a:cs typeface="Segoe UI" pitchFamily="34" charset="0"/>
                        </a:rPr>
                        <a:t>Modern </a:t>
                      </a:r>
                      <a:r>
                        <a:rPr lang="en-US" sz="1050" b="0">
                          <a:solidFill>
                            <a:srgbClr val="1F1F1F"/>
                          </a:solidFill>
                          <a:latin typeface="+mn-lt"/>
                          <a:cs typeface="Segoe UI" pitchFamily="34" charset="0"/>
                        </a:rPr>
                        <a:t>agent components</a:t>
                      </a:r>
                      <a:r>
                        <a:rPr lang="en-US" sz="1050">
                          <a:solidFill>
                            <a:srgbClr val="1F1F1F"/>
                          </a:solidFill>
                          <a:latin typeface="+mn-lt"/>
                          <a:cs typeface="Segoe UI" pitchFamily="34" charset="0"/>
                        </a:rPr>
                        <a:t>: Instructions, Knowledge, Tools / MCP Servers, Agent Sandbox. </a:t>
                      </a:r>
                      <a:r>
                        <a:rPr lang="en-US" sz="1050" b="0" i="1">
                          <a:solidFill>
                            <a:srgbClr val="8C8279"/>
                          </a:solidFill>
                          <a:effectLst/>
                          <a:latin typeface="+mn-lt"/>
                          <a:cs typeface="Segoe UI" pitchFamily="34" charset="0"/>
                        </a:rPr>
                        <a:t>Not including skills </a:t>
                      </a:r>
                      <a:r>
                        <a:rPr lang="en-US" sz="1050" b="0" i="1">
                          <a:solidFill>
                            <a:srgbClr val="8C8279"/>
                          </a:solidFill>
                          <a:effectLst/>
                          <a:latin typeface="+mn-lt"/>
                        </a:rPr>
                        <a:t>yet; on the roadmap</a:t>
                      </a:r>
                      <a:endParaRPr lang="en-US" sz="1050" b="0" i="1">
                        <a:solidFill>
                          <a:srgbClr val="8C8279"/>
                        </a:solidFill>
                        <a:latin typeface="+mn-lt"/>
                        <a:cs typeface="Segoe UI" pitchFamily="34" charset="0"/>
                      </a:endParaRPr>
                    </a:p>
                  </a:txBody>
                  <a:tcPr marT="64008" marB="64008" anchor="ctr">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pPr marL="538163" indent="-176213">
                        <a:spcAft>
                          <a:spcPts val="600"/>
                        </a:spcAft>
                        <a:buFont typeface="Arial" panose="020B0604020202020204" pitchFamily="34" charset="0"/>
                        <a:buChar char="•"/>
                        <a:tabLst>
                          <a:tab pos="538163" algn="l"/>
                        </a:tabLst>
                      </a:pPr>
                      <a:r>
                        <a:rPr lang="en-US" sz="1050">
                          <a:solidFill>
                            <a:srgbClr val="1F1F1F"/>
                          </a:solidFill>
                          <a:latin typeface="+mn-lt"/>
                          <a:cs typeface="Segoe UI" pitchFamily="34" charset="0"/>
                        </a:rPr>
                        <a:t>Custom agents: Modern or standard agent components, as per the case</a:t>
                      </a:r>
                    </a:p>
                    <a:p>
                      <a:pPr marL="538163" indent="-176213">
                        <a:spcAft>
                          <a:spcPts val="600"/>
                        </a:spcAft>
                        <a:buFont typeface="Arial" panose="020B0604020202020204" pitchFamily="34" charset="0"/>
                        <a:buChar char="•"/>
                        <a:tabLst>
                          <a:tab pos="538163" algn="l"/>
                        </a:tabLst>
                      </a:pPr>
                      <a:r>
                        <a:rPr lang="en-US" sz="1050">
                          <a:solidFill>
                            <a:srgbClr val="1F1F1F"/>
                          </a:solidFill>
                          <a:latin typeface="+mn-lt"/>
                          <a:cs typeface="Segoe UI" pitchFamily="34" charset="0"/>
                        </a:rPr>
                        <a:t>DAs in Agent Builder: Knowledge, Copilot connectors, Work IQ</a:t>
                      </a:r>
                    </a:p>
                  </a:txBody>
                  <a:tcPr marT="64008" marB="64008" anchor="ctr">
                    <a:lnT w="12700" cap="flat" cmpd="sng" algn="ctr">
                      <a:solidFill>
                        <a:srgbClr val="E6EAEF"/>
                      </a:solidFill>
                      <a:prstDash val="solid"/>
                      <a:round/>
                      <a:headEnd type="none" w="med" len="med"/>
                      <a:tailEnd type="none" w="med" len="med"/>
                    </a:lnT>
                    <a:lnB w="12700" cap="flat">
                      <a:solidFill>
                        <a:srgbClr val="E6EAEF"/>
                      </a:solidFill>
                    </a:lnB>
                    <a:noFill/>
                  </a:tcPr>
                </a:tc>
                <a:extLst>
                  <a:ext uri="{0D108BD9-81ED-4DB2-BD59-A6C34878D82A}">
                    <a16:rowId xmlns:a16="http://schemas.microsoft.com/office/drawing/2014/main" val="10003"/>
                  </a:ext>
                </a:extLst>
              </a:tr>
              <a:tr h="1129016">
                <a:tc>
                  <a:txBody>
                    <a:bodyPr/>
                    <a:lstStyle/>
                    <a:p>
                      <a:pPr algn="r"/>
                      <a:r>
                        <a:rPr lang="en-US" sz="1050" b="1">
                          <a:solidFill>
                            <a:srgbClr val="1F1F1F"/>
                          </a:solidFill>
                          <a:latin typeface="+mj-lt"/>
                          <a:cs typeface="Segoe UI" pitchFamily="34" charset="0"/>
                        </a:rPr>
                        <a:t>Use when</a:t>
                      </a:r>
                    </a:p>
                  </a:txBody>
                  <a:tcPr marL="137160" marR="137160" marT="137160" marB="137160" anchor="ctr">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pPr marL="539750" indent="-171450">
                        <a:spcBef>
                          <a:spcPts val="0"/>
                        </a:spcBef>
                        <a:spcAft>
                          <a:spcPts val="600"/>
                        </a:spcAft>
                        <a:buFont typeface="Arial" panose="020B0604020202020204" pitchFamily="34" charset="0"/>
                        <a:buChar char="•"/>
                      </a:pPr>
                      <a:r>
                        <a:rPr lang="en-US" sz="1050">
                          <a:solidFill>
                            <a:schemeClr val="tx1"/>
                          </a:solidFill>
                          <a:latin typeface="+mn-lt"/>
                          <a:cs typeface="Segoe UI" pitchFamily="34" charset="0"/>
                        </a:rPr>
                        <a:t>The agent serves a </a:t>
                      </a:r>
                      <a:r>
                        <a:rPr lang="en-US" sz="1050" b="1">
                          <a:solidFill>
                            <a:schemeClr val="tx1"/>
                          </a:solidFill>
                          <a:latin typeface="+mn-lt"/>
                          <a:cs typeface="Segoe UI" pitchFamily="34" charset="0"/>
                        </a:rPr>
                        <a:t>purpose tied to a single process </a:t>
                      </a:r>
                      <a:r>
                        <a:rPr lang="en-US" sz="1050">
                          <a:solidFill>
                            <a:schemeClr val="tx1"/>
                          </a:solidFill>
                          <a:latin typeface="+mn-lt"/>
                          <a:cs typeface="Segoe UI" pitchFamily="34" charset="0"/>
                        </a:rPr>
                        <a:t>step</a:t>
                      </a:r>
                    </a:p>
                    <a:p>
                      <a:pPr marL="539750" indent="-171450">
                        <a:spcBef>
                          <a:spcPts val="0"/>
                        </a:spcBef>
                        <a:spcAft>
                          <a:spcPts val="600"/>
                        </a:spcAft>
                        <a:buFont typeface="Arial" panose="020B0604020202020204" pitchFamily="34" charset="0"/>
                        <a:buChar char="•"/>
                      </a:pPr>
                      <a:r>
                        <a:rPr lang="en-US" sz="1050">
                          <a:solidFill>
                            <a:schemeClr val="tx1"/>
                          </a:solidFill>
                          <a:latin typeface="+mn-lt"/>
                          <a:cs typeface="Segoe UI" pitchFamily="34" charset="0"/>
                        </a:rPr>
                        <a:t>Portability or reusability are not value-adders</a:t>
                      </a:r>
                    </a:p>
                    <a:p>
                      <a:pPr marL="539750" indent="-171450">
                        <a:spcBef>
                          <a:spcPts val="0"/>
                        </a:spcBef>
                        <a:spcAft>
                          <a:spcPts val="600"/>
                        </a:spcAft>
                        <a:buFont typeface="Arial" panose="020B0604020202020204" pitchFamily="34" charset="0"/>
                        <a:buChar char="•"/>
                      </a:pPr>
                      <a:r>
                        <a:rPr lang="en-US" sz="1050">
                          <a:solidFill>
                            <a:schemeClr val="tx1"/>
                          </a:solidFill>
                          <a:latin typeface="+mn-lt"/>
                          <a:cs typeface="Segoe UI" pitchFamily="34" charset="0"/>
                        </a:rPr>
                        <a:t>Human input is only used to disambiguate</a:t>
                      </a:r>
                    </a:p>
                    <a:p>
                      <a:pPr marL="539750" indent="-171450">
                        <a:spcBef>
                          <a:spcPts val="0"/>
                        </a:spcBef>
                        <a:spcAft>
                          <a:spcPts val="600"/>
                        </a:spcAft>
                        <a:buFont typeface="Arial" panose="020B0604020202020204" pitchFamily="34" charset="0"/>
                        <a:buChar char="•"/>
                      </a:pPr>
                      <a:r>
                        <a:rPr lang="en-US" sz="1050" b="0">
                          <a:solidFill>
                            <a:schemeClr val="tx1"/>
                          </a:solidFill>
                          <a:latin typeface="+mn-lt"/>
                          <a:cs typeface="Segoe UI"/>
                        </a:rPr>
                        <a:t>You need to </a:t>
                      </a:r>
                      <a:r>
                        <a:rPr lang="en-US" sz="1050" b="1">
                          <a:solidFill>
                            <a:schemeClr val="tx1"/>
                          </a:solidFill>
                          <a:latin typeface="+mn-lt"/>
                          <a:cs typeface="Segoe UI"/>
                        </a:rPr>
                        <a:t>replace a prompt </a:t>
                      </a:r>
                      <a:r>
                        <a:rPr lang="en-US" sz="1050" b="0">
                          <a:solidFill>
                            <a:schemeClr val="tx1"/>
                          </a:solidFill>
                          <a:latin typeface="+mn-lt"/>
                          <a:cs typeface="Segoe UI"/>
                        </a:rPr>
                        <a:t>in a standard workflow</a:t>
                      </a:r>
                    </a:p>
                  </a:txBody>
                  <a:tcPr marT="64008" marB="64008" anchor="ctr">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pPr marL="540000" indent="-171450">
                        <a:spcAft>
                          <a:spcPts val="600"/>
                        </a:spcAft>
                        <a:buFont typeface="Arial" panose="020B0604020202020204" pitchFamily="34" charset="0"/>
                        <a:buChar char="•"/>
                      </a:pPr>
                      <a:r>
                        <a:rPr lang="en-US" sz="1050">
                          <a:solidFill>
                            <a:schemeClr val="tx1"/>
                          </a:solidFill>
                          <a:latin typeface="+mn-lt"/>
                          <a:cs typeface="Segoe UI" pitchFamily="34" charset="0"/>
                        </a:rPr>
                        <a:t>The agent functionality is </a:t>
                      </a:r>
                      <a:r>
                        <a:rPr lang="en-US" sz="1050" b="1">
                          <a:solidFill>
                            <a:schemeClr val="tx1"/>
                          </a:solidFill>
                          <a:latin typeface="+mn-lt"/>
                          <a:cs typeface="Segoe UI" pitchFamily="34" charset="0"/>
                        </a:rPr>
                        <a:t>reusable</a:t>
                      </a:r>
                      <a:r>
                        <a:rPr lang="en-US" sz="1050">
                          <a:solidFill>
                            <a:schemeClr val="tx1"/>
                          </a:solidFill>
                          <a:latin typeface="+mn-lt"/>
                          <a:cs typeface="Segoe UI" pitchFamily="34" charset="0"/>
                        </a:rPr>
                        <a:t> across processes or solutions</a:t>
                      </a:r>
                    </a:p>
                    <a:p>
                      <a:pPr marL="540000" indent="-171450">
                        <a:spcAft>
                          <a:spcPts val="600"/>
                        </a:spcAft>
                        <a:buFont typeface="Arial" panose="020B0604020202020204" pitchFamily="34" charset="0"/>
                        <a:buChar char="•"/>
                      </a:pPr>
                      <a:r>
                        <a:rPr lang="en-US" sz="1050" b="0">
                          <a:solidFill>
                            <a:schemeClr val="tx1"/>
                          </a:solidFill>
                          <a:latin typeface="+mn-lt"/>
                          <a:cs typeface="Segoe UI" pitchFamily="34" charset="0"/>
                        </a:rPr>
                        <a:t>Interaction with the agent could also be </a:t>
                      </a:r>
                      <a:r>
                        <a:rPr lang="en-US" sz="1050" b="1">
                          <a:solidFill>
                            <a:schemeClr val="tx1"/>
                          </a:solidFill>
                          <a:latin typeface="+mn-lt"/>
                          <a:cs typeface="Segoe UI" pitchFamily="34" charset="0"/>
                        </a:rPr>
                        <a:t>conversational</a:t>
                      </a:r>
                    </a:p>
                    <a:p>
                      <a:pPr marL="540000" indent="-171450">
                        <a:spcAft>
                          <a:spcPts val="600"/>
                        </a:spcAft>
                        <a:buFont typeface="Arial" panose="020B0604020202020204" pitchFamily="34" charset="0"/>
                        <a:buChar char="•"/>
                      </a:pPr>
                      <a:r>
                        <a:rPr lang="en-US" sz="1050">
                          <a:solidFill>
                            <a:schemeClr val="tx1"/>
                          </a:solidFill>
                          <a:latin typeface="+mn-lt"/>
                          <a:cs typeface="Segoe UI" pitchFamily="34" charset="0"/>
                        </a:rPr>
                        <a:t>The agent can benefit from multi-agent orchestration to reach its goal</a:t>
                      </a:r>
                    </a:p>
                    <a:p>
                      <a:pPr marL="540000" indent="-171450">
                        <a:spcAft>
                          <a:spcPts val="600"/>
                        </a:spcAft>
                        <a:buFont typeface="Arial" panose="020B0604020202020204" pitchFamily="34" charset="0"/>
                        <a:buChar char="•"/>
                      </a:pPr>
                      <a:r>
                        <a:rPr lang="en-US" sz="1050" b="1">
                          <a:solidFill>
                            <a:schemeClr val="tx1"/>
                          </a:solidFill>
                          <a:latin typeface="+mn-lt"/>
                          <a:cs typeface="Segoe UI" pitchFamily="34" charset="0"/>
                        </a:rPr>
                        <a:t>Specialized agents </a:t>
                      </a:r>
                      <a:r>
                        <a:rPr lang="en-US" sz="1050">
                          <a:solidFill>
                            <a:schemeClr val="tx1"/>
                          </a:solidFill>
                          <a:latin typeface="+mn-lt"/>
                          <a:cs typeface="Segoe UI" pitchFamily="34" charset="0"/>
                        </a:rPr>
                        <a:t>exist that meet the needs (Researcher, Analyst)</a:t>
                      </a:r>
                    </a:p>
                  </a:txBody>
                  <a:tcPr marT="64008" marB="64008" anchor="ctr">
                    <a:lnT w="12700" cap="flat" cmpd="sng" algn="ctr">
                      <a:solidFill>
                        <a:srgbClr val="E6EAEF"/>
                      </a:solidFill>
                      <a:prstDash val="solid"/>
                      <a:round/>
                      <a:headEnd type="none" w="med" len="med"/>
                      <a:tailEnd type="none" w="med" len="med"/>
                    </a:lnT>
                    <a:lnB w="12700" cap="flat">
                      <a:solidFill>
                        <a:srgbClr val="E6EAEF"/>
                      </a:solidFill>
                    </a:lnB>
                    <a:noFill/>
                  </a:tcPr>
                </a:tc>
                <a:extLst>
                  <a:ext uri="{0D108BD9-81ED-4DB2-BD59-A6C34878D82A}">
                    <a16:rowId xmlns:a16="http://schemas.microsoft.com/office/drawing/2014/main" val="10004"/>
                  </a:ext>
                </a:extLst>
              </a:tr>
            </a:tbl>
          </a:graphicData>
        </a:graphic>
      </p:graphicFrame>
      <p:pic>
        <p:nvPicPr>
          <p:cNvPr id="8" name="Picture 7">
            <a:extLst>
              <a:ext uri="{FF2B5EF4-FFF2-40B4-BE49-F238E27FC236}">
                <a16:creationId xmlns:a16="http://schemas.microsoft.com/office/drawing/2014/main" id="{22C5268E-9861-5EEF-5E2A-B2A454311704}"/>
              </a:ext>
            </a:extLst>
          </p:cNvPr>
          <p:cNvPicPr>
            <a:picLocks noChangeAspect="1"/>
          </p:cNvPicPr>
          <p:nvPr/>
        </p:nvPicPr>
        <p:blipFill>
          <a:blip r:embed="rId3"/>
          <a:stretch>
            <a:fillRect/>
          </a:stretch>
        </p:blipFill>
        <p:spPr>
          <a:xfrm>
            <a:off x="1853036" y="1480544"/>
            <a:ext cx="275866" cy="247902"/>
          </a:xfrm>
          <a:prstGeom prst="rect">
            <a:avLst/>
          </a:prstGeom>
        </p:spPr>
      </p:pic>
      <p:sp>
        <p:nvSpPr>
          <p:cNvPr id="3" name="Top Accent"/>
          <p:cNvSpPr/>
          <p:nvPr/>
        </p:nvSpPr>
        <p:spPr>
          <a:xfrm>
            <a:off x="0" y="0"/>
            <a:ext cx="12188952" cy="54864"/>
          </a:xfrm>
          <a:prstGeom prst="rect">
            <a:avLst/>
          </a:prstGeom>
          <a:solidFill>
            <a:srgbClr val="C239B3"/>
          </a:solidFill>
          <a:ln w="12700">
            <a:solidFill>
              <a:srgbClr val="C239B3"/>
            </a:solidFill>
          </a:ln>
        </p:spPr>
        <p:txBody>
          <a:bodyPr rtlCol="0" anchor="ctr"/>
          <a:lstStyle/>
          <a:p>
            <a:pPr algn="ctr"/>
            <a:endParaRPr/>
          </a:p>
        </p:txBody>
      </p:sp>
      <p:sp>
        <p:nvSpPr>
          <p:cNvPr id="2" name="Title 1"/>
          <p:cNvSpPr>
            <a:spLocks noGrp="1"/>
          </p:cNvSpPr>
          <p:nvPr>
            <p:ph type="title"/>
          </p:nvPr>
        </p:nvSpPr>
        <p:spPr>
          <a:xfrm>
            <a:off x="548640" y="560000"/>
            <a:ext cx="11052046" cy="430887"/>
          </a:xfrm>
        </p:spPr>
        <p:txBody>
          <a:bodyPr/>
          <a:lstStyle/>
          <a:p>
            <a:r>
              <a:rPr lang="en-US" sz="2800" b="1">
                <a:cs typeface="Segoe Sans Display"/>
              </a:rPr>
              <a:t>A new design choice: Inline agents VS referenced agents</a:t>
            </a:r>
            <a:endParaRPr lang="en-US" sz="2800" b="1"/>
          </a:p>
        </p:txBody>
      </p:sp>
      <p:pic>
        <p:nvPicPr>
          <p:cNvPr id="7" name="Picture 6">
            <a:extLst>
              <a:ext uri="{FF2B5EF4-FFF2-40B4-BE49-F238E27FC236}">
                <a16:creationId xmlns:a16="http://schemas.microsoft.com/office/drawing/2014/main" id="{EF4680CA-49E9-F0A8-3A76-6F3416860414}"/>
              </a:ext>
            </a:extLst>
          </p:cNvPr>
          <p:cNvPicPr>
            <a:picLocks noChangeAspect="1"/>
          </p:cNvPicPr>
          <p:nvPr/>
        </p:nvPicPr>
        <p:blipFill>
          <a:blip r:embed="rId3"/>
          <a:stretch>
            <a:fillRect/>
          </a:stretch>
        </p:blipFill>
        <p:spPr>
          <a:xfrm>
            <a:off x="6353508" y="1480544"/>
            <a:ext cx="275866" cy="247902"/>
          </a:xfrm>
          <a:prstGeom prst="rect">
            <a:avLst/>
          </a:prstGeom>
        </p:spPr>
      </p:pic>
      <p:pic>
        <p:nvPicPr>
          <p:cNvPr id="9" name="Picture 8" descr="Boost Productivity with Microsoft Copilot - CallTower">
            <a:extLst>
              <a:ext uri="{FF2B5EF4-FFF2-40B4-BE49-F238E27FC236}">
                <a16:creationId xmlns:a16="http://schemas.microsoft.com/office/drawing/2014/main" id="{D2A62385-4F0E-47C0-B724-D95D3F13B6F4}"/>
              </a:ext>
            </a:extLst>
          </p:cNvPr>
          <p:cNvPicPr>
            <a:picLocks noChangeAspect="1"/>
          </p:cNvPicPr>
          <p:nvPr/>
        </p:nvPicPr>
        <p:blipFill>
          <a:blip r:embed="rId4"/>
          <a:stretch>
            <a:fillRect/>
          </a:stretch>
        </p:blipFill>
        <p:spPr>
          <a:xfrm>
            <a:off x="6646754" y="1497116"/>
            <a:ext cx="227013" cy="227013"/>
          </a:xfrm>
          <a:prstGeom prst="rect">
            <a:avLst/>
          </a:prstGeom>
        </p:spPr>
      </p:pic>
      <p:sp>
        <p:nvSpPr>
          <p:cNvPr id="12" name="Takeaway Banner">
            <a:extLst>
              <a:ext uri="{FF2B5EF4-FFF2-40B4-BE49-F238E27FC236}">
                <a16:creationId xmlns:a16="http://schemas.microsoft.com/office/drawing/2014/main" id="{97230EA6-7D63-1248-89E4-6DFD2F7E18D7}"/>
              </a:ext>
            </a:extLst>
          </p:cNvPr>
          <p:cNvSpPr/>
          <p:nvPr/>
        </p:nvSpPr>
        <p:spPr>
          <a:xfrm>
            <a:off x="597771" y="5685028"/>
            <a:ext cx="11091672" cy="402336"/>
          </a:xfrm>
          <a:prstGeom prst="roundRect">
            <a:avLst>
              <a:gd name="adj" fmla="val 12000"/>
            </a:avLst>
          </a:prstGeom>
          <a:solidFill>
            <a:srgbClr val="FAF8FA"/>
          </a:solidFill>
          <a:ln w="12700">
            <a:solidFill>
              <a:schemeClr val="bg1"/>
            </a:solidFill>
          </a:ln>
          <a:effectLst>
            <a:outerShdw blurRad="50800" dist="38100" dir="5400000" algn="t" rotWithShape="0">
              <a:prstClr val="black">
                <a:alpha val="40000"/>
              </a:prstClr>
            </a:outerShdw>
          </a:effectLst>
        </p:spPr>
        <p:txBody>
          <a:bodyPr lIns="182880" tIns="18288" rIns="182880" bIns="18288" rtlCol="0" anchor="ctr"/>
          <a:lstStyle/>
          <a:p>
            <a:pPr algn="ctr"/>
            <a:r>
              <a:rPr lang="en-GB" sz="1100" b="1">
                <a:latin typeface="+mj-lt"/>
                <a:cs typeface="Segoe UI" pitchFamily="34" charset="0"/>
              </a:rPr>
              <a:t>Use inline agents for custom AI needs in a flow step; standalone agents for reusable, custom AI; and M365 nodes when the task suits specialized Copilot agents</a:t>
            </a:r>
          </a:p>
        </p:txBody>
      </p:sp>
      <p:sp>
        <p:nvSpPr>
          <p:cNvPr id="13" name="Text Placeholder 59">
            <a:extLst>
              <a:ext uri="{FF2B5EF4-FFF2-40B4-BE49-F238E27FC236}">
                <a16:creationId xmlns:a16="http://schemas.microsoft.com/office/drawing/2014/main" id="{06B232F3-F47B-EE55-4ECA-9815328E90BF}"/>
              </a:ext>
            </a:extLst>
          </p:cNvPr>
          <p:cNvSpPr>
            <a:spLocks noGrp="1"/>
          </p:cNvSpPr>
          <p:nvPr>
            <p:ph type="body" sz="quarter" idx="11"/>
          </p:nvPr>
        </p:nvSpPr>
        <p:spPr>
          <a:xfrm>
            <a:off x="516003" y="319914"/>
            <a:ext cx="11052046" cy="153888"/>
          </a:xfrm>
        </p:spPr>
        <p:txBody>
          <a:bodyPr vert="horz" wrap="square" lIns="0" tIns="0" rIns="0" bIns="0" rtlCol="0">
            <a:spAutoFit/>
          </a:bodyPr>
          <a:lstStyle/>
          <a:p>
            <a:r>
              <a:rPr lang="en-GB">
                <a:solidFill>
                  <a:srgbClr val="4B5563"/>
                </a:solidFill>
                <a:latin typeface="Aptos"/>
              </a:rPr>
              <a:t>Workflows allow to spin up an agent inside a single step. Design choices will involve keeping agent capabilities in flow, or as a standalone asset</a:t>
            </a:r>
          </a:p>
        </p:txBody>
      </p:sp>
    </p:spTree>
    <p:extLst>
      <p:ext uri="{BB962C8B-B14F-4D97-AF65-F5344CB8AC3E}">
        <p14:creationId xmlns:p14="http://schemas.microsoft.com/office/powerpoint/2010/main" val="603251691"/>
      </p:ext>
    </p:extLst>
  </p:cSld>
  <p:clrMapOvr>
    <a:masterClrMapping/>
  </p:clrMapOvr>
  <p:transition/>
  <p:extLst>
    <p:ext uri="{6950BFC3-D8DA-4A85-94F7-54DA5524770B}"/>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52E0D-64CE-6B51-05FF-83144C0096C5}"/>
            </a:ext>
          </a:extLst>
        </p:cNvPr>
        <p:cNvGrpSpPr/>
        <p:nvPr/>
      </p:nvGrpSpPr>
      <p:grpSpPr>
        <a:xfrm>
          <a:off x="0" y="0"/>
          <a:ext cx="0" cy="0"/>
          <a:chOff x="0" y="0"/>
          <a:chExt cx="0" cy="0"/>
        </a:xfrm>
      </p:grpSpPr>
      <p:sp>
        <p:nvSpPr>
          <p:cNvPr id="47" name="RR264">
            <a:extLst>
              <a:ext uri="{FF2B5EF4-FFF2-40B4-BE49-F238E27FC236}">
                <a16:creationId xmlns:a16="http://schemas.microsoft.com/office/drawing/2014/main" id="{B7005280-51D6-31A5-3058-EB7E55505059}"/>
              </a:ext>
            </a:extLst>
          </p:cNvPr>
          <p:cNvSpPr>
            <a:spLocks/>
          </p:cNvSpPr>
          <p:nvPr/>
        </p:nvSpPr>
        <p:spPr>
          <a:xfrm>
            <a:off x="7624110" y="1683250"/>
            <a:ext cx="4032503" cy="2314105"/>
          </a:xfrm>
          <a:prstGeom prst="roundRect">
            <a:avLst>
              <a:gd name="adj" fmla="val 2444"/>
            </a:avLst>
          </a:prstGeom>
          <a:solidFill>
            <a:srgbClr val="FBF3FB"/>
          </a:solidFill>
          <a:ln w="3175">
            <a:solidFill>
              <a:schemeClr val="bg1">
                <a:lumMod val="65000"/>
              </a:schemeClr>
            </a:solidFill>
            <a:prstDash val="solid"/>
          </a:ln>
        </p:spPr>
        <p:txBody>
          <a:bodyPr/>
          <a:lstStyle/>
          <a:p>
            <a:endParaRPr lang="en-US"/>
          </a:p>
        </p:txBody>
      </p:sp>
      <p:sp>
        <p:nvSpPr>
          <p:cNvPr id="87" name="Rectangle: Rounded Corners 86">
            <a:extLst>
              <a:ext uri="{FF2B5EF4-FFF2-40B4-BE49-F238E27FC236}">
                <a16:creationId xmlns:a16="http://schemas.microsoft.com/office/drawing/2014/main" id="{91EC9C3F-AF0A-566B-91D0-0DE2AAF8FDA0}"/>
              </a:ext>
            </a:extLst>
          </p:cNvPr>
          <p:cNvSpPr/>
          <p:nvPr/>
        </p:nvSpPr>
        <p:spPr bwMode="auto">
          <a:xfrm>
            <a:off x="9114169" y="2999774"/>
            <a:ext cx="1106629" cy="346441"/>
          </a:xfrm>
          <a:prstGeom prst="roundRect">
            <a:avLst/>
          </a:prstGeom>
          <a:solidFill>
            <a:srgbClr val="FFFFFF">
              <a:alpha val="8902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a:solidFill>
                <a:schemeClr val="tx1"/>
              </a:solidFill>
              <a:ea typeface="Segoe UI" pitchFamily="34" charset="0"/>
              <a:cs typeface="Segoe UI" pitchFamily="34" charset="0"/>
            </a:endParaRPr>
          </a:p>
        </p:txBody>
      </p:sp>
      <p:sp>
        <p:nvSpPr>
          <p:cNvPr id="89" name="Rectangle: Rounded Corners 88">
            <a:extLst>
              <a:ext uri="{FF2B5EF4-FFF2-40B4-BE49-F238E27FC236}">
                <a16:creationId xmlns:a16="http://schemas.microsoft.com/office/drawing/2014/main" id="{2A3DE9A7-BCF5-A867-06D1-673AA2CB77BF}"/>
              </a:ext>
            </a:extLst>
          </p:cNvPr>
          <p:cNvSpPr/>
          <p:nvPr/>
        </p:nvSpPr>
        <p:spPr bwMode="auto">
          <a:xfrm>
            <a:off x="10426010" y="2999774"/>
            <a:ext cx="1106629" cy="346441"/>
          </a:xfrm>
          <a:prstGeom prst="roundRect">
            <a:avLst/>
          </a:prstGeom>
          <a:solidFill>
            <a:srgbClr val="FFFFFF">
              <a:alpha val="8902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a:solidFill>
                <a:schemeClr val="tx1"/>
              </a:solidFill>
              <a:ea typeface="Segoe UI" pitchFamily="34" charset="0"/>
              <a:cs typeface="Segoe UI" pitchFamily="34" charset="0"/>
            </a:endParaRPr>
          </a:p>
        </p:txBody>
      </p:sp>
      <p:sp>
        <p:nvSpPr>
          <p:cNvPr id="91" name="Rectangle: Rounded Corners 90">
            <a:extLst>
              <a:ext uri="{FF2B5EF4-FFF2-40B4-BE49-F238E27FC236}">
                <a16:creationId xmlns:a16="http://schemas.microsoft.com/office/drawing/2014/main" id="{804D3A61-456D-AEC1-C4FE-1CF763D63649}"/>
              </a:ext>
            </a:extLst>
          </p:cNvPr>
          <p:cNvSpPr/>
          <p:nvPr/>
        </p:nvSpPr>
        <p:spPr bwMode="auto">
          <a:xfrm>
            <a:off x="7788107" y="3519695"/>
            <a:ext cx="1106629" cy="346441"/>
          </a:xfrm>
          <a:prstGeom prst="roundRect">
            <a:avLst/>
          </a:prstGeom>
          <a:solidFill>
            <a:srgbClr val="FFFFFF">
              <a:alpha val="8902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a:solidFill>
                <a:schemeClr val="tx1"/>
              </a:solidFill>
              <a:ea typeface="Segoe UI" pitchFamily="34" charset="0"/>
              <a:cs typeface="Segoe UI" pitchFamily="34" charset="0"/>
            </a:endParaRPr>
          </a:p>
        </p:txBody>
      </p:sp>
      <p:sp>
        <p:nvSpPr>
          <p:cNvPr id="93" name="Rectangle: Rounded Corners 92">
            <a:extLst>
              <a:ext uri="{FF2B5EF4-FFF2-40B4-BE49-F238E27FC236}">
                <a16:creationId xmlns:a16="http://schemas.microsoft.com/office/drawing/2014/main" id="{435DA774-2C7B-FC60-DC5B-B5ACC4F1306D}"/>
              </a:ext>
            </a:extLst>
          </p:cNvPr>
          <p:cNvSpPr/>
          <p:nvPr/>
        </p:nvSpPr>
        <p:spPr bwMode="auto">
          <a:xfrm>
            <a:off x="9114169" y="3533507"/>
            <a:ext cx="1106629" cy="346441"/>
          </a:xfrm>
          <a:prstGeom prst="roundRect">
            <a:avLst/>
          </a:prstGeom>
          <a:solidFill>
            <a:srgbClr val="FFFFFF">
              <a:alpha val="8902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a:solidFill>
                <a:schemeClr val="tx1"/>
              </a:solidFill>
              <a:ea typeface="Segoe UI" pitchFamily="34" charset="0"/>
              <a:cs typeface="Segoe UI" pitchFamily="34" charset="0"/>
            </a:endParaRPr>
          </a:p>
        </p:txBody>
      </p:sp>
      <p:sp>
        <p:nvSpPr>
          <p:cNvPr id="95" name="Rectangle: Rounded Corners 94">
            <a:extLst>
              <a:ext uri="{FF2B5EF4-FFF2-40B4-BE49-F238E27FC236}">
                <a16:creationId xmlns:a16="http://schemas.microsoft.com/office/drawing/2014/main" id="{5D6F52F6-4A9A-A7D2-366E-5163AF984B63}"/>
              </a:ext>
            </a:extLst>
          </p:cNvPr>
          <p:cNvSpPr/>
          <p:nvPr/>
        </p:nvSpPr>
        <p:spPr bwMode="auto">
          <a:xfrm>
            <a:off x="10421297" y="3526668"/>
            <a:ext cx="1106629" cy="346441"/>
          </a:xfrm>
          <a:prstGeom prst="roundRect">
            <a:avLst/>
          </a:prstGeom>
          <a:solidFill>
            <a:srgbClr val="FFFFFF">
              <a:alpha val="8902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a:solidFill>
                <a:schemeClr val="tx1"/>
              </a:solidFill>
              <a:ea typeface="Segoe UI" pitchFamily="34" charset="0"/>
              <a:cs typeface="Segoe UI" pitchFamily="34" charset="0"/>
            </a:endParaRPr>
          </a:p>
        </p:txBody>
      </p:sp>
      <p:sp>
        <p:nvSpPr>
          <p:cNvPr id="83" name="Rectangle: Rounded Corners 82">
            <a:extLst>
              <a:ext uri="{FF2B5EF4-FFF2-40B4-BE49-F238E27FC236}">
                <a16:creationId xmlns:a16="http://schemas.microsoft.com/office/drawing/2014/main" id="{FE54934E-684A-AD3A-B9A6-EF5992409BBA}"/>
              </a:ext>
            </a:extLst>
          </p:cNvPr>
          <p:cNvSpPr/>
          <p:nvPr/>
        </p:nvSpPr>
        <p:spPr bwMode="auto">
          <a:xfrm>
            <a:off x="7785056" y="2999774"/>
            <a:ext cx="1106629" cy="346441"/>
          </a:xfrm>
          <a:prstGeom prst="roundRect">
            <a:avLst/>
          </a:prstGeom>
          <a:solidFill>
            <a:srgbClr val="FFFFFF">
              <a:alpha val="8902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a:solidFill>
                <a:schemeClr val="tx1"/>
              </a:solidFill>
              <a:ea typeface="Segoe UI" pitchFamily="34" charset="0"/>
              <a:cs typeface="Segoe UI" pitchFamily="34" charset="0"/>
            </a:endParaRPr>
          </a:p>
        </p:txBody>
      </p:sp>
      <p:sp>
        <p:nvSpPr>
          <p:cNvPr id="49" name="R265">
            <a:extLst>
              <a:ext uri="{FF2B5EF4-FFF2-40B4-BE49-F238E27FC236}">
                <a16:creationId xmlns:a16="http://schemas.microsoft.com/office/drawing/2014/main" id="{4A1BF8A2-C64A-7CFF-93F3-A9E52BF19EED}"/>
              </a:ext>
            </a:extLst>
          </p:cNvPr>
          <p:cNvSpPr/>
          <p:nvPr/>
        </p:nvSpPr>
        <p:spPr>
          <a:xfrm>
            <a:off x="7624111" y="1683250"/>
            <a:ext cx="64007" cy="2314105"/>
          </a:xfrm>
          <a:prstGeom prst="rect">
            <a:avLst/>
          </a:prstGeom>
          <a:solidFill>
            <a:schemeClr val="accent2"/>
          </a:solidFill>
          <a:ln>
            <a:noFill/>
          </a:ln>
        </p:spPr>
        <p:txBody>
          <a:bodyPr/>
          <a:lstStyle/>
          <a:p>
            <a:endParaRPr lang="en-US"/>
          </a:p>
        </p:txBody>
      </p:sp>
      <p:sp>
        <p:nvSpPr>
          <p:cNvPr id="31" name="RR264">
            <a:extLst>
              <a:ext uri="{FF2B5EF4-FFF2-40B4-BE49-F238E27FC236}">
                <a16:creationId xmlns:a16="http://schemas.microsoft.com/office/drawing/2014/main" id="{FF67F6AC-829A-0230-9904-FF8A25411167}"/>
              </a:ext>
            </a:extLst>
          </p:cNvPr>
          <p:cNvSpPr/>
          <p:nvPr/>
        </p:nvSpPr>
        <p:spPr>
          <a:xfrm>
            <a:off x="564942" y="2900472"/>
            <a:ext cx="3291840" cy="1088137"/>
          </a:xfrm>
          <a:prstGeom prst="roundRect">
            <a:avLst>
              <a:gd name="adj" fmla="val 8421"/>
            </a:avLst>
          </a:prstGeom>
          <a:solidFill>
            <a:srgbClr val="F7FAFB"/>
          </a:solidFill>
          <a:ln w="3175">
            <a:solidFill>
              <a:schemeClr val="bg1">
                <a:lumMod val="65000"/>
              </a:schemeClr>
            </a:solidFill>
            <a:prstDash val="solid"/>
          </a:ln>
        </p:spPr>
        <p:txBody>
          <a:bodyPr/>
          <a:lstStyle/>
          <a:p>
            <a:endParaRPr lang="en-US"/>
          </a:p>
        </p:txBody>
      </p:sp>
      <p:sp>
        <p:nvSpPr>
          <p:cNvPr id="39" name="RR264">
            <a:extLst>
              <a:ext uri="{FF2B5EF4-FFF2-40B4-BE49-F238E27FC236}">
                <a16:creationId xmlns:a16="http://schemas.microsoft.com/office/drawing/2014/main" id="{98605754-033D-E3D6-31A7-DDE4F8B543A7}"/>
              </a:ext>
            </a:extLst>
          </p:cNvPr>
          <p:cNvSpPr/>
          <p:nvPr/>
        </p:nvSpPr>
        <p:spPr>
          <a:xfrm>
            <a:off x="4017663" y="2909218"/>
            <a:ext cx="3291840" cy="1088137"/>
          </a:xfrm>
          <a:prstGeom prst="roundRect">
            <a:avLst>
              <a:gd name="adj" fmla="val 8421"/>
            </a:avLst>
          </a:prstGeom>
          <a:solidFill>
            <a:srgbClr val="F7FAFB"/>
          </a:solidFill>
          <a:ln w="3175">
            <a:solidFill>
              <a:schemeClr val="bg1">
                <a:lumMod val="65000"/>
              </a:schemeClr>
            </a:solidFill>
            <a:prstDash val="solid"/>
          </a:ln>
        </p:spPr>
        <p:txBody>
          <a:bodyPr/>
          <a:lstStyle/>
          <a:p>
            <a:endParaRPr lang="en-US"/>
          </a:p>
        </p:txBody>
      </p:sp>
      <p:sp>
        <p:nvSpPr>
          <p:cNvPr id="23" name="RR264">
            <a:extLst>
              <a:ext uri="{FF2B5EF4-FFF2-40B4-BE49-F238E27FC236}">
                <a16:creationId xmlns:a16="http://schemas.microsoft.com/office/drawing/2014/main" id="{742E2627-6572-A571-392C-85E139F25E40}"/>
              </a:ext>
            </a:extLst>
          </p:cNvPr>
          <p:cNvSpPr>
            <a:spLocks/>
          </p:cNvSpPr>
          <p:nvPr/>
        </p:nvSpPr>
        <p:spPr>
          <a:xfrm>
            <a:off x="4017663" y="1683250"/>
            <a:ext cx="3291840" cy="1088137"/>
          </a:xfrm>
          <a:prstGeom prst="roundRect">
            <a:avLst>
              <a:gd name="adj" fmla="val 8421"/>
            </a:avLst>
          </a:prstGeom>
          <a:solidFill>
            <a:srgbClr val="F5F7FA"/>
          </a:solidFill>
          <a:ln w="3175">
            <a:solidFill>
              <a:schemeClr val="bg1">
                <a:lumMod val="65000"/>
              </a:schemeClr>
            </a:solidFill>
            <a:prstDash val="solid"/>
          </a:ln>
        </p:spPr>
        <p:txBody>
          <a:bodyPr/>
          <a:lstStyle/>
          <a:p>
            <a:endParaRPr lang="en-US"/>
          </a:p>
        </p:txBody>
      </p:sp>
      <p:sp>
        <p:nvSpPr>
          <p:cNvPr id="40" name="RR264">
            <a:extLst>
              <a:ext uri="{FF2B5EF4-FFF2-40B4-BE49-F238E27FC236}">
                <a16:creationId xmlns:a16="http://schemas.microsoft.com/office/drawing/2014/main" id="{3AB8F908-AAB7-90AB-C84D-B27ECFA7B93C}"/>
              </a:ext>
            </a:extLst>
          </p:cNvPr>
          <p:cNvSpPr/>
          <p:nvPr/>
        </p:nvSpPr>
        <p:spPr>
          <a:xfrm>
            <a:off x="564942" y="1683250"/>
            <a:ext cx="3291840" cy="1088137"/>
          </a:xfrm>
          <a:prstGeom prst="roundRect">
            <a:avLst>
              <a:gd name="adj" fmla="val 8421"/>
            </a:avLst>
          </a:prstGeom>
          <a:solidFill>
            <a:srgbClr val="F7FAFB"/>
          </a:solidFill>
          <a:ln w="6350">
            <a:solidFill>
              <a:srgbClr val="E6E6E6"/>
            </a:solidFill>
            <a:prstDash val="solid"/>
          </a:ln>
        </p:spPr>
        <p:txBody>
          <a:bodyPr/>
          <a:lstStyle/>
          <a:p>
            <a:endParaRPr lang="en-US"/>
          </a:p>
        </p:txBody>
      </p:sp>
      <p:sp>
        <p:nvSpPr>
          <p:cNvPr id="3" name="Rectangle 2">
            <a:extLst>
              <a:ext uri="{FF2B5EF4-FFF2-40B4-BE49-F238E27FC236}">
                <a16:creationId xmlns:a16="http://schemas.microsoft.com/office/drawing/2014/main" id="{2CEC935E-3186-43C4-2819-EC52ADCE25EF}"/>
              </a:ext>
            </a:extLst>
          </p:cNvPr>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 Placeholder 59">
            <a:extLst>
              <a:ext uri="{FF2B5EF4-FFF2-40B4-BE49-F238E27FC236}">
                <a16:creationId xmlns:a16="http://schemas.microsoft.com/office/drawing/2014/main" id="{69ECE3C5-4C6F-41D7-4441-3818C56DE6F7}"/>
              </a:ext>
            </a:extLst>
          </p:cNvPr>
          <p:cNvSpPr>
            <a:spLocks noGrp="1"/>
          </p:cNvSpPr>
          <p:nvPr>
            <p:ph type="body" sz="quarter" idx="11"/>
          </p:nvPr>
        </p:nvSpPr>
        <p:spPr>
          <a:xfrm>
            <a:off x="527916" y="312630"/>
            <a:ext cx="11052046" cy="153888"/>
          </a:xfrm>
        </p:spPr>
        <p:txBody>
          <a:bodyPr vert="horz" wrap="square" lIns="0" tIns="0" rIns="0" bIns="0" rtlCol="0">
            <a:spAutoFit/>
          </a:bodyPr>
          <a:lstStyle/>
          <a:p>
            <a:r>
              <a:rPr lang="en-GB">
                <a:solidFill>
                  <a:srgbClr val="4B5563"/>
                </a:solidFill>
                <a:latin typeface="Aptos"/>
              </a:rPr>
              <a:t>Calibrated human gates place oversight mid-run where it is truly needed</a:t>
            </a:r>
          </a:p>
        </p:txBody>
      </p:sp>
      <p:sp>
        <p:nvSpPr>
          <p:cNvPr id="7" name="Rounded Rectangle 82">
            <a:extLst>
              <a:ext uri="{FF2B5EF4-FFF2-40B4-BE49-F238E27FC236}">
                <a16:creationId xmlns:a16="http://schemas.microsoft.com/office/drawing/2014/main" id="{167BF479-8686-DB40-41B5-FCF9EC449806}"/>
              </a:ext>
            </a:extLst>
          </p:cNvPr>
          <p:cNvSpPr/>
          <p:nvPr/>
        </p:nvSpPr>
        <p:spPr>
          <a:xfrm>
            <a:off x="564942" y="1681078"/>
            <a:ext cx="3291840" cy="1088136"/>
          </a:xfrm>
          <a:prstGeom prst="roundRect">
            <a:avLst>
              <a:gd name="adj" fmla="val 5000"/>
            </a:avLst>
          </a:prstGeom>
          <a:solidFill>
            <a:srgbClr val="F5F7FA"/>
          </a:solidFill>
          <a:ln w="9525">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wrap="square" lIns="164592" tIns="54864" rIns="128016" bIns="54864" rtlCol="0" anchor="ctr"/>
          <a:lstStyle/>
          <a:p>
            <a:pPr algn="l">
              <a:spcBef>
                <a:spcPts val="0"/>
              </a:spcBef>
              <a:spcAft>
                <a:spcPts val="300"/>
              </a:spcAft>
            </a:pPr>
            <a:r>
              <a:rPr lang="en-GB" sz="1200" b="1">
                <a:solidFill>
                  <a:srgbClr val="07641D"/>
                </a:solidFill>
                <a:latin typeface="Segoe Sans Display Semibold"/>
              </a:rPr>
              <a:t>Human Request for Information</a:t>
            </a:r>
          </a:p>
          <a:p>
            <a:pPr>
              <a:spcAft>
                <a:spcPts val="400"/>
              </a:spcAft>
            </a:pPr>
            <a:r>
              <a:rPr sz="1030" b="0">
                <a:solidFill>
                  <a:srgbClr val="101828"/>
                </a:solidFill>
                <a:latin typeface="Segoe Sans Display"/>
              </a:rPr>
              <a:t>Text · </a:t>
            </a:r>
            <a:r>
              <a:rPr lang="en-GB" sz="1030" b="0">
                <a:solidFill>
                  <a:srgbClr val="101828"/>
                </a:solidFill>
                <a:latin typeface="Segoe Sans Display"/>
              </a:rPr>
              <a:t>Choices </a:t>
            </a:r>
            <a:r>
              <a:rPr sz="1030" b="0">
                <a:solidFill>
                  <a:srgbClr val="101828"/>
                </a:solidFill>
                <a:latin typeface="Segoe Sans Display"/>
              </a:rPr>
              <a:t>· </a:t>
            </a:r>
            <a:r>
              <a:rPr lang="en-GB" sz="1030" b="0">
                <a:solidFill>
                  <a:srgbClr val="101828"/>
                </a:solidFill>
                <a:latin typeface="Segoe Sans Display"/>
              </a:rPr>
              <a:t>N</a:t>
            </a:r>
            <a:r>
              <a:rPr sz="1030" b="0">
                <a:solidFill>
                  <a:srgbClr val="101828"/>
                </a:solidFill>
                <a:latin typeface="Segoe Sans Display"/>
              </a:rPr>
              <a:t>umber · </a:t>
            </a:r>
            <a:r>
              <a:rPr lang="en-GB" sz="1030" b="0">
                <a:solidFill>
                  <a:srgbClr val="101828"/>
                </a:solidFill>
                <a:latin typeface="Segoe Sans Display"/>
              </a:rPr>
              <a:t>Y</a:t>
            </a:r>
            <a:r>
              <a:rPr sz="1030" b="0">
                <a:solidFill>
                  <a:srgbClr val="101828"/>
                </a:solidFill>
                <a:latin typeface="Segoe Sans Display"/>
              </a:rPr>
              <a:t>es/</a:t>
            </a:r>
            <a:r>
              <a:rPr lang="en-GB" sz="1030" b="0">
                <a:solidFill>
                  <a:srgbClr val="101828"/>
                </a:solidFill>
                <a:latin typeface="Segoe Sans Display"/>
              </a:rPr>
              <a:t>N</a:t>
            </a:r>
            <a:r>
              <a:rPr sz="1030" b="0">
                <a:solidFill>
                  <a:srgbClr val="101828"/>
                </a:solidFill>
                <a:latin typeface="Segoe Sans Display"/>
              </a:rPr>
              <a:t>o · </a:t>
            </a:r>
            <a:r>
              <a:rPr lang="en-GB" sz="1030" b="0">
                <a:solidFill>
                  <a:srgbClr val="101828"/>
                </a:solidFill>
                <a:latin typeface="Segoe Sans Display"/>
              </a:rPr>
              <a:t>D</a:t>
            </a:r>
            <a:r>
              <a:rPr sz="1030" b="0">
                <a:solidFill>
                  <a:srgbClr val="101828"/>
                </a:solidFill>
                <a:latin typeface="Segoe Sans Display"/>
              </a:rPr>
              <a:t>ate</a:t>
            </a:r>
            <a:r>
              <a:rPr lang="en-GB" sz="1030">
                <a:solidFill>
                  <a:srgbClr val="101828"/>
                </a:solidFill>
              </a:rPr>
              <a:t> · Email</a:t>
            </a:r>
            <a:endParaRPr sz="1030" b="0">
              <a:solidFill>
                <a:srgbClr val="101828"/>
              </a:solidFill>
              <a:latin typeface="Segoe Sans Display"/>
            </a:endParaRPr>
          </a:p>
          <a:p>
            <a:pPr algn="l">
              <a:lnSpc>
                <a:spcPct val="102000"/>
              </a:lnSpc>
              <a:spcBef>
                <a:spcPts val="0"/>
              </a:spcBef>
              <a:spcAft>
                <a:spcPts val="0"/>
              </a:spcAft>
            </a:pPr>
            <a:r>
              <a:rPr lang="en-GB" sz="900">
                <a:solidFill>
                  <a:srgbClr val="4B5563"/>
                </a:solidFill>
                <a:latin typeface="Segoe Sans Display"/>
              </a:rPr>
              <a:t>Built-in action with structured inputs</a:t>
            </a:r>
            <a:endParaRPr sz="900" b="0">
              <a:solidFill>
                <a:srgbClr val="4B5563"/>
              </a:solidFill>
              <a:latin typeface="Segoe Sans Display"/>
            </a:endParaRPr>
          </a:p>
        </p:txBody>
      </p:sp>
      <p:sp>
        <p:nvSpPr>
          <p:cNvPr id="11" name="Rounded Rectangle 84">
            <a:extLst>
              <a:ext uri="{FF2B5EF4-FFF2-40B4-BE49-F238E27FC236}">
                <a16:creationId xmlns:a16="http://schemas.microsoft.com/office/drawing/2014/main" id="{5364A21D-CC6D-3889-2A87-D2A1B044F36B}"/>
              </a:ext>
            </a:extLst>
          </p:cNvPr>
          <p:cNvSpPr/>
          <p:nvPr/>
        </p:nvSpPr>
        <p:spPr>
          <a:xfrm>
            <a:off x="4021374" y="1683251"/>
            <a:ext cx="3291840" cy="1088136"/>
          </a:xfrm>
          <a:prstGeom prst="roundRect">
            <a:avLst>
              <a:gd name="adj" fmla="val 5000"/>
            </a:avLst>
          </a:prstGeom>
          <a:noFill/>
          <a:ln w="19050">
            <a:noFill/>
          </a:ln>
          <a:effectLst/>
        </p:spPr>
        <p:style>
          <a:lnRef idx="1">
            <a:schemeClr val="accent1"/>
          </a:lnRef>
          <a:fillRef idx="3">
            <a:schemeClr val="accent1"/>
          </a:fillRef>
          <a:effectRef idx="2">
            <a:schemeClr val="accent1"/>
          </a:effectRef>
          <a:fontRef idx="minor">
            <a:schemeClr val="lt1"/>
          </a:fontRef>
        </p:style>
        <p:txBody>
          <a:bodyPr wrap="square" lIns="164592" tIns="54864" rIns="128016" bIns="54864" rtlCol="0" anchor="ctr"/>
          <a:lstStyle/>
          <a:p>
            <a:pPr>
              <a:spcAft>
                <a:spcPts val="300"/>
              </a:spcAft>
            </a:pPr>
            <a:r>
              <a:rPr sz="1200" b="1">
                <a:solidFill>
                  <a:srgbClr val="07641D"/>
                </a:solidFill>
                <a:latin typeface="Segoe Sans Display Semibold"/>
              </a:rPr>
              <a:t>Approvals</a:t>
            </a:r>
          </a:p>
          <a:p>
            <a:pPr>
              <a:spcAft>
                <a:spcPts val="400"/>
              </a:spcAft>
            </a:pPr>
            <a:r>
              <a:rPr sz="1030" b="0">
                <a:solidFill>
                  <a:srgbClr val="101828"/>
                </a:solidFill>
                <a:latin typeface="Segoe Sans Display"/>
              </a:rPr>
              <a:t>Approve/</a:t>
            </a:r>
            <a:r>
              <a:rPr lang="en-GB" sz="1030" b="0">
                <a:solidFill>
                  <a:srgbClr val="101828"/>
                </a:solidFill>
                <a:latin typeface="Segoe Sans Display"/>
              </a:rPr>
              <a:t>Reject</a:t>
            </a:r>
            <a:r>
              <a:rPr lang="en-GB" sz="1030">
                <a:solidFill>
                  <a:srgbClr val="101828"/>
                </a:solidFill>
              </a:rPr>
              <a:t> · Option set</a:t>
            </a:r>
            <a:endParaRPr sz="1030" b="0">
              <a:solidFill>
                <a:srgbClr val="101828"/>
              </a:solidFill>
              <a:latin typeface="Segoe Sans Display"/>
            </a:endParaRPr>
          </a:p>
          <a:p>
            <a:pPr algn="l">
              <a:lnSpc>
                <a:spcPct val="102000"/>
              </a:lnSpc>
              <a:spcBef>
                <a:spcPts val="0"/>
              </a:spcBef>
              <a:spcAft>
                <a:spcPts val="0"/>
              </a:spcAft>
            </a:pPr>
            <a:r>
              <a:rPr lang="en-GB" sz="900">
                <a:solidFill>
                  <a:srgbClr val="4B5563"/>
                </a:solidFill>
                <a:latin typeface="Segoe Sans Display"/>
              </a:rPr>
              <a:t>Microsoft Teams approval hub</a:t>
            </a:r>
            <a:endParaRPr sz="900" b="0">
              <a:solidFill>
                <a:srgbClr val="4B5563"/>
              </a:solidFill>
              <a:latin typeface="Segoe Sans Display"/>
            </a:endParaRPr>
          </a:p>
        </p:txBody>
      </p:sp>
      <p:sp>
        <p:nvSpPr>
          <p:cNvPr id="15" name="Rounded Rectangle 86">
            <a:extLst>
              <a:ext uri="{FF2B5EF4-FFF2-40B4-BE49-F238E27FC236}">
                <a16:creationId xmlns:a16="http://schemas.microsoft.com/office/drawing/2014/main" id="{573036E8-7BBD-75CA-50D1-26FE3634F2BE}"/>
              </a:ext>
            </a:extLst>
          </p:cNvPr>
          <p:cNvSpPr/>
          <p:nvPr/>
        </p:nvSpPr>
        <p:spPr>
          <a:xfrm>
            <a:off x="564942" y="2882185"/>
            <a:ext cx="3291840" cy="1088136"/>
          </a:xfrm>
          <a:prstGeom prst="roundRect">
            <a:avLst>
              <a:gd name="adj" fmla="val 5000"/>
            </a:avLst>
          </a:prstGeom>
          <a:noFill/>
          <a:ln w="19050">
            <a:noFill/>
          </a:ln>
          <a:effectLst/>
        </p:spPr>
        <p:style>
          <a:lnRef idx="1">
            <a:schemeClr val="accent1"/>
          </a:lnRef>
          <a:fillRef idx="3">
            <a:schemeClr val="accent1"/>
          </a:fillRef>
          <a:effectRef idx="2">
            <a:schemeClr val="accent1"/>
          </a:effectRef>
          <a:fontRef idx="minor">
            <a:schemeClr val="lt1"/>
          </a:fontRef>
        </p:style>
        <p:txBody>
          <a:bodyPr wrap="square" lIns="164592" tIns="54864" rIns="128016" bIns="54864" rtlCol="0" anchor="ctr"/>
          <a:lstStyle/>
          <a:p>
            <a:pPr algn="l">
              <a:spcBef>
                <a:spcPts val="0"/>
              </a:spcBef>
              <a:spcAft>
                <a:spcPts val="300"/>
              </a:spcAft>
            </a:pPr>
            <a:r>
              <a:rPr sz="1200" b="1">
                <a:solidFill>
                  <a:srgbClr val="07641D"/>
                </a:solidFill>
                <a:latin typeface="Segoe Sans Display Semibold"/>
              </a:rPr>
              <a:t>Post an adaptive card &amp; wait</a:t>
            </a:r>
          </a:p>
          <a:p>
            <a:pPr algn="l">
              <a:spcBef>
                <a:spcPts val="0"/>
              </a:spcBef>
              <a:spcAft>
                <a:spcPts val="400"/>
              </a:spcAft>
            </a:pPr>
            <a:r>
              <a:rPr lang="en-GB" sz="1030" b="0">
                <a:solidFill>
                  <a:srgbClr val="101828"/>
                </a:solidFill>
                <a:latin typeface="Segoe Sans Display"/>
              </a:rPr>
              <a:t>Customizable Input</a:t>
            </a:r>
            <a:endParaRPr sz="1030" b="0">
              <a:solidFill>
                <a:srgbClr val="101828"/>
              </a:solidFill>
              <a:latin typeface="Segoe Sans Display"/>
            </a:endParaRPr>
          </a:p>
          <a:p>
            <a:pPr algn="l">
              <a:lnSpc>
                <a:spcPct val="102000"/>
              </a:lnSpc>
              <a:spcBef>
                <a:spcPts val="0"/>
              </a:spcBef>
              <a:spcAft>
                <a:spcPts val="0"/>
              </a:spcAft>
            </a:pPr>
            <a:r>
              <a:rPr lang="en-GB" sz="900">
                <a:solidFill>
                  <a:srgbClr val="4B5563"/>
                </a:solidFill>
                <a:latin typeface="Segoe Sans Display"/>
              </a:rPr>
              <a:t>R</a:t>
            </a:r>
            <a:r>
              <a:rPr lang="en-GB" sz="900" b="0">
                <a:solidFill>
                  <a:srgbClr val="4B5563"/>
                </a:solidFill>
                <a:latin typeface="Segoe Sans Display"/>
              </a:rPr>
              <a:t>ich, interactive JSON payload</a:t>
            </a:r>
            <a:endParaRPr sz="900" b="0">
              <a:solidFill>
                <a:srgbClr val="4B5563"/>
              </a:solidFill>
              <a:latin typeface="Segoe Sans Display"/>
            </a:endParaRPr>
          </a:p>
        </p:txBody>
      </p:sp>
      <p:sp>
        <p:nvSpPr>
          <p:cNvPr id="20" name="Rounded Rectangle 88">
            <a:extLst>
              <a:ext uri="{FF2B5EF4-FFF2-40B4-BE49-F238E27FC236}">
                <a16:creationId xmlns:a16="http://schemas.microsoft.com/office/drawing/2014/main" id="{508BF141-03AF-87B1-47DA-4F4243328F5D}"/>
              </a:ext>
            </a:extLst>
          </p:cNvPr>
          <p:cNvSpPr/>
          <p:nvPr/>
        </p:nvSpPr>
        <p:spPr>
          <a:xfrm>
            <a:off x="4021374" y="2882185"/>
            <a:ext cx="3291840" cy="1088136"/>
          </a:xfrm>
          <a:prstGeom prst="roundRect">
            <a:avLst>
              <a:gd name="adj" fmla="val 5000"/>
            </a:avLst>
          </a:prstGeom>
          <a:noFill/>
          <a:ln w="19050">
            <a:noFill/>
          </a:ln>
          <a:effectLst/>
        </p:spPr>
        <p:style>
          <a:lnRef idx="1">
            <a:schemeClr val="accent1"/>
          </a:lnRef>
          <a:fillRef idx="3">
            <a:schemeClr val="accent1"/>
          </a:fillRef>
          <a:effectRef idx="2">
            <a:schemeClr val="accent1"/>
          </a:effectRef>
          <a:fontRef idx="minor">
            <a:schemeClr val="lt1"/>
          </a:fontRef>
        </p:style>
        <p:txBody>
          <a:bodyPr wrap="square" lIns="164592" tIns="54864" rIns="128016" bIns="54864" rtlCol="0" anchor="ctr"/>
          <a:lstStyle/>
          <a:p>
            <a:pPr algn="l">
              <a:spcBef>
                <a:spcPts val="0"/>
              </a:spcBef>
              <a:spcAft>
                <a:spcPts val="300"/>
              </a:spcAft>
            </a:pPr>
            <a:r>
              <a:rPr sz="1200" b="1">
                <a:solidFill>
                  <a:srgbClr val="07641D"/>
                </a:solidFill>
                <a:latin typeface="Segoe Sans Display Semibold"/>
              </a:rPr>
              <a:t>Send email with options</a:t>
            </a:r>
          </a:p>
          <a:p>
            <a:pPr algn="l">
              <a:spcBef>
                <a:spcPts val="0"/>
              </a:spcBef>
              <a:spcAft>
                <a:spcPts val="400"/>
              </a:spcAft>
            </a:pPr>
            <a:r>
              <a:rPr lang="en-GB" sz="1030" b="0">
                <a:solidFill>
                  <a:srgbClr val="101828"/>
                </a:solidFill>
                <a:latin typeface="Segoe Sans Display"/>
              </a:rPr>
              <a:t>List of choices</a:t>
            </a:r>
          </a:p>
          <a:p>
            <a:pPr algn="l">
              <a:lnSpc>
                <a:spcPct val="102000"/>
              </a:lnSpc>
              <a:spcBef>
                <a:spcPts val="0"/>
              </a:spcBef>
              <a:spcAft>
                <a:spcPts val="0"/>
              </a:spcAft>
            </a:pPr>
            <a:r>
              <a:rPr lang="en-GB" sz="900" b="0">
                <a:solidFill>
                  <a:srgbClr val="4B5563"/>
                </a:solidFill>
                <a:latin typeface="Segoe Sans Display"/>
              </a:rPr>
              <a:t>Outlook 365 pre-built connector</a:t>
            </a:r>
          </a:p>
        </p:txBody>
      </p:sp>
      <p:sp>
        <p:nvSpPr>
          <p:cNvPr id="28" name="TextBox 27">
            <a:extLst>
              <a:ext uri="{FF2B5EF4-FFF2-40B4-BE49-F238E27FC236}">
                <a16:creationId xmlns:a16="http://schemas.microsoft.com/office/drawing/2014/main" id="{AF2477BB-3C57-F62C-C023-30972E4078BC}"/>
              </a:ext>
            </a:extLst>
          </p:cNvPr>
          <p:cNvSpPr txBox="1"/>
          <p:nvPr/>
        </p:nvSpPr>
        <p:spPr>
          <a:xfrm>
            <a:off x="7790557" y="1926078"/>
            <a:ext cx="3593592" cy="414472"/>
          </a:xfrm>
          <a:prstGeom prst="rect">
            <a:avLst/>
          </a:prstGeom>
          <a:noFill/>
        </p:spPr>
        <p:txBody>
          <a:bodyPr wrap="square" lIns="64008" tIns="27432" rIns="64008" bIns="27432" anchor="t">
            <a:spAutoFit/>
          </a:bodyPr>
          <a:lstStyle/>
          <a:p>
            <a:pPr algn="l">
              <a:spcBef>
                <a:spcPts val="0"/>
              </a:spcBef>
              <a:spcAft>
                <a:spcPts val="100"/>
              </a:spcAft>
            </a:pPr>
            <a:r>
              <a:rPr sz="1200" b="1">
                <a:solidFill>
                  <a:srgbClr val="A8268F"/>
                </a:solidFill>
                <a:latin typeface="Segoe Sans Display Semibold"/>
              </a:rPr>
              <a:t>Request assistance</a:t>
            </a:r>
            <a:endParaRPr lang="en-GB" sz="1200" b="1">
              <a:solidFill>
                <a:srgbClr val="A8268F"/>
              </a:solidFill>
              <a:latin typeface="Segoe Sans Display Semibold"/>
            </a:endParaRPr>
          </a:p>
          <a:p>
            <a:pPr algn="l">
              <a:spcBef>
                <a:spcPts val="0"/>
              </a:spcBef>
              <a:spcAft>
                <a:spcPts val="0"/>
              </a:spcAft>
            </a:pPr>
            <a:r>
              <a:rPr lang="en-GB" sz="1050" b="0">
                <a:solidFill>
                  <a:srgbClr val="4B5563"/>
                </a:solidFill>
                <a:latin typeface="Segoe Sans Display"/>
              </a:rPr>
              <a:t>Inside inline agen</a:t>
            </a:r>
            <a:r>
              <a:rPr lang="en-GB" sz="1050">
                <a:solidFill>
                  <a:srgbClr val="4B5563"/>
                </a:solidFill>
                <a:latin typeface="Segoe Sans Display"/>
              </a:rPr>
              <a:t>ts</a:t>
            </a:r>
            <a:endParaRPr lang="en-GB" sz="1050" b="0">
              <a:solidFill>
                <a:srgbClr val="4B5563"/>
              </a:solidFill>
              <a:latin typeface="Segoe Sans Display"/>
            </a:endParaRPr>
          </a:p>
        </p:txBody>
      </p:sp>
      <p:sp>
        <p:nvSpPr>
          <p:cNvPr id="30" name="Rounded Rectangle 93">
            <a:extLst>
              <a:ext uri="{FF2B5EF4-FFF2-40B4-BE49-F238E27FC236}">
                <a16:creationId xmlns:a16="http://schemas.microsoft.com/office/drawing/2014/main" id="{E9820750-5847-78A6-F09D-AC803C9A6330}"/>
              </a:ext>
            </a:extLst>
          </p:cNvPr>
          <p:cNvSpPr/>
          <p:nvPr/>
        </p:nvSpPr>
        <p:spPr>
          <a:xfrm>
            <a:off x="7871359" y="2542600"/>
            <a:ext cx="328456" cy="151105"/>
          </a:xfrm>
          <a:prstGeom prst="roundRect">
            <a:avLst>
              <a:gd name="adj" fmla="val 50000"/>
            </a:avLst>
          </a:prstGeom>
          <a:solidFill>
            <a:srgbClr val="C239B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Oval 31">
            <a:extLst>
              <a:ext uri="{FF2B5EF4-FFF2-40B4-BE49-F238E27FC236}">
                <a16:creationId xmlns:a16="http://schemas.microsoft.com/office/drawing/2014/main" id="{92BB864C-09EB-7F84-EF95-C0DC5734E63E}"/>
              </a:ext>
            </a:extLst>
          </p:cNvPr>
          <p:cNvSpPr/>
          <p:nvPr/>
        </p:nvSpPr>
        <p:spPr>
          <a:xfrm>
            <a:off x="8049633" y="2568726"/>
            <a:ext cx="111252" cy="10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TextBox 33">
            <a:extLst>
              <a:ext uri="{FF2B5EF4-FFF2-40B4-BE49-F238E27FC236}">
                <a16:creationId xmlns:a16="http://schemas.microsoft.com/office/drawing/2014/main" id="{EB1E5AC7-5EF8-6C9A-C34A-335A6D0AA69F}"/>
              </a:ext>
            </a:extLst>
          </p:cNvPr>
          <p:cNvSpPr txBox="1"/>
          <p:nvPr/>
        </p:nvSpPr>
        <p:spPr>
          <a:xfrm>
            <a:off x="8212370" y="2521204"/>
            <a:ext cx="2935224" cy="193899"/>
          </a:xfrm>
          <a:prstGeom prst="rect">
            <a:avLst/>
          </a:prstGeom>
          <a:noFill/>
        </p:spPr>
        <p:txBody>
          <a:bodyPr wrap="square" lIns="64008" tIns="27432" rIns="64008" bIns="27432" anchor="ctr">
            <a:spAutoFit/>
          </a:bodyPr>
          <a:lstStyle/>
          <a:p>
            <a:pPr algn="l">
              <a:spcBef>
                <a:spcPts val="0"/>
              </a:spcBef>
              <a:spcAft>
                <a:spcPts val="200"/>
              </a:spcAft>
            </a:pPr>
            <a:r>
              <a:rPr sz="900" b="1">
                <a:solidFill>
                  <a:srgbClr val="101828"/>
                </a:solidFill>
                <a:latin typeface="Segoe Sans Display Semibold"/>
              </a:rPr>
              <a:t>Request human assistance when unsure</a:t>
            </a:r>
          </a:p>
        </p:txBody>
      </p:sp>
      <p:sp>
        <p:nvSpPr>
          <p:cNvPr id="42" name="R265">
            <a:extLst>
              <a:ext uri="{FF2B5EF4-FFF2-40B4-BE49-F238E27FC236}">
                <a16:creationId xmlns:a16="http://schemas.microsoft.com/office/drawing/2014/main" id="{C61DF5C1-083E-8252-C6E0-E90896D1F496}"/>
              </a:ext>
            </a:extLst>
          </p:cNvPr>
          <p:cNvSpPr/>
          <p:nvPr/>
        </p:nvSpPr>
        <p:spPr>
          <a:xfrm>
            <a:off x="564942" y="1683250"/>
            <a:ext cx="64008" cy="1088137"/>
          </a:xfrm>
          <a:prstGeom prst="rect">
            <a:avLst/>
          </a:prstGeom>
          <a:solidFill>
            <a:srgbClr val="339933"/>
          </a:solidFill>
          <a:ln>
            <a:noFill/>
          </a:ln>
        </p:spPr>
        <p:txBody>
          <a:bodyPr/>
          <a:lstStyle/>
          <a:p>
            <a:endParaRPr lang="en-US"/>
          </a:p>
        </p:txBody>
      </p:sp>
      <p:sp>
        <p:nvSpPr>
          <p:cNvPr id="36" name="TextBox 35">
            <a:extLst>
              <a:ext uri="{FF2B5EF4-FFF2-40B4-BE49-F238E27FC236}">
                <a16:creationId xmlns:a16="http://schemas.microsoft.com/office/drawing/2014/main" id="{4AE6AC8B-5763-35C0-086D-93ED63816EF6}"/>
              </a:ext>
            </a:extLst>
          </p:cNvPr>
          <p:cNvSpPr txBox="1"/>
          <p:nvPr/>
        </p:nvSpPr>
        <p:spPr>
          <a:xfrm>
            <a:off x="7871359" y="3078962"/>
            <a:ext cx="952831" cy="187937"/>
          </a:xfrm>
          <a:prstGeom prst="rect">
            <a:avLst/>
          </a:prstGeom>
          <a:noFill/>
        </p:spPr>
        <p:txBody>
          <a:bodyPr wrap="square" lIns="64008" tIns="27432" rIns="64008" bIns="27432" anchor="t">
            <a:spAutoFit/>
          </a:bodyPr>
          <a:lstStyle/>
          <a:p>
            <a:pPr algn="ctr">
              <a:lnSpc>
                <a:spcPct val="104000"/>
              </a:lnSpc>
              <a:spcBef>
                <a:spcPts val="0"/>
              </a:spcBef>
              <a:spcAft>
                <a:spcPts val="0"/>
              </a:spcAft>
            </a:pPr>
            <a:r>
              <a:rPr lang="en-GB" sz="900" b="0">
                <a:latin typeface="Segoe Sans Display"/>
              </a:rPr>
              <a:t>Agent reasons</a:t>
            </a:r>
            <a:endParaRPr sz="900" b="0">
              <a:latin typeface="Segoe Sans Display"/>
            </a:endParaRPr>
          </a:p>
        </p:txBody>
      </p:sp>
      <p:sp>
        <p:nvSpPr>
          <p:cNvPr id="27" name="R265">
            <a:extLst>
              <a:ext uri="{FF2B5EF4-FFF2-40B4-BE49-F238E27FC236}">
                <a16:creationId xmlns:a16="http://schemas.microsoft.com/office/drawing/2014/main" id="{1C5639C5-ACA8-4014-70D0-A071F3AF13FE}"/>
              </a:ext>
            </a:extLst>
          </p:cNvPr>
          <p:cNvSpPr/>
          <p:nvPr/>
        </p:nvSpPr>
        <p:spPr>
          <a:xfrm>
            <a:off x="4017663" y="1683250"/>
            <a:ext cx="64008" cy="1088137"/>
          </a:xfrm>
          <a:prstGeom prst="rect">
            <a:avLst/>
          </a:prstGeom>
          <a:solidFill>
            <a:srgbClr val="339933"/>
          </a:solidFill>
          <a:ln>
            <a:noFill/>
          </a:ln>
        </p:spPr>
        <p:txBody>
          <a:bodyPr/>
          <a:lstStyle/>
          <a:p>
            <a:endParaRPr lang="en-US"/>
          </a:p>
        </p:txBody>
      </p:sp>
      <p:sp>
        <p:nvSpPr>
          <p:cNvPr id="35" name="R265">
            <a:extLst>
              <a:ext uri="{FF2B5EF4-FFF2-40B4-BE49-F238E27FC236}">
                <a16:creationId xmlns:a16="http://schemas.microsoft.com/office/drawing/2014/main" id="{32288FD8-6314-68C1-B387-29D672DD1B4B}"/>
              </a:ext>
            </a:extLst>
          </p:cNvPr>
          <p:cNvSpPr/>
          <p:nvPr/>
        </p:nvSpPr>
        <p:spPr>
          <a:xfrm>
            <a:off x="564942" y="2900472"/>
            <a:ext cx="64008" cy="1088137"/>
          </a:xfrm>
          <a:prstGeom prst="rect">
            <a:avLst/>
          </a:prstGeom>
          <a:solidFill>
            <a:srgbClr val="339933"/>
          </a:solidFill>
          <a:ln>
            <a:noFill/>
          </a:ln>
        </p:spPr>
        <p:txBody>
          <a:bodyPr/>
          <a:lstStyle/>
          <a:p>
            <a:endParaRPr lang="en-US"/>
          </a:p>
        </p:txBody>
      </p:sp>
      <p:sp>
        <p:nvSpPr>
          <p:cNvPr id="43" name="R265">
            <a:extLst>
              <a:ext uri="{FF2B5EF4-FFF2-40B4-BE49-F238E27FC236}">
                <a16:creationId xmlns:a16="http://schemas.microsoft.com/office/drawing/2014/main" id="{7BDF5E58-A297-8341-C88E-1D1F056301DD}"/>
              </a:ext>
            </a:extLst>
          </p:cNvPr>
          <p:cNvSpPr/>
          <p:nvPr/>
        </p:nvSpPr>
        <p:spPr>
          <a:xfrm>
            <a:off x="4017663" y="2909218"/>
            <a:ext cx="64008" cy="1088137"/>
          </a:xfrm>
          <a:prstGeom prst="rect">
            <a:avLst/>
          </a:prstGeom>
          <a:solidFill>
            <a:srgbClr val="339933"/>
          </a:solidFill>
          <a:ln>
            <a:noFill/>
          </a:ln>
        </p:spPr>
        <p:txBody>
          <a:bodyPr/>
          <a:lstStyle/>
          <a:p>
            <a:endParaRPr lang="en-US"/>
          </a:p>
        </p:txBody>
      </p:sp>
      <p:sp>
        <p:nvSpPr>
          <p:cNvPr id="51" name="TextBox 50">
            <a:extLst>
              <a:ext uri="{FF2B5EF4-FFF2-40B4-BE49-F238E27FC236}">
                <a16:creationId xmlns:a16="http://schemas.microsoft.com/office/drawing/2014/main" id="{73D9FE22-1DAC-E521-D09D-5CA3E3D6B158}"/>
              </a:ext>
            </a:extLst>
          </p:cNvPr>
          <p:cNvSpPr txBox="1"/>
          <p:nvPr/>
        </p:nvSpPr>
        <p:spPr>
          <a:xfrm>
            <a:off x="1542843" y="1334376"/>
            <a:ext cx="4846319" cy="215444"/>
          </a:xfrm>
          <a:prstGeom prst="rect">
            <a:avLst/>
          </a:prstGeom>
          <a:noFill/>
        </p:spPr>
        <p:txBody>
          <a:bodyPr wrap="square" lIns="0" tIns="0" rIns="0" bIns="0" rtlCol="0">
            <a:spAutoFit/>
          </a:bodyPr>
          <a:lstStyle/>
          <a:p>
            <a:pPr algn="ctr"/>
            <a:r>
              <a:rPr lang="en-GB" sz="1400">
                <a:latin typeface="+mj-lt"/>
              </a:rPr>
              <a:t>HITL </a:t>
            </a:r>
            <a:r>
              <a:rPr lang="en-GB" sz="1400">
                <a:solidFill>
                  <a:srgbClr val="339933"/>
                </a:solidFill>
                <a:latin typeface="+mj-lt"/>
              </a:rPr>
              <a:t>by design</a:t>
            </a:r>
            <a:r>
              <a:rPr lang="en-GB" sz="1400">
                <a:solidFill>
                  <a:srgbClr val="07641D"/>
                </a:solidFill>
                <a:latin typeface="+mj-lt"/>
              </a:rPr>
              <a:t>,</a:t>
            </a:r>
            <a:r>
              <a:rPr lang="en-GB" sz="1400">
                <a:latin typeface="+mj-lt"/>
              </a:rPr>
              <a:t> the workflow maker decides</a:t>
            </a:r>
          </a:p>
        </p:txBody>
      </p:sp>
      <p:sp>
        <p:nvSpPr>
          <p:cNvPr id="54" name="TextBox 53">
            <a:extLst>
              <a:ext uri="{FF2B5EF4-FFF2-40B4-BE49-F238E27FC236}">
                <a16:creationId xmlns:a16="http://schemas.microsoft.com/office/drawing/2014/main" id="{4D3A5B98-552A-06A2-9135-B4BD9009CFB6}"/>
              </a:ext>
            </a:extLst>
          </p:cNvPr>
          <p:cNvSpPr txBox="1"/>
          <p:nvPr/>
        </p:nvSpPr>
        <p:spPr>
          <a:xfrm>
            <a:off x="7108756" y="1357009"/>
            <a:ext cx="4846319" cy="215444"/>
          </a:xfrm>
          <a:prstGeom prst="rect">
            <a:avLst/>
          </a:prstGeom>
          <a:noFill/>
        </p:spPr>
        <p:txBody>
          <a:bodyPr wrap="square" lIns="0" tIns="0" rIns="0" bIns="0" rtlCol="0">
            <a:spAutoFit/>
          </a:bodyPr>
          <a:lstStyle/>
          <a:p>
            <a:pPr algn="ctr"/>
            <a:r>
              <a:rPr lang="en-GB" sz="1400">
                <a:latin typeface="+mj-lt"/>
              </a:rPr>
              <a:t>HITL </a:t>
            </a:r>
            <a:r>
              <a:rPr lang="en-GB" sz="1400">
                <a:solidFill>
                  <a:schemeClr val="accent2"/>
                </a:solidFill>
                <a:latin typeface="+mj-lt"/>
              </a:rPr>
              <a:t>by judgement</a:t>
            </a:r>
            <a:r>
              <a:rPr lang="en-GB" sz="1400">
                <a:solidFill>
                  <a:srgbClr val="07641D"/>
                </a:solidFill>
                <a:latin typeface="+mj-lt"/>
              </a:rPr>
              <a:t>,</a:t>
            </a:r>
            <a:r>
              <a:rPr lang="en-GB" sz="1400">
                <a:latin typeface="+mj-lt"/>
              </a:rPr>
              <a:t> the agent decides</a:t>
            </a:r>
          </a:p>
        </p:txBody>
      </p:sp>
      <p:sp>
        <p:nvSpPr>
          <p:cNvPr id="58" name="Rounded Rectangle 99">
            <a:extLst>
              <a:ext uri="{FF2B5EF4-FFF2-40B4-BE49-F238E27FC236}">
                <a16:creationId xmlns:a16="http://schemas.microsoft.com/office/drawing/2014/main" id="{23302AE8-79CF-4073-27D5-EED75048819C}"/>
              </a:ext>
            </a:extLst>
          </p:cNvPr>
          <p:cNvSpPr/>
          <p:nvPr/>
        </p:nvSpPr>
        <p:spPr>
          <a:xfrm>
            <a:off x="8876744" y="4978932"/>
            <a:ext cx="2622071" cy="566928"/>
          </a:xfrm>
          <a:prstGeom prst="roundRect">
            <a:avLst>
              <a:gd name="adj" fmla="val 10000"/>
            </a:avLst>
          </a:prstGeom>
          <a:solidFill>
            <a:srgbClr val="F7F6F8"/>
          </a:solidFill>
          <a:ln w="3175">
            <a:noFill/>
          </a:ln>
          <a:effectLst>
            <a:outerShdw blurRad="50800" dist="38100" dir="5400000" algn="t"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wrap="square" lIns="109728" tIns="27432" rIns="82296" bIns="27432" rtlCol="0" anchor="ctr"/>
          <a:lstStyle/>
          <a:p>
            <a:pPr algn="ctr">
              <a:spcBef>
                <a:spcPts val="0"/>
              </a:spcBef>
              <a:spcAft>
                <a:spcPts val="100"/>
              </a:spcAft>
            </a:pPr>
            <a:r>
              <a:rPr lang="en-GB" sz="1050" b="1">
                <a:solidFill>
                  <a:srgbClr val="101828"/>
                </a:solidFill>
                <a:latin typeface="Segoe Sans Display Semibold"/>
              </a:rPr>
              <a:t>A decision is </a:t>
            </a:r>
            <a:r>
              <a:rPr sz="1050" b="1">
                <a:solidFill>
                  <a:srgbClr val="101828"/>
                </a:solidFill>
                <a:latin typeface="Segoe Sans Display Semibold"/>
              </a:rPr>
              <a:t>irreversible </a:t>
            </a:r>
            <a:r>
              <a:rPr lang="en-GB" sz="1050" b="1">
                <a:solidFill>
                  <a:srgbClr val="101828"/>
                </a:solidFill>
                <a:latin typeface="Segoe Sans Display Semibold"/>
              </a:rPr>
              <a:t>and</a:t>
            </a:r>
            <a:r>
              <a:rPr sz="1050" b="1">
                <a:solidFill>
                  <a:srgbClr val="101828"/>
                </a:solidFill>
                <a:latin typeface="Segoe Sans Display Semibold"/>
              </a:rPr>
              <a:t> costly</a:t>
            </a:r>
            <a:endParaRPr lang="en-GB" sz="1050" b="1">
              <a:solidFill>
                <a:srgbClr val="101828"/>
              </a:solidFill>
              <a:latin typeface="Segoe Sans Display Semibold"/>
            </a:endParaRPr>
          </a:p>
          <a:p>
            <a:pPr algn="ctr">
              <a:spcAft>
                <a:spcPts val="100"/>
              </a:spcAft>
            </a:pPr>
            <a:r>
              <a:rPr lang="en-GB" sz="900">
                <a:solidFill>
                  <a:srgbClr val="4B5563"/>
                </a:solidFill>
              </a:rPr>
              <a:t>Such as a data deletion</a:t>
            </a:r>
          </a:p>
        </p:txBody>
      </p:sp>
      <p:sp>
        <p:nvSpPr>
          <p:cNvPr id="61" name="Rounded Rectangle 100">
            <a:extLst>
              <a:ext uri="{FF2B5EF4-FFF2-40B4-BE49-F238E27FC236}">
                <a16:creationId xmlns:a16="http://schemas.microsoft.com/office/drawing/2014/main" id="{862D8483-1220-2F8B-B9A6-779AABEE63BA}"/>
              </a:ext>
            </a:extLst>
          </p:cNvPr>
          <p:cNvSpPr/>
          <p:nvPr/>
        </p:nvSpPr>
        <p:spPr>
          <a:xfrm>
            <a:off x="582004" y="4978932"/>
            <a:ext cx="2622072" cy="566928"/>
          </a:xfrm>
          <a:prstGeom prst="roundRect">
            <a:avLst>
              <a:gd name="adj" fmla="val 10000"/>
            </a:avLst>
          </a:prstGeom>
          <a:solidFill>
            <a:srgbClr val="F7F6F8"/>
          </a:solidFill>
          <a:ln w="3175">
            <a:noFill/>
          </a:ln>
          <a:effectLst>
            <a:outerShdw blurRad="50800" dist="38100" dir="5400000" algn="t"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wrap="square" lIns="109728" tIns="27432" rIns="82296" bIns="27432" rtlCol="0" anchor="ctr"/>
          <a:lstStyle/>
          <a:p>
            <a:pPr algn="ctr">
              <a:spcBef>
                <a:spcPts val="0"/>
              </a:spcBef>
              <a:spcAft>
                <a:spcPts val="100"/>
              </a:spcAft>
            </a:pPr>
            <a:r>
              <a:rPr lang="en-GB" sz="1050" b="1">
                <a:solidFill>
                  <a:srgbClr val="101828"/>
                </a:solidFill>
                <a:latin typeface="Segoe Sans Display Semibold"/>
              </a:rPr>
              <a:t>A human sign-off is required</a:t>
            </a:r>
          </a:p>
          <a:p>
            <a:pPr algn="ctr">
              <a:spcAft>
                <a:spcPts val="100"/>
              </a:spcAft>
            </a:pPr>
            <a:r>
              <a:rPr lang="en-GB" sz="900">
                <a:solidFill>
                  <a:srgbClr val="4B5563"/>
                </a:solidFill>
              </a:rPr>
              <a:t>Such as a large expense approval</a:t>
            </a:r>
          </a:p>
        </p:txBody>
      </p:sp>
      <p:sp>
        <p:nvSpPr>
          <p:cNvPr id="63" name="Rounded Rectangle 101">
            <a:extLst>
              <a:ext uri="{FF2B5EF4-FFF2-40B4-BE49-F238E27FC236}">
                <a16:creationId xmlns:a16="http://schemas.microsoft.com/office/drawing/2014/main" id="{AB405DD9-2545-DE23-BE64-3286FC7D88B0}"/>
              </a:ext>
            </a:extLst>
          </p:cNvPr>
          <p:cNvSpPr/>
          <p:nvPr/>
        </p:nvSpPr>
        <p:spPr>
          <a:xfrm>
            <a:off x="3345316" y="4978932"/>
            <a:ext cx="2622073" cy="566928"/>
          </a:xfrm>
          <a:prstGeom prst="roundRect">
            <a:avLst>
              <a:gd name="adj" fmla="val 10000"/>
            </a:avLst>
          </a:prstGeom>
          <a:solidFill>
            <a:srgbClr val="F7F6F8"/>
          </a:solidFill>
          <a:ln w="3175">
            <a:noFill/>
          </a:ln>
          <a:effectLst>
            <a:outerShdw blurRad="50800" dist="38100" dir="5400000" algn="t"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wrap="square" lIns="109728" tIns="27432" rIns="82296" bIns="27432" rtlCol="0" anchor="ctr"/>
          <a:lstStyle/>
          <a:p>
            <a:pPr algn="ctr">
              <a:spcAft>
                <a:spcPts val="100"/>
              </a:spcAft>
            </a:pPr>
            <a:r>
              <a:rPr lang="en-GB" sz="1050" b="1">
                <a:solidFill>
                  <a:srgbClr val="101828"/>
                </a:solidFill>
                <a:latin typeface="Segoe Sans Display Semibold"/>
              </a:rPr>
              <a:t>Decisions under ambiguity or conflict</a:t>
            </a:r>
          </a:p>
          <a:p>
            <a:pPr algn="ctr">
              <a:spcAft>
                <a:spcPts val="100"/>
              </a:spcAft>
            </a:pPr>
            <a:r>
              <a:rPr lang="en-GB" sz="900">
                <a:solidFill>
                  <a:srgbClr val="4B5563"/>
                </a:solidFill>
              </a:rPr>
              <a:t>Such as finding best meeting times</a:t>
            </a:r>
          </a:p>
        </p:txBody>
      </p:sp>
      <p:sp>
        <p:nvSpPr>
          <p:cNvPr id="65" name="Rounded Rectangle 102">
            <a:extLst>
              <a:ext uri="{FF2B5EF4-FFF2-40B4-BE49-F238E27FC236}">
                <a16:creationId xmlns:a16="http://schemas.microsoft.com/office/drawing/2014/main" id="{4C039283-0562-2AEA-6CBC-CB86B11C1662}"/>
              </a:ext>
            </a:extLst>
          </p:cNvPr>
          <p:cNvSpPr/>
          <p:nvPr/>
        </p:nvSpPr>
        <p:spPr>
          <a:xfrm>
            <a:off x="6108629" y="4978932"/>
            <a:ext cx="2622072" cy="566928"/>
          </a:xfrm>
          <a:prstGeom prst="roundRect">
            <a:avLst>
              <a:gd name="adj" fmla="val 10000"/>
            </a:avLst>
          </a:prstGeom>
          <a:solidFill>
            <a:srgbClr val="F7F6F8"/>
          </a:solidFill>
          <a:ln w="3175">
            <a:noFill/>
          </a:ln>
          <a:effectLst>
            <a:outerShdw blurRad="50800" dist="38100" dir="5400000" algn="t"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wrap="square" lIns="109728" tIns="27432" rIns="82296" bIns="27432" rtlCol="0" anchor="ctr"/>
          <a:lstStyle/>
          <a:p>
            <a:pPr algn="ctr">
              <a:spcBef>
                <a:spcPts val="0"/>
              </a:spcBef>
              <a:spcAft>
                <a:spcPts val="100"/>
              </a:spcAft>
            </a:pPr>
            <a:r>
              <a:rPr lang="en-GB" sz="1050" b="1">
                <a:solidFill>
                  <a:srgbClr val="101828"/>
                </a:solidFill>
                <a:latin typeface="Segoe Sans Display Semibold"/>
              </a:rPr>
              <a:t>Four Eye principle applies</a:t>
            </a:r>
            <a:endParaRPr sz="1050" b="1">
              <a:solidFill>
                <a:srgbClr val="101828"/>
              </a:solidFill>
              <a:latin typeface="Segoe Sans Display Semibold"/>
            </a:endParaRPr>
          </a:p>
          <a:p>
            <a:pPr algn="ctr"/>
            <a:r>
              <a:rPr lang="en-GB" sz="900" b="0">
                <a:solidFill>
                  <a:srgbClr val="4B5563"/>
                </a:solidFill>
                <a:latin typeface="Segoe Sans Display"/>
              </a:rPr>
              <a:t>Such as a Pull Request review</a:t>
            </a:r>
            <a:endParaRPr sz="900" b="0">
              <a:solidFill>
                <a:srgbClr val="4B5563"/>
              </a:solidFill>
              <a:latin typeface="Segoe Sans Display"/>
            </a:endParaRPr>
          </a:p>
        </p:txBody>
      </p:sp>
      <p:sp>
        <p:nvSpPr>
          <p:cNvPr id="67" name="TextBox 66">
            <a:extLst>
              <a:ext uri="{FF2B5EF4-FFF2-40B4-BE49-F238E27FC236}">
                <a16:creationId xmlns:a16="http://schemas.microsoft.com/office/drawing/2014/main" id="{3E36AF18-4642-E3CB-F9C1-B4327E22024A}"/>
              </a:ext>
            </a:extLst>
          </p:cNvPr>
          <p:cNvSpPr txBox="1"/>
          <p:nvPr/>
        </p:nvSpPr>
        <p:spPr>
          <a:xfrm>
            <a:off x="3667805" y="4572022"/>
            <a:ext cx="4846319" cy="215444"/>
          </a:xfrm>
          <a:prstGeom prst="rect">
            <a:avLst/>
          </a:prstGeom>
          <a:noFill/>
        </p:spPr>
        <p:txBody>
          <a:bodyPr wrap="square" lIns="0" tIns="0" rIns="0" bIns="0" rtlCol="0">
            <a:spAutoFit/>
          </a:bodyPr>
          <a:lstStyle/>
          <a:p>
            <a:pPr algn="ctr"/>
            <a:r>
              <a:rPr lang="en-GB" sz="1400">
                <a:latin typeface="+mj-lt"/>
              </a:rPr>
              <a:t>Common scenarios where a human-in-the-loop fits</a:t>
            </a:r>
          </a:p>
        </p:txBody>
      </p:sp>
      <p:sp>
        <p:nvSpPr>
          <p:cNvPr id="68" name="Left Brace 67">
            <a:extLst>
              <a:ext uri="{FF2B5EF4-FFF2-40B4-BE49-F238E27FC236}">
                <a16:creationId xmlns:a16="http://schemas.microsoft.com/office/drawing/2014/main" id="{F3706764-1F68-1CF8-2F3A-85BCFFB5DE92}"/>
              </a:ext>
            </a:extLst>
          </p:cNvPr>
          <p:cNvSpPr/>
          <p:nvPr/>
        </p:nvSpPr>
        <p:spPr>
          <a:xfrm rot="16200000">
            <a:off x="5905047" y="-1284673"/>
            <a:ext cx="376485" cy="11077103"/>
          </a:xfrm>
          <a:prstGeom prst="leftBrace">
            <a:avLst>
              <a:gd name="adj1" fmla="val 316331"/>
              <a:gd name="adj2" fmla="val 49641"/>
            </a:avLst>
          </a:prstGeom>
          <a:ln w="3175">
            <a:solidFill>
              <a:schemeClr val="tx2">
                <a:lumMod val="50000"/>
                <a:lumOff val="50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70" name="Title 1">
            <a:extLst>
              <a:ext uri="{FF2B5EF4-FFF2-40B4-BE49-F238E27FC236}">
                <a16:creationId xmlns:a16="http://schemas.microsoft.com/office/drawing/2014/main" id="{12E85407-577F-C81C-FEED-219E737EEA89}"/>
              </a:ext>
            </a:extLst>
          </p:cNvPr>
          <p:cNvSpPr txBox="1">
            <a:spLocks/>
          </p:cNvSpPr>
          <p:nvPr/>
        </p:nvSpPr>
        <p:spPr>
          <a:xfrm>
            <a:off x="417576" y="521601"/>
            <a:ext cx="11378183" cy="492443"/>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GB" sz="2800" b="1">
                <a:solidFill>
                  <a:srgbClr val="000000"/>
                </a:solidFill>
              </a:rPr>
              <a:t>Balance autonomy and control </a:t>
            </a:r>
            <a:r>
              <a:rPr kumimoji="0" lang="en-GB" sz="2800" b="1" i="0" u="none" strike="noStrike" kern="1200" cap="none" spc="-50" normalizeH="0" baseline="0" noProof="0">
                <a:ln w="3175">
                  <a:noFill/>
                </a:ln>
                <a:solidFill>
                  <a:srgbClr val="000000"/>
                </a:solidFill>
                <a:effectLst/>
                <a:uLnTx/>
                <a:uFillTx/>
                <a:ea typeface="+mn-ea"/>
                <a:cs typeface="Segoe Sans Display" pitchFamily="2" charset="0"/>
              </a:rPr>
              <a:t>with </a:t>
            </a:r>
            <a:r>
              <a:rPr lang="en-GB" sz="2800" b="1">
                <a:solidFill>
                  <a:srgbClr val="000000"/>
                </a:solidFill>
              </a:rPr>
              <a:t>Human-in-the-Loop (HITL)</a:t>
            </a:r>
            <a:endParaRPr kumimoji="0" lang="en-US" sz="2800" b="1" i="0" u="none" strike="noStrike" kern="1200" cap="none" spc="-50" normalizeH="0" baseline="0" noProof="0">
              <a:ln w="3175">
                <a:noFill/>
              </a:ln>
              <a:solidFill>
                <a:srgbClr val="000000"/>
              </a:solidFill>
              <a:effectLst/>
              <a:uLnTx/>
              <a:uFillTx/>
              <a:ea typeface="+mn-ea"/>
              <a:cs typeface="Segoe Sans Display" pitchFamily="2" charset="0"/>
            </a:endParaRPr>
          </a:p>
        </p:txBody>
      </p:sp>
      <p:sp>
        <p:nvSpPr>
          <p:cNvPr id="74" name="TextBox 73">
            <a:extLst>
              <a:ext uri="{FF2B5EF4-FFF2-40B4-BE49-F238E27FC236}">
                <a16:creationId xmlns:a16="http://schemas.microsoft.com/office/drawing/2014/main" id="{E474D7B0-A2FE-FD1A-FE9D-5C0A6EE0CDF7}"/>
              </a:ext>
            </a:extLst>
          </p:cNvPr>
          <p:cNvSpPr txBox="1"/>
          <p:nvPr/>
        </p:nvSpPr>
        <p:spPr>
          <a:xfrm>
            <a:off x="9046156" y="3096496"/>
            <a:ext cx="1242658" cy="187937"/>
          </a:xfrm>
          <a:prstGeom prst="rect">
            <a:avLst/>
          </a:prstGeom>
          <a:noFill/>
        </p:spPr>
        <p:txBody>
          <a:bodyPr wrap="square" lIns="64008" tIns="27432" rIns="64008" bIns="27432" anchor="t">
            <a:spAutoFit/>
          </a:bodyPr>
          <a:lstStyle/>
          <a:p>
            <a:pPr algn="ctr">
              <a:lnSpc>
                <a:spcPct val="104000"/>
              </a:lnSpc>
              <a:spcBef>
                <a:spcPts val="0"/>
              </a:spcBef>
              <a:spcAft>
                <a:spcPts val="0"/>
              </a:spcAft>
            </a:pPr>
            <a:r>
              <a:rPr lang="en-GB" sz="900">
                <a:latin typeface="Segoe Sans Display"/>
              </a:rPr>
              <a:t>Hits decision point</a:t>
            </a:r>
            <a:endParaRPr sz="900" b="0">
              <a:latin typeface="Segoe Sans Display"/>
            </a:endParaRPr>
          </a:p>
        </p:txBody>
      </p:sp>
      <p:sp>
        <p:nvSpPr>
          <p:cNvPr id="76" name="TextBox 75">
            <a:extLst>
              <a:ext uri="{FF2B5EF4-FFF2-40B4-BE49-F238E27FC236}">
                <a16:creationId xmlns:a16="http://schemas.microsoft.com/office/drawing/2014/main" id="{C3A2BCBA-0798-E3A6-F173-16402FEE1BA2}"/>
              </a:ext>
            </a:extLst>
          </p:cNvPr>
          <p:cNvSpPr txBox="1"/>
          <p:nvPr/>
        </p:nvSpPr>
        <p:spPr>
          <a:xfrm>
            <a:off x="10383733" y="3089657"/>
            <a:ext cx="1242658" cy="187937"/>
          </a:xfrm>
          <a:prstGeom prst="rect">
            <a:avLst/>
          </a:prstGeom>
          <a:noFill/>
        </p:spPr>
        <p:txBody>
          <a:bodyPr wrap="square" lIns="64008" tIns="27432" rIns="64008" bIns="27432" anchor="t">
            <a:spAutoFit/>
          </a:bodyPr>
          <a:lstStyle/>
          <a:p>
            <a:pPr algn="ctr">
              <a:lnSpc>
                <a:spcPct val="104000"/>
              </a:lnSpc>
              <a:spcBef>
                <a:spcPts val="0"/>
              </a:spcBef>
              <a:spcAft>
                <a:spcPts val="0"/>
              </a:spcAft>
            </a:pPr>
            <a:r>
              <a:rPr lang="en-GB" sz="900" b="0">
                <a:latin typeface="Segoe Sans Display"/>
              </a:rPr>
              <a:t>Notifies human</a:t>
            </a:r>
            <a:endParaRPr sz="900" b="0">
              <a:latin typeface="Segoe Sans Display"/>
            </a:endParaRPr>
          </a:p>
        </p:txBody>
      </p:sp>
      <p:sp>
        <p:nvSpPr>
          <p:cNvPr id="78" name="TextBox 77">
            <a:extLst>
              <a:ext uri="{FF2B5EF4-FFF2-40B4-BE49-F238E27FC236}">
                <a16:creationId xmlns:a16="http://schemas.microsoft.com/office/drawing/2014/main" id="{1F6464B3-4803-1C1D-0844-F5BF18AAEE4C}"/>
              </a:ext>
            </a:extLst>
          </p:cNvPr>
          <p:cNvSpPr txBox="1"/>
          <p:nvPr/>
        </p:nvSpPr>
        <p:spPr>
          <a:xfrm>
            <a:off x="7735398" y="3538412"/>
            <a:ext cx="1242658" cy="331950"/>
          </a:xfrm>
          <a:prstGeom prst="rect">
            <a:avLst/>
          </a:prstGeom>
          <a:noFill/>
        </p:spPr>
        <p:txBody>
          <a:bodyPr wrap="square" lIns="64008" tIns="27432" rIns="64008" bIns="27432" anchor="t">
            <a:spAutoFit/>
          </a:bodyPr>
          <a:lstStyle/>
          <a:p>
            <a:pPr algn="ctr">
              <a:lnSpc>
                <a:spcPct val="104000"/>
              </a:lnSpc>
              <a:spcBef>
                <a:spcPts val="0"/>
              </a:spcBef>
              <a:spcAft>
                <a:spcPts val="0"/>
              </a:spcAft>
            </a:pPr>
            <a:r>
              <a:rPr lang="en-GB" sz="900"/>
              <a:t>Collect input </a:t>
            </a:r>
            <a:br>
              <a:rPr lang="en-GB" sz="900"/>
            </a:br>
            <a:r>
              <a:rPr lang="en-GB" sz="900"/>
              <a:t>and resume</a:t>
            </a:r>
          </a:p>
        </p:txBody>
      </p:sp>
      <p:sp>
        <p:nvSpPr>
          <p:cNvPr id="80" name="TextBox 79">
            <a:extLst>
              <a:ext uri="{FF2B5EF4-FFF2-40B4-BE49-F238E27FC236}">
                <a16:creationId xmlns:a16="http://schemas.microsoft.com/office/drawing/2014/main" id="{173DF1D3-6F49-1525-0101-BD64D70704CF}"/>
              </a:ext>
            </a:extLst>
          </p:cNvPr>
          <p:cNvSpPr txBox="1"/>
          <p:nvPr/>
        </p:nvSpPr>
        <p:spPr>
          <a:xfrm>
            <a:off x="9046155" y="3612758"/>
            <a:ext cx="1242658" cy="187937"/>
          </a:xfrm>
          <a:prstGeom prst="rect">
            <a:avLst/>
          </a:prstGeom>
          <a:noFill/>
        </p:spPr>
        <p:txBody>
          <a:bodyPr wrap="square" lIns="64008" tIns="27432" rIns="64008" bIns="27432" anchor="t">
            <a:spAutoFit/>
          </a:bodyPr>
          <a:lstStyle/>
          <a:p>
            <a:pPr algn="ctr">
              <a:lnSpc>
                <a:spcPct val="104000"/>
              </a:lnSpc>
              <a:spcBef>
                <a:spcPts val="0"/>
              </a:spcBef>
              <a:spcAft>
                <a:spcPts val="0"/>
              </a:spcAft>
            </a:pPr>
            <a:r>
              <a:rPr lang="en-GB" sz="900" b="0">
                <a:latin typeface="Segoe Sans Display"/>
              </a:rPr>
              <a:t>Human replies</a:t>
            </a:r>
            <a:endParaRPr sz="900" b="0">
              <a:latin typeface="Segoe Sans Display"/>
            </a:endParaRPr>
          </a:p>
        </p:txBody>
      </p:sp>
      <p:sp>
        <p:nvSpPr>
          <p:cNvPr id="82" name="TextBox 81">
            <a:extLst>
              <a:ext uri="{FF2B5EF4-FFF2-40B4-BE49-F238E27FC236}">
                <a16:creationId xmlns:a16="http://schemas.microsoft.com/office/drawing/2014/main" id="{35E64296-971D-8F93-28D6-2F082E3C8083}"/>
              </a:ext>
            </a:extLst>
          </p:cNvPr>
          <p:cNvSpPr txBox="1"/>
          <p:nvPr/>
        </p:nvSpPr>
        <p:spPr>
          <a:xfrm>
            <a:off x="10362665" y="3545450"/>
            <a:ext cx="1242658" cy="331950"/>
          </a:xfrm>
          <a:prstGeom prst="rect">
            <a:avLst/>
          </a:prstGeom>
          <a:noFill/>
        </p:spPr>
        <p:txBody>
          <a:bodyPr wrap="square" lIns="64008" tIns="27432" rIns="64008" bIns="27432" anchor="t">
            <a:spAutoFit/>
          </a:bodyPr>
          <a:lstStyle/>
          <a:p>
            <a:pPr algn="ctr">
              <a:lnSpc>
                <a:spcPct val="104000"/>
              </a:lnSpc>
              <a:spcBef>
                <a:spcPts val="0"/>
              </a:spcBef>
              <a:spcAft>
                <a:spcPts val="0"/>
              </a:spcAft>
            </a:pPr>
            <a:r>
              <a:rPr lang="en-GB" sz="900">
                <a:latin typeface="Segoe Sans Display"/>
              </a:rPr>
              <a:t>Pause execution</a:t>
            </a:r>
            <a:br>
              <a:rPr lang="en-GB" sz="900">
                <a:latin typeface="Segoe Sans Display"/>
              </a:rPr>
            </a:br>
            <a:r>
              <a:rPr lang="en-GB" sz="900">
                <a:latin typeface="Segoe Sans Display"/>
              </a:rPr>
              <a:t>and wait</a:t>
            </a:r>
            <a:endParaRPr sz="900" b="0">
              <a:latin typeface="Segoe Sans Display"/>
            </a:endParaRPr>
          </a:p>
        </p:txBody>
      </p:sp>
      <p:cxnSp>
        <p:nvCxnSpPr>
          <p:cNvPr id="96" name="Connector 86">
            <a:extLst>
              <a:ext uri="{FF2B5EF4-FFF2-40B4-BE49-F238E27FC236}">
                <a16:creationId xmlns:a16="http://schemas.microsoft.com/office/drawing/2014/main" id="{87579838-7233-C7EE-3666-E912485B2AB5}"/>
              </a:ext>
            </a:extLst>
          </p:cNvPr>
          <p:cNvCxnSpPr>
            <a:cxnSpLocks/>
          </p:cNvCxnSpPr>
          <p:nvPr/>
        </p:nvCxnSpPr>
        <p:spPr>
          <a:xfrm>
            <a:off x="8919361" y="3180549"/>
            <a:ext cx="163852" cy="0"/>
          </a:xfrm>
          <a:prstGeom prst="line">
            <a:avLst/>
          </a:prstGeom>
          <a:ln w="12700">
            <a:solidFill>
              <a:srgbClr val="7C869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0" name="Connector 86">
            <a:extLst>
              <a:ext uri="{FF2B5EF4-FFF2-40B4-BE49-F238E27FC236}">
                <a16:creationId xmlns:a16="http://schemas.microsoft.com/office/drawing/2014/main" id="{A223882A-5B63-C9EA-6121-D9CEA328F754}"/>
              </a:ext>
            </a:extLst>
          </p:cNvPr>
          <p:cNvCxnSpPr>
            <a:cxnSpLocks/>
          </p:cNvCxnSpPr>
          <p:nvPr/>
        </p:nvCxnSpPr>
        <p:spPr>
          <a:xfrm>
            <a:off x="10251613" y="3185311"/>
            <a:ext cx="163852" cy="0"/>
          </a:xfrm>
          <a:prstGeom prst="line">
            <a:avLst/>
          </a:prstGeom>
          <a:ln w="12700">
            <a:solidFill>
              <a:srgbClr val="7C869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1" name="Connector 86">
            <a:extLst>
              <a:ext uri="{FF2B5EF4-FFF2-40B4-BE49-F238E27FC236}">
                <a16:creationId xmlns:a16="http://schemas.microsoft.com/office/drawing/2014/main" id="{1C2ACFFD-3CA4-1477-A525-67E273C826E6}"/>
              </a:ext>
            </a:extLst>
          </p:cNvPr>
          <p:cNvCxnSpPr>
            <a:cxnSpLocks/>
          </p:cNvCxnSpPr>
          <p:nvPr/>
        </p:nvCxnSpPr>
        <p:spPr>
          <a:xfrm rot="5400000">
            <a:off x="10891036" y="3451581"/>
            <a:ext cx="163852" cy="0"/>
          </a:xfrm>
          <a:prstGeom prst="line">
            <a:avLst/>
          </a:prstGeom>
          <a:ln w="12700">
            <a:solidFill>
              <a:srgbClr val="7C869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2" name="Connector 86">
            <a:extLst>
              <a:ext uri="{FF2B5EF4-FFF2-40B4-BE49-F238E27FC236}">
                <a16:creationId xmlns:a16="http://schemas.microsoft.com/office/drawing/2014/main" id="{BA42FC29-183A-7B41-EC54-A5CBFF19114E}"/>
              </a:ext>
            </a:extLst>
          </p:cNvPr>
          <p:cNvCxnSpPr>
            <a:cxnSpLocks/>
          </p:cNvCxnSpPr>
          <p:nvPr/>
        </p:nvCxnSpPr>
        <p:spPr>
          <a:xfrm flipH="1">
            <a:off x="10236871" y="3699486"/>
            <a:ext cx="163852" cy="0"/>
          </a:xfrm>
          <a:prstGeom prst="line">
            <a:avLst/>
          </a:prstGeom>
          <a:ln w="12700">
            <a:solidFill>
              <a:srgbClr val="7C869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4" name="Connector 86">
            <a:extLst>
              <a:ext uri="{FF2B5EF4-FFF2-40B4-BE49-F238E27FC236}">
                <a16:creationId xmlns:a16="http://schemas.microsoft.com/office/drawing/2014/main" id="{47C6DE01-BC14-D17F-F15D-6D9F04A22980}"/>
              </a:ext>
            </a:extLst>
          </p:cNvPr>
          <p:cNvCxnSpPr>
            <a:cxnSpLocks/>
          </p:cNvCxnSpPr>
          <p:nvPr/>
        </p:nvCxnSpPr>
        <p:spPr>
          <a:xfrm flipH="1">
            <a:off x="8919361" y="3699486"/>
            <a:ext cx="163852" cy="0"/>
          </a:xfrm>
          <a:prstGeom prst="line">
            <a:avLst/>
          </a:prstGeom>
          <a:ln w="12700">
            <a:solidFill>
              <a:srgbClr val="7C869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3307A44A-E530-87BF-72DE-3373AB89CCF7}"/>
              </a:ext>
            </a:extLst>
          </p:cNvPr>
          <p:cNvSpPr txBox="1"/>
          <p:nvPr/>
        </p:nvSpPr>
        <p:spPr>
          <a:xfrm>
            <a:off x="870693" y="5852517"/>
            <a:ext cx="10925067" cy="16158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GB" sz="1050">
                <a:cs typeface="Segoe Sans Display"/>
              </a:rPr>
              <a:t>Custom HITL Experience: To scale HITL beyond built-in options, webhook actions provide a customizable solution, documented </a:t>
            </a:r>
            <a:r>
              <a:rPr lang="en-GB" sz="1050">
                <a:cs typeface="Segoe Sans Display"/>
                <a:hlinkClick r:id="rId4"/>
              </a:rPr>
              <a:t>here</a:t>
            </a:r>
            <a:endParaRPr lang="en-GB" sz="1050">
              <a:cs typeface="Segoe Sans Display"/>
            </a:endParaRPr>
          </a:p>
        </p:txBody>
      </p:sp>
      <p:pic>
        <p:nvPicPr>
          <p:cNvPr id="5" name="Graphic 4" descr="Lightbulb with solid fill">
            <a:extLst>
              <a:ext uri="{FF2B5EF4-FFF2-40B4-BE49-F238E27FC236}">
                <a16:creationId xmlns:a16="http://schemas.microsoft.com/office/drawing/2014/main" id="{4E619322-B84A-371E-2D93-E5C71A9DA6C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4737" y="5809594"/>
            <a:ext cx="244059" cy="244059"/>
          </a:xfrm>
          <a:prstGeom prst="rect">
            <a:avLst/>
          </a:prstGeom>
        </p:spPr>
      </p:pic>
      <p:pic>
        <p:nvPicPr>
          <p:cNvPr id="8" name="Picture 7" descr="microsoft outlook new icon logo symbol 60587618 PNG">
            <a:extLst>
              <a:ext uri="{FF2B5EF4-FFF2-40B4-BE49-F238E27FC236}">
                <a16:creationId xmlns:a16="http://schemas.microsoft.com/office/drawing/2014/main" id="{789397EC-E056-B9C7-7069-6AB92E3E71FD}"/>
              </a:ext>
            </a:extLst>
          </p:cNvPr>
          <p:cNvPicPr>
            <a:picLocks noChangeAspect="1"/>
          </p:cNvPicPr>
          <p:nvPr/>
        </p:nvPicPr>
        <p:blipFill>
          <a:blip r:embed="rId6"/>
          <a:stretch>
            <a:fillRect/>
          </a:stretch>
        </p:blipFill>
        <p:spPr>
          <a:xfrm>
            <a:off x="7008965" y="2954860"/>
            <a:ext cx="225689" cy="225689"/>
          </a:xfrm>
          <a:prstGeom prst="rect">
            <a:avLst/>
          </a:prstGeom>
        </p:spPr>
      </p:pic>
      <p:pic>
        <p:nvPicPr>
          <p:cNvPr id="10" name="Picture 9" descr="microsoft outlook new icon logo symbol 60587618 PNG">
            <a:extLst>
              <a:ext uri="{FF2B5EF4-FFF2-40B4-BE49-F238E27FC236}">
                <a16:creationId xmlns:a16="http://schemas.microsoft.com/office/drawing/2014/main" id="{B1CDAE72-6B9C-CB25-800B-913A4F3238D0}"/>
              </a:ext>
            </a:extLst>
          </p:cNvPr>
          <p:cNvPicPr>
            <a:picLocks noChangeAspect="1"/>
          </p:cNvPicPr>
          <p:nvPr/>
        </p:nvPicPr>
        <p:blipFill>
          <a:blip r:embed="rId6"/>
          <a:stretch>
            <a:fillRect/>
          </a:stretch>
        </p:blipFill>
        <p:spPr>
          <a:xfrm>
            <a:off x="11379634" y="1731134"/>
            <a:ext cx="225689" cy="225689"/>
          </a:xfrm>
          <a:prstGeom prst="rect">
            <a:avLst/>
          </a:prstGeom>
        </p:spPr>
      </p:pic>
      <p:pic>
        <p:nvPicPr>
          <p:cNvPr id="13" name="Picture 12" descr="microsoft outlook new icon logo symbol 60587618 PNG">
            <a:extLst>
              <a:ext uri="{FF2B5EF4-FFF2-40B4-BE49-F238E27FC236}">
                <a16:creationId xmlns:a16="http://schemas.microsoft.com/office/drawing/2014/main" id="{43463E4E-D257-D94B-BFD7-908B34E55A49}"/>
              </a:ext>
            </a:extLst>
          </p:cNvPr>
          <p:cNvPicPr>
            <a:picLocks noChangeAspect="1"/>
          </p:cNvPicPr>
          <p:nvPr/>
        </p:nvPicPr>
        <p:blipFill>
          <a:blip r:embed="rId6"/>
          <a:stretch>
            <a:fillRect/>
          </a:stretch>
        </p:blipFill>
        <p:spPr>
          <a:xfrm>
            <a:off x="3359873" y="1700389"/>
            <a:ext cx="225689" cy="225689"/>
          </a:xfrm>
          <a:prstGeom prst="rect">
            <a:avLst/>
          </a:prstGeom>
        </p:spPr>
      </p:pic>
      <p:pic>
        <p:nvPicPr>
          <p:cNvPr id="17" name="Picture 16" descr="MS Teams Icon on Desktop – Practical Help for Your Digital Life®">
            <a:extLst>
              <a:ext uri="{FF2B5EF4-FFF2-40B4-BE49-F238E27FC236}">
                <a16:creationId xmlns:a16="http://schemas.microsoft.com/office/drawing/2014/main" id="{C4099A1F-95CC-EA59-445A-680DBE35E315}"/>
              </a:ext>
            </a:extLst>
          </p:cNvPr>
          <p:cNvPicPr>
            <a:picLocks noChangeAspect="1"/>
          </p:cNvPicPr>
          <p:nvPr/>
        </p:nvPicPr>
        <p:blipFill>
          <a:blip r:embed="rId7"/>
          <a:stretch>
            <a:fillRect/>
          </a:stretch>
        </p:blipFill>
        <p:spPr>
          <a:xfrm>
            <a:off x="3556244" y="2959700"/>
            <a:ext cx="224446" cy="224446"/>
          </a:xfrm>
          <a:prstGeom prst="rect">
            <a:avLst/>
          </a:prstGeom>
        </p:spPr>
      </p:pic>
      <p:pic>
        <p:nvPicPr>
          <p:cNvPr id="21" name="Picture 20" descr="MS Teams Icon on Desktop – Practical Help for Your Digital Life®">
            <a:extLst>
              <a:ext uri="{FF2B5EF4-FFF2-40B4-BE49-F238E27FC236}">
                <a16:creationId xmlns:a16="http://schemas.microsoft.com/office/drawing/2014/main" id="{24A6E31D-D154-0D7F-E149-0F700DB8300C}"/>
              </a:ext>
            </a:extLst>
          </p:cNvPr>
          <p:cNvPicPr>
            <a:picLocks noChangeAspect="1"/>
          </p:cNvPicPr>
          <p:nvPr/>
        </p:nvPicPr>
        <p:blipFill>
          <a:blip r:embed="rId7"/>
          <a:stretch>
            <a:fillRect/>
          </a:stretch>
        </p:blipFill>
        <p:spPr>
          <a:xfrm>
            <a:off x="3606550" y="1701632"/>
            <a:ext cx="224446" cy="224446"/>
          </a:xfrm>
          <a:prstGeom prst="rect">
            <a:avLst/>
          </a:prstGeom>
        </p:spPr>
      </p:pic>
      <p:pic>
        <p:nvPicPr>
          <p:cNvPr id="24" name="Picture 23" descr="MS Teams Icon on Desktop – Practical Help for Your Digital Life®">
            <a:extLst>
              <a:ext uri="{FF2B5EF4-FFF2-40B4-BE49-F238E27FC236}">
                <a16:creationId xmlns:a16="http://schemas.microsoft.com/office/drawing/2014/main" id="{854849F1-FAC2-CD84-006F-AE366CBC52F2}"/>
              </a:ext>
            </a:extLst>
          </p:cNvPr>
          <p:cNvPicPr>
            <a:picLocks noChangeAspect="1"/>
          </p:cNvPicPr>
          <p:nvPr/>
        </p:nvPicPr>
        <p:blipFill>
          <a:blip r:embed="rId7"/>
          <a:stretch>
            <a:fillRect/>
          </a:stretch>
        </p:blipFill>
        <p:spPr>
          <a:xfrm>
            <a:off x="7008965" y="1701632"/>
            <a:ext cx="224446" cy="224446"/>
          </a:xfrm>
          <a:prstGeom prst="rect">
            <a:avLst/>
          </a:prstGeom>
        </p:spPr>
      </p:pic>
    </p:spTree>
    <p:extLst>
      <p:ext uri="{BB962C8B-B14F-4D97-AF65-F5344CB8AC3E}">
        <p14:creationId xmlns:p14="http://schemas.microsoft.com/office/powerpoint/2010/main" val="682626933"/>
      </p:ext>
    </p:extLst>
  </p:cSld>
  <p:clrMapOvr>
    <a:masterClrMapping/>
  </p:clrMapOvr>
  <p:transition>
    <p:fade/>
  </p:transition>
  <p:extLst>
    <p:ext uri="{6950BFC3-D8DA-4A85-94F7-54DA5524770B}"/>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C6ABD-55FD-3543-4D85-CD5E6A04E2A6}"/>
            </a:ext>
          </a:extLst>
        </p:cNvPr>
        <p:cNvGrpSpPr/>
        <p:nvPr/>
      </p:nvGrpSpPr>
      <p:grpSpPr>
        <a:xfrm>
          <a:off x="0" y="0"/>
          <a:ext cx="0" cy="0"/>
          <a:chOff x="0" y="0"/>
          <a:chExt cx="0" cy="0"/>
        </a:xfrm>
      </p:grpSpPr>
      <p:cxnSp>
        <p:nvCxnSpPr>
          <p:cNvPr id="6" name="conn">
            <a:extLst>
              <a:ext uri="{FF2B5EF4-FFF2-40B4-BE49-F238E27FC236}">
                <a16:creationId xmlns:a16="http://schemas.microsoft.com/office/drawing/2014/main" id="{84B5B662-B5B1-5E93-5A3B-8E466EDC50DC}"/>
              </a:ext>
            </a:extLst>
          </p:cNvPr>
          <p:cNvCxnSpPr>
            <a:cxnSpLocks/>
            <a:endCxn id="5" idx="0"/>
          </p:cNvCxnSpPr>
          <p:nvPr/>
        </p:nvCxnSpPr>
        <p:spPr>
          <a:xfrm>
            <a:off x="3268980" y="5072301"/>
            <a:ext cx="0" cy="236482"/>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sp>
        <p:nvSpPr>
          <p:cNvPr id="3" name="Top Accent">
            <a:extLst>
              <a:ext uri="{FF2B5EF4-FFF2-40B4-BE49-F238E27FC236}">
                <a16:creationId xmlns:a16="http://schemas.microsoft.com/office/drawing/2014/main" id="{5F332BF9-3F3F-8C90-EF88-BA2C25E66680}"/>
              </a:ext>
            </a:extLst>
          </p:cNvPr>
          <p:cNvSpPr/>
          <p:nvPr/>
        </p:nvSpPr>
        <p:spPr>
          <a:xfrm>
            <a:off x="0" y="0"/>
            <a:ext cx="12188952" cy="54864"/>
          </a:xfrm>
          <a:prstGeom prst="rect">
            <a:avLst/>
          </a:prstGeom>
          <a:solidFill>
            <a:srgbClr val="C239B3"/>
          </a:solidFill>
          <a:ln w="12700">
            <a:solidFill>
              <a:srgbClr val="C239B3"/>
            </a:solidFill>
          </a:ln>
        </p:spPr>
        <p:txBody>
          <a:bodyPr rtlCol="0" anchor="ctr"/>
          <a:lstStyle/>
          <a:p>
            <a:pPr algn="ctr"/>
            <a:endParaRPr/>
          </a:p>
        </p:txBody>
      </p:sp>
      <p:sp>
        <p:nvSpPr>
          <p:cNvPr id="59" name="Eyebrow">
            <a:extLst>
              <a:ext uri="{FF2B5EF4-FFF2-40B4-BE49-F238E27FC236}">
                <a16:creationId xmlns:a16="http://schemas.microsoft.com/office/drawing/2014/main" id="{BA9DC641-1684-9117-88CB-65CFEB9B4E45}"/>
              </a:ext>
            </a:extLst>
          </p:cNvPr>
          <p:cNvSpPr txBox="1"/>
          <p:nvPr/>
        </p:nvSpPr>
        <p:spPr>
          <a:xfrm>
            <a:off x="554737" y="300000"/>
            <a:ext cx="11052046" cy="200000"/>
          </a:xfrm>
          <a:prstGeom prst="rect">
            <a:avLst/>
          </a:prstGeom>
        </p:spPr>
        <p:txBody>
          <a:bodyPr vert="horz" wrap="square" lIns="0" tIns="0" rIns="0" bIns="0" rtlCol="0">
            <a:spAutoFit/>
          </a:bodyPr>
          <a:lstStyle>
            <a:lvl1pPr marR="0" indent="0" defTabSz="932742" fontAlgn="auto">
              <a:lnSpc>
                <a:spcPct val="100000"/>
              </a:lnSpc>
              <a:spcBef>
                <a:spcPct val="20000"/>
              </a:spcBef>
              <a:spcAft>
                <a:spcPts val="0"/>
              </a:spcAft>
              <a:buClrTx/>
              <a:buSzPct val="90000"/>
              <a:buFont typeface="Wingdings" panose="05000000000000000000" pitchFamily="2" charset="2"/>
              <a:buNone/>
              <a:tabLst/>
              <a:defRPr sz="1000" cap="all" spc="0" baseline="0">
                <a:solidFill>
                  <a:srgbClr val="4B5563"/>
                </a:solidFill>
                <a:latin typeface="Aptos"/>
                <a:cs typeface="Segoe Sans Display" pitchFamily="2"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a:t>You are here: Agents · Introduction</a:t>
            </a:r>
          </a:p>
        </p:txBody>
      </p:sp>
      <p:sp>
        <p:nvSpPr>
          <p:cNvPr id="2" name="Title 1">
            <a:extLst>
              <a:ext uri="{FF2B5EF4-FFF2-40B4-BE49-F238E27FC236}">
                <a16:creationId xmlns:a16="http://schemas.microsoft.com/office/drawing/2014/main" id="{5AE68B45-784F-A8DF-AF63-BC32C60DFE65}"/>
              </a:ext>
            </a:extLst>
          </p:cNvPr>
          <p:cNvSpPr>
            <a:spLocks noGrp="1"/>
          </p:cNvSpPr>
          <p:nvPr>
            <p:ph type="title"/>
          </p:nvPr>
        </p:nvSpPr>
        <p:spPr>
          <a:xfrm>
            <a:off x="571500" y="519543"/>
            <a:ext cx="11052046" cy="492443"/>
          </a:xfrm>
        </p:spPr>
        <p:txBody>
          <a:bodyPr/>
          <a:lstStyle/>
          <a:p>
            <a:r>
              <a:rPr lang="en-US" sz="3000" b="1"/>
              <a:t>Contents</a:t>
            </a:r>
          </a:p>
        </p:txBody>
      </p:sp>
      <p:sp>
        <p:nvSpPr>
          <p:cNvPr id="301" name="Introduction">
            <a:extLst>
              <a:ext uri="{FF2B5EF4-FFF2-40B4-BE49-F238E27FC236}">
                <a16:creationId xmlns:a16="http://schemas.microsoft.com/office/drawing/2014/main" id="{92600E63-9CDD-189B-7579-F39B961986AB}"/>
              </a:ext>
            </a:extLst>
          </p:cNvPr>
          <p:cNvSpPr/>
          <p:nvPr/>
        </p:nvSpPr>
        <p:spPr bwMode="auto">
          <a:xfrm>
            <a:off x="548640" y="1327961"/>
            <a:ext cx="11091672" cy="593088"/>
          </a:xfrm>
          <a:prstGeom prst="roundRect">
            <a:avLst>
              <a:gd name="adj" fmla="val 6000"/>
            </a:avLst>
          </a:prstGeom>
          <a:solidFill>
            <a:srgbClr val="EEF1F5"/>
          </a:solidFill>
          <a:ln w="12700">
            <a:solidFill>
              <a:srgbClr val="DFE4EA"/>
            </a:solidFill>
          </a:ln>
        </p:spPr>
        <p:txBody>
          <a:bodyPr wrap="square" lIns="160020" tIns="91440" rIns="160020" bIns="91440" anchor="t">
            <a:noAutofit/>
          </a:bodyPr>
          <a:lstStyle/>
          <a:p>
            <a:pPr>
              <a:spcAft>
                <a:spcPts val="300"/>
              </a:spcAft>
            </a:pPr>
            <a:r>
              <a:rPr lang="en-US" sz="1100" b="1">
                <a:solidFill>
                  <a:srgbClr val="1F1F1F"/>
                </a:solidFill>
                <a:cs typeface="Segoe UI" pitchFamily="34" charset="0"/>
              </a:rPr>
              <a:t>Introduction</a:t>
            </a:r>
          </a:p>
          <a:p>
            <a:pPr marL="171450" indent="-171450">
              <a:spcAft>
                <a:spcPts val="200"/>
              </a:spcAft>
              <a:buFont typeface="Arial"/>
              <a:buChar char="•"/>
            </a:pPr>
            <a:r>
              <a:rPr lang="en-US" sz="1250">
                <a:solidFill>
                  <a:srgbClr val="1F1F1F"/>
                </a:solidFill>
                <a:cs typeface="Segoe UI" pitchFamily="34" charset="0"/>
              </a:rPr>
              <a:t>What this guide is about: agents and workflows at a glance</a:t>
            </a:r>
          </a:p>
        </p:txBody>
      </p:sp>
      <p:sp>
        <p:nvSpPr>
          <p:cNvPr id="302" name="Agents · introduction">
            <a:extLst>
              <a:ext uri="{FF2B5EF4-FFF2-40B4-BE49-F238E27FC236}">
                <a16:creationId xmlns:a16="http://schemas.microsoft.com/office/drawing/2014/main" id="{1373A1BD-C03D-26F4-57E7-A780C0ACAF50}"/>
              </a:ext>
            </a:extLst>
          </p:cNvPr>
          <p:cNvSpPr/>
          <p:nvPr/>
        </p:nvSpPr>
        <p:spPr bwMode="auto">
          <a:xfrm>
            <a:off x="548640" y="2201049"/>
            <a:ext cx="5440680" cy="860000"/>
          </a:xfrm>
          <a:prstGeom prst="roundRect">
            <a:avLst>
              <a:gd name="adj" fmla="val 6000"/>
            </a:avLst>
          </a:prstGeom>
          <a:solidFill>
            <a:srgbClr val="EAF5FF"/>
          </a:solidFill>
          <a:ln w="12700">
            <a:solidFill>
              <a:srgbClr val="CFE6FC"/>
            </a:solidFill>
          </a:ln>
        </p:spPr>
        <p:txBody>
          <a:bodyPr wrap="square" lIns="160020" tIns="91440" rIns="160020" bIns="91440" anchor="t">
            <a:noAutofit/>
          </a:bodyPr>
          <a:lstStyle/>
          <a:p>
            <a:pPr>
              <a:spcAft>
                <a:spcPts val="300"/>
              </a:spcAft>
            </a:pPr>
            <a:r>
              <a:rPr lang="en-US" sz="1100" b="1">
                <a:solidFill>
                  <a:srgbClr val="0078D4"/>
                </a:solidFill>
                <a:cs typeface="Segoe UI" pitchFamily="34" charset="0"/>
              </a:rPr>
              <a:t>Agents · introduction</a:t>
            </a:r>
          </a:p>
          <a:p>
            <a:pPr marL="171450" indent="-171450">
              <a:spcAft>
                <a:spcPts val="200"/>
              </a:spcAft>
              <a:buFont typeface="Arial"/>
              <a:buChar char="•"/>
            </a:pPr>
            <a:r>
              <a:rPr lang="en-GB" sz="1250">
                <a:solidFill>
                  <a:srgbClr val="1F1F1F"/>
                </a:solidFill>
                <a:cs typeface="Segoe UI" pitchFamily="34" charset="0"/>
              </a:rPr>
              <a:t>Why build agents on the GitHub Copilot (GHCP) harness</a:t>
            </a:r>
            <a:endParaRPr lang="en-US" sz="1250">
              <a:solidFill>
                <a:srgbClr val="1F1F1F"/>
              </a:solidFill>
              <a:cs typeface="Segoe UI" pitchFamily="34" charset="0"/>
            </a:endParaRPr>
          </a:p>
          <a:p>
            <a:pPr marL="171450" indent="-171450">
              <a:spcAft>
                <a:spcPts val="200"/>
              </a:spcAft>
              <a:buFont typeface="Arial"/>
              <a:buChar char="•"/>
            </a:pPr>
            <a:r>
              <a:rPr lang="en-US" sz="1250">
                <a:solidFill>
                  <a:srgbClr val="1F1F1F"/>
                </a:solidFill>
                <a:cs typeface="Segoe UI" pitchFamily="34" charset="0"/>
              </a:rPr>
              <a:t>Standard vs modern orchestration</a:t>
            </a:r>
          </a:p>
        </p:txBody>
      </p:sp>
      <p:sp>
        <p:nvSpPr>
          <p:cNvPr id="303" name="Workflows · introduction">
            <a:extLst>
              <a:ext uri="{FF2B5EF4-FFF2-40B4-BE49-F238E27FC236}">
                <a16:creationId xmlns:a16="http://schemas.microsoft.com/office/drawing/2014/main" id="{B4B561CD-6EBF-486A-6697-EF9864559270}"/>
              </a:ext>
            </a:extLst>
          </p:cNvPr>
          <p:cNvSpPr/>
          <p:nvPr/>
        </p:nvSpPr>
        <p:spPr bwMode="auto">
          <a:xfrm>
            <a:off x="6199632" y="2201049"/>
            <a:ext cx="5440680" cy="860000"/>
          </a:xfrm>
          <a:prstGeom prst="roundRect">
            <a:avLst>
              <a:gd name="adj" fmla="val 6000"/>
            </a:avLst>
          </a:prstGeom>
          <a:solidFill>
            <a:srgbClr val="F3EEFB"/>
          </a:solidFill>
          <a:ln w="12700">
            <a:solidFill>
              <a:srgbClr val="E0D4F0"/>
            </a:solidFill>
          </a:ln>
        </p:spPr>
        <p:txBody>
          <a:bodyPr wrap="square" lIns="160020" tIns="91440" rIns="160020" bIns="91440" anchor="t">
            <a:noAutofit/>
          </a:bodyPr>
          <a:lstStyle/>
          <a:p>
            <a:pPr>
              <a:spcAft>
                <a:spcPts val="300"/>
              </a:spcAft>
            </a:pPr>
            <a:r>
              <a:rPr lang="en-US" sz="1100" b="1">
                <a:solidFill>
                  <a:srgbClr val="6B3FA0"/>
                </a:solidFill>
                <a:cs typeface="Segoe UI" pitchFamily="34" charset="0"/>
              </a:rPr>
              <a:t>Workflows · introduction</a:t>
            </a:r>
          </a:p>
          <a:p>
            <a:pPr marL="171450" indent="-171450">
              <a:spcAft>
                <a:spcPts val="200"/>
              </a:spcAft>
              <a:buFont typeface="Arial"/>
              <a:buChar char="•"/>
            </a:pPr>
            <a:r>
              <a:rPr lang="en-US" sz="1250">
                <a:solidFill>
                  <a:srgbClr val="1F1F1F"/>
                </a:solidFill>
                <a:cs typeface="Segoe UI" pitchFamily="34" charset="0"/>
              </a:rPr>
              <a:t>What is really new, what is not</a:t>
            </a:r>
          </a:p>
        </p:txBody>
      </p:sp>
      <p:sp>
        <p:nvSpPr>
          <p:cNvPr id="304" name="Choose where to build what">
            <a:extLst>
              <a:ext uri="{FF2B5EF4-FFF2-40B4-BE49-F238E27FC236}">
                <a16:creationId xmlns:a16="http://schemas.microsoft.com/office/drawing/2014/main" id="{FA1BDCB0-0947-58CA-AB83-217B96C6681C}"/>
              </a:ext>
            </a:extLst>
          </p:cNvPr>
          <p:cNvSpPr/>
          <p:nvPr/>
        </p:nvSpPr>
        <p:spPr bwMode="auto">
          <a:xfrm>
            <a:off x="548640" y="3341049"/>
            <a:ext cx="11091672" cy="600000"/>
          </a:xfrm>
          <a:prstGeom prst="roundRect">
            <a:avLst>
              <a:gd name="adj" fmla="val 6000"/>
            </a:avLst>
          </a:prstGeom>
          <a:solidFill>
            <a:srgbClr val="EEF1F5"/>
          </a:solidFill>
          <a:ln w="12700">
            <a:solidFill>
              <a:schemeClr val="bg1">
                <a:lumMod val="85000"/>
              </a:schemeClr>
            </a:solidFill>
          </a:ln>
        </p:spPr>
        <p:txBody>
          <a:bodyPr wrap="square" lIns="160020" tIns="91440" rIns="160020" bIns="91440" anchor="t">
            <a:noAutofit/>
          </a:bodyPr>
          <a:lstStyle/>
          <a:p>
            <a:pPr>
              <a:spcAft>
                <a:spcPts val="300"/>
              </a:spcAft>
            </a:pPr>
            <a:r>
              <a:rPr lang="en-US" sz="1100" b="1">
                <a:solidFill>
                  <a:srgbClr val="1F1F1F"/>
                </a:solidFill>
                <a:cs typeface="Segoe UI" pitchFamily="34" charset="0"/>
              </a:rPr>
              <a:t>Choose where to build what</a:t>
            </a:r>
          </a:p>
          <a:p>
            <a:pPr marL="171450" indent="-171450">
              <a:spcAft>
                <a:spcPts val="200"/>
              </a:spcAft>
              <a:buFont typeface="Arial"/>
              <a:buChar char="•"/>
            </a:pPr>
            <a:r>
              <a:rPr lang="en-US" sz="1250">
                <a:solidFill>
                  <a:srgbClr val="1F1F1F"/>
                </a:solidFill>
                <a:cs typeface="Segoe UI" pitchFamily="34" charset="0"/>
              </a:rPr>
              <a:t>Pick the right solution: predictability vs agility</a:t>
            </a:r>
          </a:p>
        </p:txBody>
      </p:sp>
      <p:sp>
        <p:nvSpPr>
          <p:cNvPr id="305" name="Agents · building">
            <a:extLst>
              <a:ext uri="{FF2B5EF4-FFF2-40B4-BE49-F238E27FC236}">
                <a16:creationId xmlns:a16="http://schemas.microsoft.com/office/drawing/2014/main" id="{08220B12-0DE5-4F86-515F-3B28717750DB}"/>
              </a:ext>
            </a:extLst>
          </p:cNvPr>
          <p:cNvSpPr/>
          <p:nvPr/>
        </p:nvSpPr>
        <p:spPr bwMode="auto">
          <a:xfrm>
            <a:off x="548640" y="4221049"/>
            <a:ext cx="5440680" cy="851252"/>
          </a:xfrm>
          <a:prstGeom prst="roundRect">
            <a:avLst>
              <a:gd name="adj" fmla="val 6000"/>
            </a:avLst>
          </a:prstGeom>
          <a:solidFill>
            <a:srgbClr val="EAF5FF"/>
          </a:solidFill>
          <a:ln w="76200">
            <a:solidFill>
              <a:srgbClr val="0078D4"/>
            </a:solidFill>
          </a:ln>
        </p:spPr>
        <p:txBody>
          <a:bodyPr wrap="square" lIns="160020" tIns="91440" rIns="160020" bIns="91440" anchor="t">
            <a:noAutofit/>
          </a:bodyPr>
          <a:lstStyle/>
          <a:p>
            <a:pPr>
              <a:spcAft>
                <a:spcPts val="300"/>
              </a:spcAft>
            </a:pPr>
            <a:r>
              <a:rPr lang="en-US" sz="1100" b="1">
                <a:solidFill>
                  <a:srgbClr val="0078D4"/>
                </a:solidFill>
                <a:cs typeface="Segoe UI" pitchFamily="34" charset="0"/>
              </a:rPr>
              <a:t>Agents · building</a:t>
            </a:r>
          </a:p>
          <a:p>
            <a:pPr marL="171450" indent="-171450">
              <a:spcAft>
                <a:spcPts val="200"/>
              </a:spcAft>
              <a:buFont typeface="Arial"/>
              <a:buChar char="•"/>
            </a:pPr>
            <a:r>
              <a:rPr lang="en-US" sz="1250">
                <a:solidFill>
                  <a:srgbClr val="1F1F1F"/>
                </a:solidFill>
                <a:cs typeface="Segoe UI" pitchFamily="34" charset="0"/>
              </a:rPr>
              <a:t>Building blocks of </a:t>
            </a:r>
            <a:r>
              <a:rPr lang="en-GB" sz="1250">
                <a:solidFill>
                  <a:srgbClr val="1F1F1F"/>
                </a:solidFill>
                <a:cs typeface="Segoe UI" pitchFamily="34" charset="0"/>
              </a:rPr>
              <a:t>agents powered by the GHCP harness</a:t>
            </a:r>
            <a:endParaRPr lang="en-US" sz="1250">
              <a:solidFill>
                <a:srgbClr val="1F1F1F"/>
              </a:solidFill>
              <a:cs typeface="Segoe UI" pitchFamily="34" charset="0"/>
            </a:endParaRPr>
          </a:p>
          <a:p>
            <a:pPr marL="171450" indent="-171450">
              <a:spcAft>
                <a:spcPts val="200"/>
              </a:spcAft>
              <a:buFont typeface="Arial"/>
              <a:buChar char="•"/>
            </a:pPr>
            <a:r>
              <a:rPr lang="en-US" sz="1250">
                <a:solidFill>
                  <a:srgbClr val="1F1F1F"/>
                </a:solidFill>
                <a:cs typeface="Segoe UI" pitchFamily="34" charset="0"/>
              </a:rPr>
              <a:t>Skill best practices</a:t>
            </a:r>
          </a:p>
        </p:txBody>
      </p:sp>
      <p:sp>
        <p:nvSpPr>
          <p:cNvPr id="306" name="Workflows · building">
            <a:extLst>
              <a:ext uri="{FF2B5EF4-FFF2-40B4-BE49-F238E27FC236}">
                <a16:creationId xmlns:a16="http://schemas.microsoft.com/office/drawing/2014/main" id="{C5CA5C32-81A5-5AD3-127B-E8B4EEFA017B}"/>
              </a:ext>
            </a:extLst>
          </p:cNvPr>
          <p:cNvSpPr/>
          <p:nvPr/>
        </p:nvSpPr>
        <p:spPr bwMode="auto">
          <a:xfrm>
            <a:off x="6199632" y="4221048"/>
            <a:ext cx="5440680" cy="1087735"/>
          </a:xfrm>
          <a:prstGeom prst="roundRect">
            <a:avLst>
              <a:gd name="adj" fmla="val 6000"/>
            </a:avLst>
          </a:prstGeom>
          <a:solidFill>
            <a:srgbClr val="F3EEFB"/>
          </a:solidFill>
          <a:ln w="12700">
            <a:solidFill>
              <a:schemeClr val="accent2">
                <a:lumMod val="20000"/>
                <a:lumOff val="80000"/>
              </a:schemeClr>
            </a:solidFill>
          </a:ln>
        </p:spPr>
        <p:txBody>
          <a:bodyPr wrap="square" lIns="160020" tIns="91440" rIns="160020" bIns="91440" anchor="t">
            <a:noAutofit/>
          </a:bodyPr>
          <a:lstStyle/>
          <a:p>
            <a:pPr>
              <a:spcAft>
                <a:spcPts val="300"/>
              </a:spcAft>
            </a:pPr>
            <a:r>
              <a:rPr lang="en-US" sz="1100" b="1">
                <a:solidFill>
                  <a:srgbClr val="6B3FA0"/>
                </a:solidFill>
                <a:cs typeface="Segoe UI" pitchFamily="34" charset="0"/>
              </a:rPr>
              <a:t>Workflows · building</a:t>
            </a:r>
          </a:p>
          <a:p>
            <a:pPr marL="171450" indent="-171450">
              <a:spcAft>
                <a:spcPts val="200"/>
              </a:spcAft>
              <a:buFont typeface="Arial"/>
              <a:buChar char="•"/>
            </a:pPr>
            <a:r>
              <a:rPr lang="en-US" sz="1250">
                <a:solidFill>
                  <a:srgbClr val="1F1F1F"/>
                </a:solidFill>
                <a:cs typeface="Segoe UI" pitchFamily="34" charset="0"/>
              </a:rPr>
              <a:t>Choosing deterministic vs AI per step</a:t>
            </a:r>
          </a:p>
          <a:p>
            <a:pPr marL="171450" indent="-171450">
              <a:spcAft>
                <a:spcPts val="200"/>
              </a:spcAft>
              <a:buFont typeface="Arial"/>
              <a:buChar char="•"/>
            </a:pPr>
            <a:r>
              <a:rPr lang="en-US" sz="1250">
                <a:solidFill>
                  <a:srgbClr val="1F1F1F"/>
                </a:solidFill>
                <a:cs typeface="Segoe UI" pitchFamily="34" charset="0"/>
              </a:rPr>
              <a:t>Goal-first vs agent-first mindset</a:t>
            </a:r>
          </a:p>
          <a:p>
            <a:pPr marL="171450" indent="-171450">
              <a:spcAft>
                <a:spcPts val="200"/>
              </a:spcAft>
              <a:buFont typeface="Arial"/>
              <a:buChar char="•"/>
            </a:pPr>
            <a:r>
              <a:rPr lang="en-US" sz="1250">
                <a:solidFill>
                  <a:srgbClr val="1F1F1F"/>
                </a:solidFill>
                <a:cs typeface="Segoe UI" pitchFamily="34" charset="0"/>
              </a:rPr>
              <a:t>Building with trust and safety</a:t>
            </a:r>
          </a:p>
        </p:txBody>
      </p:sp>
      <p:cxnSp>
        <p:nvCxnSpPr>
          <p:cNvPr id="307" name="conn">
            <a:extLst>
              <a:ext uri="{FF2B5EF4-FFF2-40B4-BE49-F238E27FC236}">
                <a16:creationId xmlns:a16="http://schemas.microsoft.com/office/drawing/2014/main" id="{BA9F368B-A809-3DD0-EEA0-65ADDD8F1F3D}"/>
              </a:ext>
            </a:extLst>
          </p:cNvPr>
          <p:cNvCxnSpPr/>
          <p:nvPr/>
        </p:nvCxnSpPr>
        <p:spPr>
          <a:xfrm>
            <a:off x="6094476" y="1921049"/>
            <a:ext cx="0" cy="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08" name="conn">
            <a:extLst>
              <a:ext uri="{FF2B5EF4-FFF2-40B4-BE49-F238E27FC236}">
                <a16:creationId xmlns:a16="http://schemas.microsoft.com/office/drawing/2014/main" id="{FFA022F5-DD72-3701-9B14-C8D8F51F5A1B}"/>
              </a:ext>
            </a:extLst>
          </p:cNvPr>
          <p:cNvCxnSpPr/>
          <p:nvPr/>
        </p:nvCxnSpPr>
        <p:spPr>
          <a:xfrm>
            <a:off x="3268980" y="2011049"/>
            <a:ext cx="5650992" cy="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09" name="conn">
            <a:extLst>
              <a:ext uri="{FF2B5EF4-FFF2-40B4-BE49-F238E27FC236}">
                <a16:creationId xmlns:a16="http://schemas.microsoft.com/office/drawing/2014/main" id="{E55C418C-305C-C6EB-0804-056062566D82}"/>
              </a:ext>
            </a:extLst>
          </p:cNvPr>
          <p:cNvCxnSpPr/>
          <p:nvPr/>
        </p:nvCxnSpPr>
        <p:spPr>
          <a:xfrm>
            <a:off x="3268980" y="201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0" name="conn">
            <a:extLst>
              <a:ext uri="{FF2B5EF4-FFF2-40B4-BE49-F238E27FC236}">
                <a16:creationId xmlns:a16="http://schemas.microsoft.com/office/drawing/2014/main" id="{35CD4A91-0B98-B81E-99DB-A0F25D0D209F}"/>
              </a:ext>
            </a:extLst>
          </p:cNvPr>
          <p:cNvCxnSpPr/>
          <p:nvPr/>
        </p:nvCxnSpPr>
        <p:spPr>
          <a:xfrm>
            <a:off x="8919972" y="201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1" name="conn">
            <a:extLst>
              <a:ext uri="{FF2B5EF4-FFF2-40B4-BE49-F238E27FC236}">
                <a16:creationId xmlns:a16="http://schemas.microsoft.com/office/drawing/2014/main" id="{82B561CD-0716-EE6E-76E6-6CD5B468E260}"/>
              </a:ext>
            </a:extLst>
          </p:cNvPr>
          <p:cNvCxnSpPr/>
          <p:nvPr/>
        </p:nvCxnSpPr>
        <p:spPr>
          <a:xfrm>
            <a:off x="3268980" y="306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2" name="conn">
            <a:extLst>
              <a:ext uri="{FF2B5EF4-FFF2-40B4-BE49-F238E27FC236}">
                <a16:creationId xmlns:a16="http://schemas.microsoft.com/office/drawing/2014/main" id="{90D739A1-E687-AE41-9647-0A29B74EA2EB}"/>
              </a:ext>
            </a:extLst>
          </p:cNvPr>
          <p:cNvCxnSpPr/>
          <p:nvPr/>
        </p:nvCxnSpPr>
        <p:spPr>
          <a:xfrm>
            <a:off x="8919972" y="306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3" name="conn">
            <a:extLst>
              <a:ext uri="{FF2B5EF4-FFF2-40B4-BE49-F238E27FC236}">
                <a16:creationId xmlns:a16="http://schemas.microsoft.com/office/drawing/2014/main" id="{BFF5C471-A956-C1E7-7DC8-6723BD220234}"/>
              </a:ext>
            </a:extLst>
          </p:cNvPr>
          <p:cNvCxnSpPr/>
          <p:nvPr/>
        </p:nvCxnSpPr>
        <p:spPr>
          <a:xfrm>
            <a:off x="3268980" y="3251049"/>
            <a:ext cx="5650992" cy="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4" name="conn">
            <a:extLst>
              <a:ext uri="{FF2B5EF4-FFF2-40B4-BE49-F238E27FC236}">
                <a16:creationId xmlns:a16="http://schemas.microsoft.com/office/drawing/2014/main" id="{5F962736-5B1E-8FDA-320A-EBD0D3C78155}"/>
              </a:ext>
            </a:extLst>
          </p:cNvPr>
          <p:cNvCxnSpPr/>
          <p:nvPr/>
        </p:nvCxnSpPr>
        <p:spPr>
          <a:xfrm>
            <a:off x="6094476" y="3251049"/>
            <a:ext cx="0" cy="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5" name="conn">
            <a:extLst>
              <a:ext uri="{FF2B5EF4-FFF2-40B4-BE49-F238E27FC236}">
                <a16:creationId xmlns:a16="http://schemas.microsoft.com/office/drawing/2014/main" id="{4CEF83DB-D0A4-8F2D-C4D8-5AE4AA04321A}"/>
              </a:ext>
            </a:extLst>
          </p:cNvPr>
          <p:cNvCxnSpPr/>
          <p:nvPr/>
        </p:nvCxnSpPr>
        <p:spPr>
          <a:xfrm>
            <a:off x="6094476" y="3941049"/>
            <a:ext cx="0" cy="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6" name="conn">
            <a:extLst>
              <a:ext uri="{FF2B5EF4-FFF2-40B4-BE49-F238E27FC236}">
                <a16:creationId xmlns:a16="http://schemas.microsoft.com/office/drawing/2014/main" id="{166DFA34-19C0-A163-E0BE-AA8E479E1772}"/>
              </a:ext>
            </a:extLst>
          </p:cNvPr>
          <p:cNvCxnSpPr/>
          <p:nvPr/>
        </p:nvCxnSpPr>
        <p:spPr>
          <a:xfrm>
            <a:off x="3268980" y="4031049"/>
            <a:ext cx="5650992" cy="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7" name="conn">
            <a:extLst>
              <a:ext uri="{FF2B5EF4-FFF2-40B4-BE49-F238E27FC236}">
                <a16:creationId xmlns:a16="http://schemas.microsoft.com/office/drawing/2014/main" id="{0058C053-A6BC-186F-1CB4-8881188B81E5}"/>
              </a:ext>
            </a:extLst>
          </p:cNvPr>
          <p:cNvCxnSpPr/>
          <p:nvPr/>
        </p:nvCxnSpPr>
        <p:spPr>
          <a:xfrm>
            <a:off x="3268980" y="403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8" name="conn">
            <a:extLst>
              <a:ext uri="{FF2B5EF4-FFF2-40B4-BE49-F238E27FC236}">
                <a16:creationId xmlns:a16="http://schemas.microsoft.com/office/drawing/2014/main" id="{D5026954-55FE-B757-74F5-AFA802231D85}"/>
              </a:ext>
            </a:extLst>
          </p:cNvPr>
          <p:cNvCxnSpPr/>
          <p:nvPr/>
        </p:nvCxnSpPr>
        <p:spPr>
          <a:xfrm>
            <a:off x="8919972" y="403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sp>
        <p:nvSpPr>
          <p:cNvPr id="399" name="Intro Done">
            <a:extLst>
              <a:ext uri="{FF2B5EF4-FFF2-40B4-BE49-F238E27FC236}">
                <a16:creationId xmlns:a16="http://schemas.microsoft.com/office/drawing/2014/main" id="{2FDEC545-6C53-F057-1635-B29E3FA1E661}"/>
              </a:ext>
            </a:extLst>
          </p:cNvPr>
          <p:cNvSpPr/>
          <p:nvPr/>
        </p:nvSpPr>
        <p:spPr>
          <a:xfrm>
            <a:off x="11100947" y="2449010"/>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
        <p:nvSpPr>
          <p:cNvPr id="5" name="Agents · building">
            <a:extLst>
              <a:ext uri="{FF2B5EF4-FFF2-40B4-BE49-F238E27FC236}">
                <a16:creationId xmlns:a16="http://schemas.microsoft.com/office/drawing/2014/main" id="{3BB461C5-CC53-95C9-5FA7-24E9C15B8F91}"/>
              </a:ext>
            </a:extLst>
          </p:cNvPr>
          <p:cNvSpPr/>
          <p:nvPr/>
        </p:nvSpPr>
        <p:spPr bwMode="auto">
          <a:xfrm>
            <a:off x="548640" y="5308783"/>
            <a:ext cx="5440680" cy="656165"/>
          </a:xfrm>
          <a:prstGeom prst="roundRect">
            <a:avLst>
              <a:gd name="adj" fmla="val 6000"/>
            </a:avLst>
          </a:prstGeom>
          <a:solidFill>
            <a:srgbClr val="EAF5FF"/>
          </a:solidFill>
          <a:ln w="12700">
            <a:solidFill>
              <a:srgbClr val="CFE6FB"/>
            </a:solidFill>
          </a:ln>
        </p:spPr>
        <p:txBody>
          <a:bodyPr wrap="square" lIns="160020" tIns="91440" rIns="160020" bIns="91440" anchor="t">
            <a:noAutofit/>
          </a:bodyPr>
          <a:lstStyle/>
          <a:p>
            <a:pPr>
              <a:spcAft>
                <a:spcPts val="300"/>
              </a:spcAft>
            </a:pPr>
            <a:r>
              <a:rPr lang="en-US" sz="1100" b="1">
                <a:solidFill>
                  <a:srgbClr val="0078D4"/>
                </a:solidFill>
                <a:cs typeface="Segoe UI" pitchFamily="34" charset="0"/>
              </a:rPr>
              <a:t>Agents · AI Assisted developing</a:t>
            </a:r>
          </a:p>
          <a:p>
            <a:pPr marL="171450" indent="-171450">
              <a:spcAft>
                <a:spcPts val="200"/>
              </a:spcAft>
              <a:buFont typeface="Arial"/>
              <a:buChar char="•"/>
            </a:pPr>
            <a:r>
              <a:rPr lang="en-GB" sz="1250" err="1">
                <a:solidFill>
                  <a:srgbClr val="1F1F1F"/>
                </a:solidFill>
                <a:cs typeface="Segoe UI" pitchFamily="34" charset="0"/>
              </a:rPr>
              <a:t>Upgraagents</a:t>
            </a:r>
            <a:r>
              <a:rPr lang="en-GB" sz="1250">
                <a:solidFill>
                  <a:srgbClr val="1F1F1F"/>
                </a:solidFill>
                <a:cs typeface="Segoe UI" pitchFamily="34" charset="0"/>
              </a:rPr>
              <a:t> powered by the GHCP </a:t>
            </a:r>
            <a:r>
              <a:rPr lang="en-GB" sz="1250" err="1">
                <a:solidFill>
                  <a:srgbClr val="1F1F1F"/>
                </a:solidFill>
                <a:cs typeface="Segoe UI" pitchFamily="34" charset="0"/>
              </a:rPr>
              <a:t>harnessard</a:t>
            </a:r>
            <a:r>
              <a:rPr lang="en-GB" sz="1250">
                <a:solidFill>
                  <a:srgbClr val="1F1F1F"/>
                </a:solidFill>
                <a:cs typeface="Segoe UI" pitchFamily="34" charset="0"/>
              </a:rPr>
              <a:t> agents to the GHCP harness</a:t>
            </a:r>
            <a:endParaRPr lang="en-US" sz="1250">
              <a:solidFill>
                <a:srgbClr val="1F1F1F"/>
              </a:solidFill>
              <a:cs typeface="Segoe UI" pitchFamily="34" charset="0"/>
            </a:endParaRPr>
          </a:p>
        </p:txBody>
      </p:sp>
      <p:sp>
        <p:nvSpPr>
          <p:cNvPr id="4" name="Intro Done">
            <a:extLst>
              <a:ext uri="{FF2B5EF4-FFF2-40B4-BE49-F238E27FC236}">
                <a16:creationId xmlns:a16="http://schemas.microsoft.com/office/drawing/2014/main" id="{A4C1AC87-22A4-D5FB-BD16-26E50FE142D4}"/>
              </a:ext>
            </a:extLst>
          </p:cNvPr>
          <p:cNvSpPr/>
          <p:nvPr/>
        </p:nvSpPr>
        <p:spPr>
          <a:xfrm>
            <a:off x="11100947" y="1471050"/>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
        <p:nvSpPr>
          <p:cNvPr id="7" name="Intro Done">
            <a:extLst>
              <a:ext uri="{FF2B5EF4-FFF2-40B4-BE49-F238E27FC236}">
                <a16:creationId xmlns:a16="http://schemas.microsoft.com/office/drawing/2014/main" id="{18289355-973D-393C-11A0-5FAC755E247D}"/>
              </a:ext>
            </a:extLst>
          </p:cNvPr>
          <p:cNvSpPr/>
          <p:nvPr/>
        </p:nvSpPr>
        <p:spPr>
          <a:xfrm>
            <a:off x="5462147" y="2481049"/>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
        <p:nvSpPr>
          <p:cNvPr id="8" name="Intro Done">
            <a:extLst>
              <a:ext uri="{FF2B5EF4-FFF2-40B4-BE49-F238E27FC236}">
                <a16:creationId xmlns:a16="http://schemas.microsoft.com/office/drawing/2014/main" id="{69EB07B4-57EF-59CC-D9C9-DC5F81739726}"/>
              </a:ext>
            </a:extLst>
          </p:cNvPr>
          <p:cNvSpPr/>
          <p:nvPr/>
        </p:nvSpPr>
        <p:spPr>
          <a:xfrm>
            <a:off x="11100947" y="3491049"/>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
        <p:nvSpPr>
          <p:cNvPr id="10" name="Intro Done">
            <a:extLst>
              <a:ext uri="{FF2B5EF4-FFF2-40B4-BE49-F238E27FC236}">
                <a16:creationId xmlns:a16="http://schemas.microsoft.com/office/drawing/2014/main" id="{A224AD05-46D1-A1A1-1F73-B3C6D85CD1E6}"/>
              </a:ext>
            </a:extLst>
          </p:cNvPr>
          <p:cNvSpPr/>
          <p:nvPr/>
        </p:nvSpPr>
        <p:spPr>
          <a:xfrm>
            <a:off x="11100947" y="4614915"/>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Tree>
    <p:extLst>
      <p:ext uri="{BB962C8B-B14F-4D97-AF65-F5344CB8AC3E}">
        <p14:creationId xmlns:p14="http://schemas.microsoft.com/office/powerpoint/2010/main" val="167711925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7F0BF-BDBE-1353-ED95-37C80222609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890905D-AEAF-DF9A-5F71-7C138489CB20}"/>
              </a:ext>
            </a:extLst>
          </p:cNvPr>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itle 1">
            <a:extLst>
              <a:ext uri="{FF2B5EF4-FFF2-40B4-BE49-F238E27FC236}">
                <a16:creationId xmlns:a16="http://schemas.microsoft.com/office/drawing/2014/main" id="{DB12628A-504D-BF3B-3BF5-CCD7BCD448CD}"/>
              </a:ext>
            </a:extLst>
          </p:cNvPr>
          <p:cNvSpPr txBox="1">
            <a:spLocks/>
          </p:cNvSpPr>
          <p:nvPr/>
        </p:nvSpPr>
        <p:spPr>
          <a:xfrm>
            <a:off x="417577" y="491121"/>
            <a:ext cx="11052046" cy="492443"/>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r>
              <a:rPr lang="en-US" sz="2800" b="1">
                <a:solidFill>
                  <a:srgbClr val="000000"/>
                </a:solidFill>
              </a:rPr>
              <a:t>The Copilot Studio Component Model</a:t>
            </a:r>
          </a:p>
        </p:txBody>
      </p:sp>
      <p:sp>
        <p:nvSpPr>
          <p:cNvPr id="60" name="Text Placeholder 59">
            <a:extLst>
              <a:ext uri="{FF2B5EF4-FFF2-40B4-BE49-F238E27FC236}">
                <a16:creationId xmlns:a16="http://schemas.microsoft.com/office/drawing/2014/main" id="{CA82EF34-9F6F-4F93-FA05-B7DB2CD7B860}"/>
              </a:ext>
            </a:extLst>
          </p:cNvPr>
          <p:cNvSpPr>
            <a:spLocks noGrp="1"/>
          </p:cNvSpPr>
          <p:nvPr>
            <p:ph type="body" sz="quarter" idx="11"/>
          </p:nvPr>
        </p:nvSpPr>
        <p:spPr>
          <a:xfrm>
            <a:off x="525808" y="280235"/>
            <a:ext cx="11052046" cy="153888"/>
          </a:xfrm>
        </p:spPr>
        <p:txBody>
          <a:bodyPr vert="horz" wrap="square" lIns="0" tIns="0" rIns="0" bIns="0" rtlCol="0">
            <a:spAutoFit/>
          </a:bodyPr>
          <a:lstStyle/>
          <a:p>
            <a:r>
              <a:rPr lang="en-US">
                <a:solidFill>
                  <a:srgbClr val="4B5563"/>
                </a:solidFill>
              </a:rPr>
              <a:t>Separate global behavior, facts, actions, procedures, memory, delegation, and code execution.</a:t>
            </a:r>
          </a:p>
        </p:txBody>
      </p:sp>
      <p:grpSp>
        <p:nvGrpSpPr>
          <p:cNvPr id="7" name="Group 6">
            <a:extLst>
              <a:ext uri="{FF2B5EF4-FFF2-40B4-BE49-F238E27FC236}">
                <a16:creationId xmlns:a16="http://schemas.microsoft.com/office/drawing/2014/main" id="{D937AB3A-69F7-85F5-4A1A-E46AA6C9171D}"/>
              </a:ext>
            </a:extLst>
          </p:cNvPr>
          <p:cNvGrpSpPr/>
          <p:nvPr/>
        </p:nvGrpSpPr>
        <p:grpSpPr>
          <a:xfrm>
            <a:off x="525807" y="1291024"/>
            <a:ext cx="2053508" cy="1417320"/>
            <a:chOff x="421598" y="1371600"/>
            <a:chExt cx="2053508" cy="1417320"/>
          </a:xfrm>
          <a:solidFill>
            <a:srgbClr val="FFDED7">
              <a:alpha val="60000"/>
            </a:srgbClr>
          </a:solidFill>
        </p:grpSpPr>
        <p:sp>
          <p:nvSpPr>
            <p:cNvPr id="8" name="Rectangle: Rounded Corners 7">
              <a:extLst>
                <a:ext uri="{FF2B5EF4-FFF2-40B4-BE49-F238E27FC236}">
                  <a16:creationId xmlns:a16="http://schemas.microsoft.com/office/drawing/2014/main" id="{5BAFEE58-CAC5-EA3A-F61C-5328B0EA130A}"/>
                </a:ext>
              </a:extLst>
            </p:cNvPr>
            <p:cNvSpPr/>
            <p:nvPr/>
          </p:nvSpPr>
          <p:spPr bwMode="auto">
            <a:xfrm>
              <a:off x="421598" y="1371600"/>
              <a:ext cx="2053508" cy="1417320"/>
            </a:xfrm>
            <a:prstGeom prst="roundRect">
              <a:avLst/>
            </a:prstGeom>
            <a:grpFill/>
            <a:ln w="1397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44" name="TextBox 43">
              <a:extLst>
                <a:ext uri="{FF2B5EF4-FFF2-40B4-BE49-F238E27FC236}">
                  <a16:creationId xmlns:a16="http://schemas.microsoft.com/office/drawing/2014/main" id="{859729F0-3776-4EB0-7E06-5D325BEBF695}"/>
                </a:ext>
              </a:extLst>
            </p:cNvPr>
            <p:cNvSpPr txBox="1"/>
            <p:nvPr/>
          </p:nvSpPr>
          <p:spPr>
            <a:xfrm>
              <a:off x="522296" y="1472183"/>
              <a:ext cx="1810228" cy="307777"/>
            </a:xfrm>
            <a:prstGeom prst="rect">
              <a:avLst/>
            </a:prstGeom>
            <a:noFill/>
          </p:spPr>
          <p:txBody>
            <a:bodyPr vert="horz" wrap="square" lIns="50800" tIns="25400" rIns="50800" bIns="25400" rtlCol="0" anchor="t">
              <a:noAutofit/>
            </a:bodyPr>
            <a:lstStyle/>
            <a:p>
              <a:pPr algn="ctr"/>
              <a:r>
                <a:rPr lang="en-US" sz="1600" b="1">
                  <a:solidFill>
                    <a:schemeClr val="accent6"/>
                  </a:solidFill>
                  <a:latin typeface="+mj-lt"/>
                </a:rPr>
                <a:t>Instructions</a:t>
              </a:r>
            </a:p>
          </p:txBody>
        </p:sp>
        <p:sp>
          <p:nvSpPr>
            <p:cNvPr id="46" name="TextBox 45">
              <a:extLst>
                <a:ext uri="{FF2B5EF4-FFF2-40B4-BE49-F238E27FC236}">
                  <a16:creationId xmlns:a16="http://schemas.microsoft.com/office/drawing/2014/main" id="{344761FA-8152-8DDA-788A-4A0C2611F41C}"/>
                </a:ext>
              </a:extLst>
            </p:cNvPr>
            <p:cNvSpPr txBox="1"/>
            <p:nvPr/>
          </p:nvSpPr>
          <p:spPr>
            <a:xfrm>
              <a:off x="567553" y="1810512"/>
              <a:ext cx="1727648" cy="838129"/>
            </a:xfrm>
            <a:prstGeom prst="rect">
              <a:avLst/>
            </a:prstGeom>
            <a:noFill/>
          </p:spPr>
          <p:txBody>
            <a:bodyPr vert="horz" wrap="square" lIns="50800" tIns="25400" rIns="50800" bIns="25400" rtlCol="0" anchor="t">
              <a:noAutofit/>
            </a:bodyPr>
            <a:lstStyle/>
            <a:p>
              <a:pPr marL="171450" indent="-171450">
                <a:spcAft>
                  <a:spcPts val="300"/>
                </a:spcAft>
                <a:buFont typeface="Arial" panose="020B0604020202020204" pitchFamily="34" charset="0"/>
                <a:buChar char="•"/>
              </a:pPr>
              <a:r>
                <a:rPr lang="en-US" sz="1100">
                  <a:solidFill>
                    <a:srgbClr val="1F1F1F"/>
                  </a:solidFill>
                </a:rPr>
                <a:t>Everything that is </a:t>
              </a:r>
              <a:r>
                <a:rPr lang="en-US" sz="1100" b="1" u="sng">
                  <a:solidFill>
                    <a:srgbClr val="1F1F1F"/>
                  </a:solidFill>
                </a:rPr>
                <a:t>general</a:t>
              </a:r>
              <a:r>
                <a:rPr lang="en-US" sz="1100">
                  <a:solidFill>
                    <a:srgbClr val="1F1F1F"/>
                  </a:solidFill>
                </a:rPr>
                <a:t>: role, scope, tone, safety rules</a:t>
              </a:r>
            </a:p>
            <a:p>
              <a:pPr marL="171450" indent="-171450">
                <a:buFont typeface="Arial" panose="020B0604020202020204" pitchFamily="34" charset="0"/>
                <a:buChar char="•"/>
              </a:pPr>
              <a:r>
                <a:rPr lang="en-US" sz="1100">
                  <a:solidFill>
                    <a:srgbClr val="1F1F1F"/>
                  </a:solidFill>
                </a:rPr>
                <a:t>Always-on guidance</a:t>
              </a:r>
            </a:p>
          </p:txBody>
        </p:sp>
      </p:grpSp>
      <p:grpSp>
        <p:nvGrpSpPr>
          <p:cNvPr id="49" name="Group 48">
            <a:extLst>
              <a:ext uri="{FF2B5EF4-FFF2-40B4-BE49-F238E27FC236}">
                <a16:creationId xmlns:a16="http://schemas.microsoft.com/office/drawing/2014/main" id="{F570F186-6B03-30F6-8E39-28EC5C964FC9}"/>
              </a:ext>
            </a:extLst>
          </p:cNvPr>
          <p:cNvGrpSpPr/>
          <p:nvPr/>
        </p:nvGrpSpPr>
        <p:grpSpPr>
          <a:xfrm>
            <a:off x="2796456" y="1291024"/>
            <a:ext cx="2053508" cy="1417320"/>
            <a:chOff x="2745843" y="1371600"/>
            <a:chExt cx="2053508" cy="1417320"/>
          </a:xfrm>
        </p:grpSpPr>
        <p:sp>
          <p:nvSpPr>
            <p:cNvPr id="50" name="Rectangle: Rounded Corners 49">
              <a:extLst>
                <a:ext uri="{FF2B5EF4-FFF2-40B4-BE49-F238E27FC236}">
                  <a16:creationId xmlns:a16="http://schemas.microsoft.com/office/drawing/2014/main" id="{14053AE8-3351-A219-3B2F-3784FBEFB6D4}"/>
                </a:ext>
              </a:extLst>
            </p:cNvPr>
            <p:cNvSpPr/>
            <p:nvPr/>
          </p:nvSpPr>
          <p:spPr bwMode="auto">
            <a:xfrm>
              <a:off x="2745843" y="1371600"/>
              <a:ext cx="2053508" cy="1417320"/>
            </a:xfrm>
            <a:prstGeom prst="roundRect">
              <a:avLst/>
            </a:prstGeom>
            <a:solidFill>
              <a:srgbClr val="F8E8F7">
                <a:alpha val="60000"/>
              </a:srgbClr>
            </a:solidFill>
            <a:ln w="1397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51" name="TextBox 50">
              <a:extLst>
                <a:ext uri="{FF2B5EF4-FFF2-40B4-BE49-F238E27FC236}">
                  <a16:creationId xmlns:a16="http://schemas.microsoft.com/office/drawing/2014/main" id="{C0A28383-B74C-3970-5A86-86BB46846031}"/>
                </a:ext>
              </a:extLst>
            </p:cNvPr>
            <p:cNvSpPr txBox="1"/>
            <p:nvPr/>
          </p:nvSpPr>
          <p:spPr>
            <a:xfrm>
              <a:off x="2831620" y="1472183"/>
              <a:ext cx="1810228" cy="307777"/>
            </a:xfrm>
            <a:prstGeom prst="rect">
              <a:avLst/>
            </a:prstGeom>
            <a:noFill/>
          </p:spPr>
          <p:txBody>
            <a:bodyPr vert="horz" wrap="square" lIns="50800" tIns="25400" rIns="50800" bIns="25400" rtlCol="0" anchor="t">
              <a:noAutofit/>
            </a:bodyPr>
            <a:lstStyle/>
            <a:p>
              <a:pPr algn="ctr"/>
              <a:r>
                <a:rPr lang="en-US" sz="1600" b="1">
                  <a:solidFill>
                    <a:srgbClr val="8A1682"/>
                  </a:solidFill>
                  <a:latin typeface="+mj-lt"/>
                </a:rPr>
                <a:t>Knowledge</a:t>
              </a:r>
            </a:p>
          </p:txBody>
        </p:sp>
        <p:sp>
          <p:nvSpPr>
            <p:cNvPr id="52" name="TextBox 51">
              <a:extLst>
                <a:ext uri="{FF2B5EF4-FFF2-40B4-BE49-F238E27FC236}">
                  <a16:creationId xmlns:a16="http://schemas.microsoft.com/office/drawing/2014/main" id="{58E8CBA9-9979-30E9-FD2D-3DE3583E7508}"/>
                </a:ext>
              </a:extLst>
            </p:cNvPr>
            <p:cNvSpPr txBox="1"/>
            <p:nvPr/>
          </p:nvSpPr>
          <p:spPr>
            <a:xfrm>
              <a:off x="2968561" y="1810512"/>
              <a:ext cx="1810228" cy="838800"/>
            </a:xfrm>
            <a:prstGeom prst="rect">
              <a:avLst/>
            </a:prstGeom>
            <a:noFill/>
          </p:spPr>
          <p:txBody>
            <a:bodyPr vert="horz" wrap="square" lIns="50800" tIns="25400" rIns="50800" bIns="25400" rtlCol="0" anchor="t">
              <a:noAutofit/>
            </a:bodyPr>
            <a:lstStyle>
              <a:defPPr>
                <a:defRPr lang="en-US"/>
              </a:defPPr>
              <a:lvl1pPr marL="171450" indent="-171450">
                <a:spcAft>
                  <a:spcPts val="300"/>
                </a:spcAft>
                <a:buFont typeface="Arial" panose="020B0604020202020204" pitchFamily="34" charset="0"/>
                <a:buChar char="•"/>
                <a:defRPr sz="1100">
                  <a:solidFill>
                    <a:srgbClr val="1F1F1F"/>
                  </a:solidFill>
                  <a:latin typeface="Aptos" panose="020B0004020202020204" pitchFamily="34" charset="0"/>
                </a:defRPr>
              </a:lvl1pPr>
            </a:lstStyle>
            <a:p>
              <a:r>
                <a:rPr lang="en-US" b="1" u="sng">
                  <a:latin typeface="+mn-lt"/>
                </a:rPr>
                <a:t>Searchable/semantic </a:t>
              </a:r>
              <a:r>
                <a:rPr lang="en-US">
                  <a:latin typeface="+mn-lt"/>
                </a:rPr>
                <a:t>facts</a:t>
              </a:r>
            </a:p>
            <a:p>
              <a:r>
                <a:rPr lang="en-US">
                  <a:latin typeface="+mn-lt"/>
                </a:rPr>
                <a:t>Docs, sites, files</a:t>
              </a:r>
            </a:p>
            <a:p>
              <a:r>
                <a:rPr lang="en-US">
                  <a:latin typeface="+mn-lt"/>
                </a:rPr>
                <a:t>Ground responses</a:t>
              </a:r>
            </a:p>
          </p:txBody>
        </p:sp>
      </p:grpSp>
      <p:grpSp>
        <p:nvGrpSpPr>
          <p:cNvPr id="54" name="Group 53">
            <a:extLst>
              <a:ext uri="{FF2B5EF4-FFF2-40B4-BE49-F238E27FC236}">
                <a16:creationId xmlns:a16="http://schemas.microsoft.com/office/drawing/2014/main" id="{33A39777-3387-8CEC-20AA-D14A916ED34C}"/>
              </a:ext>
            </a:extLst>
          </p:cNvPr>
          <p:cNvGrpSpPr/>
          <p:nvPr/>
        </p:nvGrpSpPr>
        <p:grpSpPr>
          <a:xfrm>
            <a:off x="5067105" y="1291024"/>
            <a:ext cx="2053508" cy="1417320"/>
            <a:chOff x="5070088" y="1371600"/>
            <a:chExt cx="2053508" cy="1417320"/>
          </a:xfrm>
        </p:grpSpPr>
        <p:sp>
          <p:nvSpPr>
            <p:cNvPr id="55" name="Rectangle: Rounded Corners 54">
              <a:extLst>
                <a:ext uri="{FF2B5EF4-FFF2-40B4-BE49-F238E27FC236}">
                  <a16:creationId xmlns:a16="http://schemas.microsoft.com/office/drawing/2014/main" id="{0BDF82C5-B8A4-8BAB-CFAB-1D84CC233C77}"/>
                </a:ext>
              </a:extLst>
            </p:cNvPr>
            <p:cNvSpPr/>
            <p:nvPr/>
          </p:nvSpPr>
          <p:spPr bwMode="auto">
            <a:xfrm>
              <a:off x="5070088" y="1371600"/>
              <a:ext cx="2053508" cy="1417320"/>
            </a:xfrm>
            <a:prstGeom prst="roundRect">
              <a:avLst/>
            </a:prstGeom>
            <a:solidFill>
              <a:srgbClr val="EAF7EA">
                <a:alpha val="60000"/>
              </a:srgbClr>
            </a:solidFill>
            <a:ln w="1397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56" name="TextBox 55">
              <a:extLst>
                <a:ext uri="{FF2B5EF4-FFF2-40B4-BE49-F238E27FC236}">
                  <a16:creationId xmlns:a16="http://schemas.microsoft.com/office/drawing/2014/main" id="{BB872D14-7A84-2E57-577A-95271B7A35C8}"/>
                </a:ext>
              </a:extLst>
            </p:cNvPr>
            <p:cNvSpPr txBox="1"/>
            <p:nvPr/>
          </p:nvSpPr>
          <p:spPr>
            <a:xfrm>
              <a:off x="5191728" y="1472184"/>
              <a:ext cx="1810228" cy="307777"/>
            </a:xfrm>
            <a:prstGeom prst="rect">
              <a:avLst/>
            </a:prstGeom>
            <a:noFill/>
          </p:spPr>
          <p:txBody>
            <a:bodyPr vert="horz" wrap="square" lIns="50800" tIns="25400" rIns="50800" bIns="25400" rtlCol="0" anchor="t">
              <a:noAutofit/>
            </a:bodyPr>
            <a:lstStyle/>
            <a:p>
              <a:pPr algn="ctr"/>
              <a:r>
                <a:rPr lang="en-US" sz="1600" b="1">
                  <a:solidFill>
                    <a:srgbClr val="13A10E"/>
                  </a:solidFill>
                  <a:latin typeface="+mj-lt"/>
                </a:rPr>
                <a:t>Tools</a:t>
              </a:r>
            </a:p>
          </p:txBody>
        </p:sp>
        <p:sp>
          <p:nvSpPr>
            <p:cNvPr id="57" name="TextBox 56">
              <a:extLst>
                <a:ext uri="{FF2B5EF4-FFF2-40B4-BE49-F238E27FC236}">
                  <a16:creationId xmlns:a16="http://schemas.microsoft.com/office/drawing/2014/main" id="{B6056240-045A-F1C9-3446-5933DF014300}"/>
                </a:ext>
              </a:extLst>
            </p:cNvPr>
            <p:cNvSpPr txBox="1"/>
            <p:nvPr/>
          </p:nvSpPr>
          <p:spPr>
            <a:xfrm>
              <a:off x="5292806" y="1810512"/>
              <a:ext cx="1646592" cy="838800"/>
            </a:xfrm>
            <a:prstGeom prst="rect">
              <a:avLst/>
            </a:prstGeom>
            <a:noFill/>
          </p:spPr>
          <p:txBody>
            <a:bodyPr vert="horz" wrap="square" lIns="50800" tIns="25400" rIns="50800" bIns="25400" rtlCol="0" anchor="t">
              <a:noAutofit/>
            </a:bodyPr>
            <a:lstStyle>
              <a:defPPr>
                <a:defRPr lang="en-US"/>
              </a:defPPr>
              <a:lvl1pPr marL="171450" indent="-171450">
                <a:spcAft>
                  <a:spcPts val="300"/>
                </a:spcAft>
                <a:buFont typeface="Arial" panose="020B0604020202020204" pitchFamily="34" charset="0"/>
                <a:buChar char="•"/>
                <a:defRPr sz="1100">
                  <a:solidFill>
                    <a:srgbClr val="1F1F1F"/>
                  </a:solidFill>
                  <a:latin typeface="Aptos" panose="020B0004020202020204" pitchFamily="34" charset="0"/>
                </a:defRPr>
              </a:lvl1pPr>
            </a:lstStyle>
            <a:p>
              <a:r>
                <a:rPr lang="en-US">
                  <a:latin typeface="+mn-lt"/>
                </a:rPr>
                <a:t>Live lookups / APIs</a:t>
              </a:r>
            </a:p>
            <a:p>
              <a:r>
                <a:rPr lang="en-US">
                  <a:latin typeface="+mn-lt"/>
                </a:rPr>
                <a:t>CRUD operations</a:t>
              </a:r>
            </a:p>
            <a:p>
              <a:r>
                <a:rPr lang="en-US">
                  <a:latin typeface="+mn-lt"/>
                </a:rPr>
                <a:t>Actions on </a:t>
              </a:r>
              <a:r>
                <a:rPr lang="en-US" b="1" u="sng">
                  <a:latin typeface="+mn-lt"/>
                </a:rPr>
                <a:t>external systems</a:t>
              </a:r>
            </a:p>
          </p:txBody>
        </p:sp>
      </p:grpSp>
      <p:grpSp>
        <p:nvGrpSpPr>
          <p:cNvPr id="58" name="Group 57">
            <a:extLst>
              <a:ext uri="{FF2B5EF4-FFF2-40B4-BE49-F238E27FC236}">
                <a16:creationId xmlns:a16="http://schemas.microsoft.com/office/drawing/2014/main" id="{AADFDD17-2E62-BF62-6953-726B60B211BC}"/>
              </a:ext>
            </a:extLst>
          </p:cNvPr>
          <p:cNvGrpSpPr/>
          <p:nvPr/>
        </p:nvGrpSpPr>
        <p:grpSpPr>
          <a:xfrm>
            <a:off x="7337754" y="1291024"/>
            <a:ext cx="2053508" cy="1417320"/>
            <a:chOff x="7394333" y="1371600"/>
            <a:chExt cx="2053508" cy="1417320"/>
          </a:xfrm>
        </p:grpSpPr>
        <p:sp>
          <p:nvSpPr>
            <p:cNvPr id="59" name="Rectangle: Rounded Corners 58">
              <a:extLst>
                <a:ext uri="{FF2B5EF4-FFF2-40B4-BE49-F238E27FC236}">
                  <a16:creationId xmlns:a16="http://schemas.microsoft.com/office/drawing/2014/main" id="{5691D74E-348F-5D80-EA06-7A9FE3A7BF54}"/>
                </a:ext>
              </a:extLst>
            </p:cNvPr>
            <p:cNvSpPr/>
            <p:nvPr/>
          </p:nvSpPr>
          <p:spPr bwMode="auto">
            <a:xfrm>
              <a:off x="7394333" y="1371600"/>
              <a:ext cx="2053508" cy="1417320"/>
            </a:xfrm>
            <a:prstGeom prst="roundRect">
              <a:avLst/>
            </a:prstGeom>
            <a:solidFill>
              <a:srgbClr val="F1EAFE">
                <a:alpha val="60000"/>
              </a:srgbClr>
            </a:solidFill>
            <a:ln w="1397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61" name="TextBox 60">
              <a:extLst>
                <a:ext uri="{FF2B5EF4-FFF2-40B4-BE49-F238E27FC236}">
                  <a16:creationId xmlns:a16="http://schemas.microsoft.com/office/drawing/2014/main" id="{E7CCBA10-B169-95A0-B185-675C68888180}"/>
                </a:ext>
              </a:extLst>
            </p:cNvPr>
            <p:cNvSpPr txBox="1"/>
            <p:nvPr/>
          </p:nvSpPr>
          <p:spPr>
            <a:xfrm>
              <a:off x="7515972" y="1472183"/>
              <a:ext cx="1810228" cy="307777"/>
            </a:xfrm>
            <a:prstGeom prst="rect">
              <a:avLst/>
            </a:prstGeom>
            <a:noFill/>
          </p:spPr>
          <p:txBody>
            <a:bodyPr vert="horz" wrap="square" lIns="50800" tIns="25400" rIns="50800" bIns="25400" rtlCol="0" anchor="t">
              <a:noAutofit/>
            </a:bodyPr>
            <a:lstStyle/>
            <a:p>
              <a:pPr algn="ctr"/>
              <a:r>
                <a:rPr lang="en-US" sz="1600" b="1">
                  <a:solidFill>
                    <a:srgbClr val="6B46C1"/>
                  </a:solidFill>
                  <a:latin typeface="+mj-lt"/>
                </a:rPr>
                <a:t>Memory</a:t>
              </a:r>
            </a:p>
          </p:txBody>
        </p:sp>
        <p:sp>
          <p:nvSpPr>
            <p:cNvPr id="62" name="TextBox 61">
              <a:extLst>
                <a:ext uri="{FF2B5EF4-FFF2-40B4-BE49-F238E27FC236}">
                  <a16:creationId xmlns:a16="http://schemas.microsoft.com/office/drawing/2014/main" id="{5345032E-6FD8-C0A1-EF09-E0CDAB439605}"/>
                </a:ext>
              </a:extLst>
            </p:cNvPr>
            <p:cNvSpPr txBox="1"/>
            <p:nvPr/>
          </p:nvSpPr>
          <p:spPr>
            <a:xfrm>
              <a:off x="7617051" y="1810512"/>
              <a:ext cx="1646592" cy="838800"/>
            </a:xfrm>
            <a:prstGeom prst="rect">
              <a:avLst/>
            </a:prstGeom>
            <a:noFill/>
          </p:spPr>
          <p:txBody>
            <a:bodyPr vert="horz" wrap="square" lIns="50800" tIns="25400" rIns="50800" bIns="25400" rtlCol="0" anchor="t">
              <a:noAutofit/>
            </a:bodyPr>
            <a:lstStyle>
              <a:defPPr>
                <a:defRPr lang="en-US"/>
              </a:defPPr>
              <a:lvl1pPr marL="171450" indent="-171450">
                <a:spcAft>
                  <a:spcPts val="300"/>
                </a:spcAft>
                <a:buFont typeface="Arial" panose="020B0604020202020204" pitchFamily="34" charset="0"/>
                <a:buChar char="•"/>
                <a:defRPr sz="1100">
                  <a:solidFill>
                    <a:srgbClr val="1F1F1F"/>
                  </a:solidFill>
                  <a:latin typeface="Aptos" panose="020B0004020202020204" pitchFamily="34" charset="0"/>
                </a:defRPr>
              </a:lvl1pPr>
            </a:lstStyle>
            <a:p>
              <a:r>
                <a:rPr lang="en-US">
                  <a:latin typeface="+mn-lt"/>
                </a:rPr>
                <a:t>Persistent context</a:t>
              </a:r>
            </a:p>
            <a:p>
              <a:r>
                <a:rPr lang="en-US" b="1" u="sng">
                  <a:latin typeface="+mn-lt"/>
                </a:rPr>
                <a:t>Per-user preference</a:t>
              </a:r>
              <a:r>
                <a:rPr lang="en-US">
                  <a:latin typeface="+mn-lt"/>
                </a:rPr>
                <a:t> history</a:t>
              </a:r>
            </a:p>
          </p:txBody>
        </p:sp>
      </p:grpSp>
      <p:grpSp>
        <p:nvGrpSpPr>
          <p:cNvPr id="63" name="Group 62">
            <a:extLst>
              <a:ext uri="{FF2B5EF4-FFF2-40B4-BE49-F238E27FC236}">
                <a16:creationId xmlns:a16="http://schemas.microsoft.com/office/drawing/2014/main" id="{F91B3CBD-36B0-B0E4-A003-030CE1A63926}"/>
              </a:ext>
            </a:extLst>
          </p:cNvPr>
          <p:cNvGrpSpPr/>
          <p:nvPr/>
        </p:nvGrpSpPr>
        <p:grpSpPr>
          <a:xfrm>
            <a:off x="9608404" y="1291024"/>
            <a:ext cx="2053508" cy="1417320"/>
            <a:chOff x="9718580" y="1383649"/>
            <a:chExt cx="2053508" cy="1417320"/>
          </a:xfrm>
        </p:grpSpPr>
        <p:sp>
          <p:nvSpPr>
            <p:cNvPr id="64" name="Rectangle: Rounded Corners 63">
              <a:extLst>
                <a:ext uri="{FF2B5EF4-FFF2-40B4-BE49-F238E27FC236}">
                  <a16:creationId xmlns:a16="http://schemas.microsoft.com/office/drawing/2014/main" id="{4F65ED77-6EAD-9FF7-A4F1-F3485975FE6D}"/>
                </a:ext>
              </a:extLst>
            </p:cNvPr>
            <p:cNvSpPr/>
            <p:nvPr/>
          </p:nvSpPr>
          <p:spPr bwMode="auto">
            <a:xfrm>
              <a:off x="9718580" y="1383649"/>
              <a:ext cx="2053508" cy="1417320"/>
            </a:xfrm>
            <a:prstGeom prst="roundRect">
              <a:avLst/>
            </a:prstGeom>
            <a:solidFill>
              <a:srgbClr val="FFF1E8">
                <a:alpha val="60000"/>
              </a:srgbClr>
            </a:solidFill>
            <a:ln w="1397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65" name="TextBox 64">
              <a:extLst>
                <a:ext uri="{FF2B5EF4-FFF2-40B4-BE49-F238E27FC236}">
                  <a16:creationId xmlns:a16="http://schemas.microsoft.com/office/drawing/2014/main" id="{E6074E9D-CD70-A96F-1D11-D1C3377135D0}"/>
                </a:ext>
              </a:extLst>
            </p:cNvPr>
            <p:cNvSpPr txBox="1"/>
            <p:nvPr/>
          </p:nvSpPr>
          <p:spPr>
            <a:xfrm>
              <a:off x="9864409" y="1484233"/>
              <a:ext cx="1761850" cy="615553"/>
            </a:xfrm>
            <a:prstGeom prst="rect">
              <a:avLst/>
            </a:prstGeom>
            <a:noFill/>
          </p:spPr>
          <p:txBody>
            <a:bodyPr vert="horz" wrap="square" lIns="50800" tIns="25400" rIns="50800" bIns="25400" rtlCol="0" anchor="t">
              <a:noAutofit/>
            </a:bodyPr>
            <a:lstStyle/>
            <a:p>
              <a:pPr algn="ctr"/>
              <a:r>
                <a:rPr lang="en-US" sz="1550" b="1">
                  <a:solidFill>
                    <a:srgbClr val="F7630C"/>
                  </a:solidFill>
                  <a:latin typeface="+mj-lt"/>
                </a:rPr>
                <a:t>Agent Sandbox</a:t>
              </a:r>
              <a:br>
                <a:rPr lang="en-US" sz="1550" b="1">
                  <a:solidFill>
                    <a:srgbClr val="F7630C"/>
                  </a:solidFill>
                  <a:latin typeface="+mj-lt"/>
                </a:rPr>
              </a:br>
              <a:r>
                <a:rPr lang="en-US" sz="1550" b="1">
                  <a:solidFill>
                    <a:srgbClr val="F7630C"/>
                  </a:solidFill>
                  <a:latin typeface="+mj-lt"/>
                </a:rPr>
                <a:t>(Code Execution)</a:t>
              </a:r>
            </a:p>
          </p:txBody>
        </p:sp>
        <p:sp>
          <p:nvSpPr>
            <p:cNvPr id="66" name="TextBox 65">
              <a:extLst>
                <a:ext uri="{FF2B5EF4-FFF2-40B4-BE49-F238E27FC236}">
                  <a16:creationId xmlns:a16="http://schemas.microsoft.com/office/drawing/2014/main" id="{5023A89F-B53F-F042-7164-5952FFC5E588}"/>
                </a:ext>
              </a:extLst>
            </p:cNvPr>
            <p:cNvSpPr txBox="1"/>
            <p:nvPr/>
          </p:nvSpPr>
          <p:spPr>
            <a:xfrm>
              <a:off x="9939527" y="2060519"/>
              <a:ext cx="1680032" cy="600841"/>
            </a:xfrm>
            <a:prstGeom prst="rect">
              <a:avLst/>
            </a:prstGeom>
            <a:noFill/>
          </p:spPr>
          <p:txBody>
            <a:bodyPr vert="horz" wrap="square" lIns="50800" tIns="25400" rIns="50800" bIns="25400" rtlCol="0" anchor="t">
              <a:noAutofit/>
            </a:bodyPr>
            <a:lstStyle>
              <a:defPPr>
                <a:defRPr lang="en-US"/>
              </a:defPPr>
              <a:lvl1pPr marL="171450" indent="-171450">
                <a:spcAft>
                  <a:spcPts val="300"/>
                </a:spcAft>
                <a:buFont typeface="Arial" panose="020B0604020202020204" pitchFamily="34" charset="0"/>
                <a:buChar char="•"/>
                <a:defRPr sz="1100">
                  <a:solidFill>
                    <a:srgbClr val="1F1F1F"/>
                  </a:solidFill>
                  <a:latin typeface="Aptos" panose="020B0004020202020204" pitchFamily="34" charset="0"/>
                </a:defRPr>
              </a:lvl1pPr>
            </a:lstStyle>
            <a:p>
              <a:r>
                <a:rPr lang="en-US">
                  <a:latin typeface="+mn-lt"/>
                </a:rPr>
                <a:t>Ad hoc analysis</a:t>
              </a:r>
            </a:p>
            <a:p>
              <a:r>
                <a:rPr lang="en-US">
                  <a:latin typeface="+mn-lt"/>
                </a:rPr>
                <a:t>Run code / shell tools</a:t>
              </a:r>
            </a:p>
            <a:p>
              <a:r>
                <a:rPr lang="en-US" b="1" u="sng">
                  <a:latin typeface="+mn-lt"/>
                </a:rPr>
                <a:t>Data manipulation</a:t>
              </a:r>
            </a:p>
          </p:txBody>
        </p:sp>
      </p:grpSp>
      <p:sp>
        <p:nvSpPr>
          <p:cNvPr id="67" name="Rectangle: Rounded Corners 66">
            <a:extLst>
              <a:ext uri="{FF2B5EF4-FFF2-40B4-BE49-F238E27FC236}">
                <a16:creationId xmlns:a16="http://schemas.microsoft.com/office/drawing/2014/main" id="{A67E91B4-F1E9-CD0A-A9E4-BCC5400398BF}"/>
              </a:ext>
            </a:extLst>
          </p:cNvPr>
          <p:cNvSpPr/>
          <p:nvPr/>
        </p:nvSpPr>
        <p:spPr bwMode="auto">
          <a:xfrm>
            <a:off x="530352" y="2864847"/>
            <a:ext cx="7205472" cy="2057400"/>
          </a:xfrm>
          <a:prstGeom prst="roundRect">
            <a:avLst>
              <a:gd name="adj" fmla="val 11349"/>
            </a:avLst>
          </a:prstGeom>
          <a:solidFill>
            <a:srgbClr val="FBFDFF"/>
          </a:solidFill>
          <a:ln w="1524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68" name="Rectangle: Rounded Corners 67">
            <a:extLst>
              <a:ext uri="{FF2B5EF4-FFF2-40B4-BE49-F238E27FC236}">
                <a16:creationId xmlns:a16="http://schemas.microsoft.com/office/drawing/2014/main" id="{7A66F3AD-0613-E6A7-53BB-BF02D1112C08}"/>
              </a:ext>
            </a:extLst>
          </p:cNvPr>
          <p:cNvSpPr/>
          <p:nvPr/>
        </p:nvSpPr>
        <p:spPr bwMode="auto">
          <a:xfrm>
            <a:off x="822960" y="3075159"/>
            <a:ext cx="1417320" cy="310896"/>
          </a:xfrm>
          <a:prstGeom prst="roundRect">
            <a:avLst/>
          </a:prstGeom>
          <a:solidFill>
            <a:srgbClr val="C239B3"/>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69" name="TextBox 68">
            <a:extLst>
              <a:ext uri="{FF2B5EF4-FFF2-40B4-BE49-F238E27FC236}">
                <a16:creationId xmlns:a16="http://schemas.microsoft.com/office/drawing/2014/main" id="{44D369FC-1F6D-2F23-C400-2C4450027F78}"/>
              </a:ext>
            </a:extLst>
          </p:cNvPr>
          <p:cNvSpPr txBox="1"/>
          <p:nvPr/>
        </p:nvSpPr>
        <p:spPr>
          <a:xfrm>
            <a:off x="822960" y="3082713"/>
            <a:ext cx="1417320" cy="307777"/>
          </a:xfrm>
          <a:prstGeom prst="rect">
            <a:avLst/>
          </a:prstGeom>
          <a:noFill/>
        </p:spPr>
        <p:txBody>
          <a:bodyPr vert="horz" wrap="square" lIns="50800" tIns="25400" rIns="50800" bIns="25400" rtlCol="0" anchor="ctr">
            <a:noAutofit/>
          </a:bodyPr>
          <a:lstStyle/>
          <a:p>
            <a:pPr algn="ctr"/>
            <a:r>
              <a:rPr lang="en-US" sz="1600" b="1">
                <a:solidFill>
                  <a:srgbClr val="FFFFFF"/>
                </a:solidFill>
                <a:latin typeface="+mj-lt"/>
              </a:rPr>
              <a:t>Skills</a:t>
            </a:r>
          </a:p>
        </p:txBody>
      </p:sp>
      <p:sp>
        <p:nvSpPr>
          <p:cNvPr id="70" name="TextBox 69">
            <a:extLst>
              <a:ext uri="{FF2B5EF4-FFF2-40B4-BE49-F238E27FC236}">
                <a16:creationId xmlns:a16="http://schemas.microsoft.com/office/drawing/2014/main" id="{7095BB67-2A1A-DA1A-829B-4F39B285539E}"/>
              </a:ext>
            </a:extLst>
          </p:cNvPr>
          <p:cNvSpPr txBox="1"/>
          <p:nvPr/>
        </p:nvSpPr>
        <p:spPr>
          <a:xfrm>
            <a:off x="2450591" y="3120880"/>
            <a:ext cx="5008803" cy="219456"/>
          </a:xfrm>
          <a:prstGeom prst="rect">
            <a:avLst/>
          </a:prstGeom>
          <a:noFill/>
        </p:spPr>
        <p:txBody>
          <a:bodyPr vert="horz" wrap="square" lIns="50800" tIns="25400" rIns="50800" bIns="25400" rtlCol="0" anchor="t">
            <a:noAutofit/>
          </a:bodyPr>
          <a:lstStyle/>
          <a:p>
            <a:r>
              <a:rPr lang="en-US" sz="1050" b="1">
                <a:solidFill>
                  <a:srgbClr val="8A1682"/>
                </a:solidFill>
                <a:latin typeface="+mj-lt"/>
              </a:rPr>
              <a:t>Reusable procedures the loop can invoke when a task needs a specific workflow</a:t>
            </a:r>
          </a:p>
        </p:txBody>
      </p:sp>
      <p:sp>
        <p:nvSpPr>
          <p:cNvPr id="71" name="Rectangle: Rounded Corners 70">
            <a:extLst>
              <a:ext uri="{FF2B5EF4-FFF2-40B4-BE49-F238E27FC236}">
                <a16:creationId xmlns:a16="http://schemas.microsoft.com/office/drawing/2014/main" id="{58C60202-A4FB-BB10-5E1F-5EDBDCB211FB}"/>
              </a:ext>
            </a:extLst>
          </p:cNvPr>
          <p:cNvSpPr/>
          <p:nvPr/>
        </p:nvSpPr>
        <p:spPr bwMode="auto">
          <a:xfrm>
            <a:off x="822960" y="3596367"/>
            <a:ext cx="3043892" cy="1209261"/>
          </a:xfrm>
          <a:prstGeom prst="roundRect">
            <a:avLst/>
          </a:prstGeom>
          <a:solidFill>
            <a:srgbClr val="F8E8F7">
              <a:alpha val="60000"/>
            </a:srgbClr>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2" name="TextBox 71">
            <a:extLst>
              <a:ext uri="{FF2B5EF4-FFF2-40B4-BE49-F238E27FC236}">
                <a16:creationId xmlns:a16="http://schemas.microsoft.com/office/drawing/2014/main" id="{99220780-7F6D-177A-8B3F-F5A786FAC975}"/>
              </a:ext>
            </a:extLst>
          </p:cNvPr>
          <p:cNvSpPr txBox="1"/>
          <p:nvPr/>
        </p:nvSpPr>
        <p:spPr>
          <a:xfrm>
            <a:off x="1087606" y="3661570"/>
            <a:ext cx="2514600" cy="207528"/>
          </a:xfrm>
          <a:prstGeom prst="rect">
            <a:avLst/>
          </a:prstGeom>
          <a:noFill/>
        </p:spPr>
        <p:txBody>
          <a:bodyPr vert="horz" wrap="square" lIns="50800" tIns="25400" rIns="50800" bIns="25400" rtlCol="0" anchor="t">
            <a:noAutofit/>
          </a:bodyPr>
          <a:lstStyle/>
          <a:p>
            <a:pPr algn="ctr"/>
            <a:r>
              <a:rPr lang="en-US" sz="1400" b="1">
                <a:solidFill>
                  <a:srgbClr val="8A1682"/>
                </a:solidFill>
                <a:latin typeface="+mj-lt"/>
              </a:rPr>
              <a:t>SKILL.md</a:t>
            </a:r>
          </a:p>
        </p:txBody>
      </p:sp>
      <p:sp>
        <p:nvSpPr>
          <p:cNvPr id="73" name="TextBox 72">
            <a:extLst>
              <a:ext uri="{FF2B5EF4-FFF2-40B4-BE49-F238E27FC236}">
                <a16:creationId xmlns:a16="http://schemas.microsoft.com/office/drawing/2014/main" id="{DDF07F0C-0806-6268-EA9B-D1284A5CB2A1}"/>
              </a:ext>
            </a:extLst>
          </p:cNvPr>
          <p:cNvSpPr txBox="1"/>
          <p:nvPr/>
        </p:nvSpPr>
        <p:spPr>
          <a:xfrm>
            <a:off x="960783" y="3934696"/>
            <a:ext cx="2772116" cy="817923"/>
          </a:xfrm>
          <a:prstGeom prst="rect">
            <a:avLst/>
          </a:prstGeom>
          <a:noFill/>
        </p:spPr>
        <p:txBody>
          <a:bodyPr vert="horz" wrap="square" lIns="50800" tIns="25400" rIns="50800" bIns="25400" rtlCol="0" anchor="t">
            <a:noAutofit/>
          </a:bodyPr>
          <a:lstStyle>
            <a:defPPr>
              <a:defRPr lang="en-US"/>
            </a:defPPr>
            <a:lvl1pPr marL="171450" indent="-171450">
              <a:spcAft>
                <a:spcPts val="300"/>
              </a:spcAft>
              <a:buFont typeface="Arial" panose="020B0604020202020204" pitchFamily="34" charset="0"/>
              <a:buChar char="•"/>
              <a:defRPr sz="1100">
                <a:solidFill>
                  <a:srgbClr val="1F1F1F"/>
                </a:solidFill>
                <a:latin typeface="Aptos" panose="020B0004020202020204" pitchFamily="34" charset="0"/>
              </a:defRPr>
            </a:lvl1pPr>
          </a:lstStyle>
          <a:p>
            <a:r>
              <a:rPr lang="en-US">
                <a:latin typeface="+mn-lt"/>
              </a:rPr>
              <a:t>Textual procedure or context useful </a:t>
            </a:r>
            <a:r>
              <a:rPr lang="en-US" b="1" u="sng">
                <a:latin typeface="+mn-lt"/>
              </a:rPr>
              <a:t>for a specific topic or task</a:t>
            </a:r>
          </a:p>
          <a:p>
            <a:r>
              <a:rPr lang="en-US">
                <a:latin typeface="+mn-lt"/>
              </a:rPr>
              <a:t>Can influence future planning decisions</a:t>
            </a:r>
          </a:p>
          <a:p>
            <a:r>
              <a:rPr lang="en-US">
                <a:latin typeface="+mn-lt"/>
              </a:rPr>
              <a:t>Can suggest a flow (but not enforce it)</a:t>
            </a:r>
          </a:p>
          <a:p>
            <a:endParaRPr lang="en-US">
              <a:latin typeface="+mn-lt"/>
            </a:endParaRPr>
          </a:p>
        </p:txBody>
      </p:sp>
      <p:sp>
        <p:nvSpPr>
          <p:cNvPr id="74" name="Rectangle: Rounded Corners 73">
            <a:extLst>
              <a:ext uri="{FF2B5EF4-FFF2-40B4-BE49-F238E27FC236}">
                <a16:creationId xmlns:a16="http://schemas.microsoft.com/office/drawing/2014/main" id="{9B6F4339-CD12-1D32-EB00-062C38F6A16B}"/>
              </a:ext>
            </a:extLst>
          </p:cNvPr>
          <p:cNvSpPr/>
          <p:nvPr/>
        </p:nvSpPr>
        <p:spPr bwMode="auto">
          <a:xfrm>
            <a:off x="4427816" y="3596367"/>
            <a:ext cx="3043892" cy="1209254"/>
          </a:xfrm>
          <a:prstGeom prst="roundRect">
            <a:avLst/>
          </a:prstGeom>
          <a:solidFill>
            <a:srgbClr val="EEF2F7">
              <a:alpha val="60000"/>
            </a:srgbClr>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5" name="TextBox 74">
            <a:extLst>
              <a:ext uri="{FF2B5EF4-FFF2-40B4-BE49-F238E27FC236}">
                <a16:creationId xmlns:a16="http://schemas.microsoft.com/office/drawing/2014/main" id="{528D7EBC-FE1B-DF27-18B1-FBFF95E8C970}"/>
              </a:ext>
            </a:extLst>
          </p:cNvPr>
          <p:cNvSpPr txBox="1"/>
          <p:nvPr/>
        </p:nvSpPr>
        <p:spPr>
          <a:xfrm>
            <a:off x="4692462" y="3661569"/>
            <a:ext cx="2514600" cy="207529"/>
          </a:xfrm>
          <a:prstGeom prst="rect">
            <a:avLst/>
          </a:prstGeom>
          <a:noFill/>
        </p:spPr>
        <p:txBody>
          <a:bodyPr vert="horz" wrap="square" lIns="50800" tIns="25400" rIns="50800" bIns="25400" rtlCol="0" anchor="t">
            <a:noAutofit/>
          </a:bodyPr>
          <a:lstStyle/>
          <a:p>
            <a:pPr algn="ctr"/>
            <a:r>
              <a:rPr lang="en-US" sz="1400" b="1">
                <a:solidFill>
                  <a:srgbClr val="101828"/>
                </a:solidFill>
                <a:latin typeface="+mj-lt"/>
              </a:rPr>
              <a:t>Skill supporting files</a:t>
            </a:r>
          </a:p>
        </p:txBody>
      </p:sp>
      <p:sp>
        <p:nvSpPr>
          <p:cNvPr id="76" name="TextBox 75">
            <a:extLst>
              <a:ext uri="{FF2B5EF4-FFF2-40B4-BE49-F238E27FC236}">
                <a16:creationId xmlns:a16="http://schemas.microsoft.com/office/drawing/2014/main" id="{6B5FF60B-0DC9-8F61-1909-2345A0ED1DEA}"/>
              </a:ext>
            </a:extLst>
          </p:cNvPr>
          <p:cNvSpPr txBox="1"/>
          <p:nvPr/>
        </p:nvSpPr>
        <p:spPr>
          <a:xfrm>
            <a:off x="4598107" y="3941321"/>
            <a:ext cx="2739648" cy="817924"/>
          </a:xfrm>
          <a:prstGeom prst="rect">
            <a:avLst/>
          </a:prstGeom>
          <a:noFill/>
        </p:spPr>
        <p:txBody>
          <a:bodyPr vert="horz" wrap="square" lIns="50800" tIns="25400" rIns="50800" bIns="25400" rtlCol="0" anchor="t">
            <a:noAutofit/>
          </a:bodyPr>
          <a:lstStyle>
            <a:defPPr>
              <a:defRPr lang="en-US"/>
            </a:defPPr>
            <a:lvl1pPr marL="171450" indent="-171450">
              <a:spcAft>
                <a:spcPts val="300"/>
              </a:spcAft>
              <a:buFont typeface="Arial" panose="020B0604020202020204" pitchFamily="34" charset="0"/>
              <a:buChar char="•"/>
              <a:defRPr sz="1100">
                <a:solidFill>
                  <a:srgbClr val="1F1F1F"/>
                </a:solidFill>
                <a:latin typeface="Aptos" panose="020B0004020202020204" pitchFamily="34" charset="0"/>
              </a:defRPr>
            </a:lvl1pPr>
          </a:lstStyle>
          <a:p>
            <a:r>
              <a:rPr lang="en-US">
                <a:latin typeface="+mn-lt"/>
              </a:rPr>
              <a:t>Python or helper files, runs in a sandbox. Can use a set of libraries. No outbound.</a:t>
            </a:r>
          </a:p>
          <a:p>
            <a:r>
              <a:rPr lang="en-US">
                <a:latin typeface="+mn-lt"/>
              </a:rPr>
              <a:t>Complex local logic, or data processing </a:t>
            </a:r>
          </a:p>
          <a:p>
            <a:r>
              <a:rPr lang="en-US">
                <a:latin typeface="+mn-lt"/>
              </a:rPr>
              <a:t>Only if the orchestrator reads the skill</a:t>
            </a:r>
          </a:p>
        </p:txBody>
      </p:sp>
      <p:cxnSp>
        <p:nvCxnSpPr>
          <p:cNvPr id="77" name="Straight Arrow Connector 76">
            <a:extLst>
              <a:ext uri="{FF2B5EF4-FFF2-40B4-BE49-F238E27FC236}">
                <a16:creationId xmlns:a16="http://schemas.microsoft.com/office/drawing/2014/main" id="{DB2F7E63-F682-573A-5BF5-B176D3E64A0E}"/>
              </a:ext>
            </a:extLst>
          </p:cNvPr>
          <p:cNvCxnSpPr>
            <a:cxnSpLocks/>
          </p:cNvCxnSpPr>
          <p:nvPr/>
        </p:nvCxnSpPr>
        <p:spPr>
          <a:xfrm>
            <a:off x="3866852" y="4073966"/>
            <a:ext cx="560964" cy="0"/>
          </a:xfrm>
          <a:prstGeom prst="straightConnector1">
            <a:avLst/>
          </a:prstGeom>
          <a:ln w="19050">
            <a:solidFill>
              <a:srgbClr val="C239B3"/>
            </a:solidFill>
            <a:prstDash val="dash"/>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78" name="Rectangle: Rounded Corners 77">
            <a:extLst>
              <a:ext uri="{FF2B5EF4-FFF2-40B4-BE49-F238E27FC236}">
                <a16:creationId xmlns:a16="http://schemas.microsoft.com/office/drawing/2014/main" id="{9F362D50-3479-70F1-F69D-F9EA4A2A8355}"/>
              </a:ext>
            </a:extLst>
          </p:cNvPr>
          <p:cNvSpPr/>
          <p:nvPr/>
        </p:nvSpPr>
        <p:spPr bwMode="auto">
          <a:xfrm>
            <a:off x="8065008" y="2864847"/>
            <a:ext cx="3593592" cy="2057400"/>
          </a:xfrm>
          <a:prstGeom prst="roundRect">
            <a:avLst>
              <a:gd name="adj" fmla="val 12109"/>
            </a:avLst>
          </a:prstGeom>
          <a:solidFill>
            <a:srgbClr val="E6F6F4">
              <a:alpha val="60000"/>
            </a:srgbClr>
          </a:solidFill>
          <a:ln w="1397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9" name="TextBox 78">
            <a:extLst>
              <a:ext uri="{FF2B5EF4-FFF2-40B4-BE49-F238E27FC236}">
                <a16:creationId xmlns:a16="http://schemas.microsoft.com/office/drawing/2014/main" id="{8BF3F8B6-0DB3-01FC-33D7-46489CBB16F6}"/>
              </a:ext>
            </a:extLst>
          </p:cNvPr>
          <p:cNvSpPr txBox="1"/>
          <p:nvPr/>
        </p:nvSpPr>
        <p:spPr>
          <a:xfrm>
            <a:off x="8193024" y="2965431"/>
            <a:ext cx="3337560" cy="307777"/>
          </a:xfrm>
          <a:prstGeom prst="rect">
            <a:avLst/>
          </a:prstGeom>
          <a:noFill/>
        </p:spPr>
        <p:txBody>
          <a:bodyPr vert="horz" wrap="square" lIns="50800" tIns="25400" rIns="50800" bIns="25400" rtlCol="0" anchor="t">
            <a:noAutofit/>
          </a:bodyPr>
          <a:lstStyle/>
          <a:p>
            <a:pPr algn="ctr"/>
            <a:r>
              <a:rPr lang="en-US" sz="1600" b="1">
                <a:solidFill>
                  <a:srgbClr val="008575"/>
                </a:solidFill>
                <a:latin typeface="+mj-lt"/>
              </a:rPr>
              <a:t>Connected agents</a:t>
            </a:r>
          </a:p>
        </p:txBody>
      </p:sp>
      <p:sp>
        <p:nvSpPr>
          <p:cNvPr id="80" name="TextBox 79">
            <a:extLst>
              <a:ext uri="{FF2B5EF4-FFF2-40B4-BE49-F238E27FC236}">
                <a16:creationId xmlns:a16="http://schemas.microsoft.com/office/drawing/2014/main" id="{CA836112-087E-9D91-47F3-A64E3CF1D030}"/>
              </a:ext>
            </a:extLst>
          </p:cNvPr>
          <p:cNvSpPr txBox="1"/>
          <p:nvPr/>
        </p:nvSpPr>
        <p:spPr>
          <a:xfrm>
            <a:off x="8266176" y="3343514"/>
            <a:ext cx="3191256" cy="1329591"/>
          </a:xfrm>
          <a:prstGeom prst="rect">
            <a:avLst/>
          </a:prstGeom>
          <a:noFill/>
        </p:spPr>
        <p:txBody>
          <a:bodyPr vert="horz" wrap="square" lIns="50800" tIns="25400" rIns="50800" bIns="25400" rtlCol="0" anchor="t">
            <a:noAutofit/>
          </a:bodyPr>
          <a:lstStyle>
            <a:defPPr>
              <a:defRPr lang="en-US"/>
            </a:defPPr>
            <a:lvl1pPr marL="171450" indent="-171450">
              <a:spcAft>
                <a:spcPts val="300"/>
              </a:spcAft>
              <a:buFont typeface="Arial" panose="020B0604020202020204" pitchFamily="34" charset="0"/>
              <a:buChar char="•"/>
              <a:defRPr sz="1100">
                <a:solidFill>
                  <a:srgbClr val="1F1F1F"/>
                </a:solidFill>
                <a:latin typeface="Aptos" panose="020B0004020202020204" pitchFamily="34" charset="0"/>
              </a:defRPr>
            </a:lvl1pPr>
          </a:lstStyle>
          <a:p>
            <a:r>
              <a:rPr lang="en-US">
                <a:latin typeface="+mn-lt"/>
              </a:rPr>
              <a:t>Delegate specialized scope </a:t>
            </a:r>
            <a:r>
              <a:rPr lang="en-US" b="1" u="sng">
                <a:latin typeface="+mn-lt"/>
              </a:rPr>
              <a:t>only if needed</a:t>
            </a:r>
          </a:p>
          <a:p>
            <a:r>
              <a:rPr lang="en-US">
                <a:latin typeface="+mn-lt"/>
              </a:rPr>
              <a:t>Own instructions / tools / skills / knowledge</a:t>
            </a:r>
          </a:p>
          <a:p>
            <a:r>
              <a:rPr lang="en-US">
                <a:latin typeface="+mn-lt"/>
              </a:rPr>
              <a:t>Useful for large sub-domains that require a different orchestration of skills and tools</a:t>
            </a:r>
          </a:p>
          <a:p>
            <a:r>
              <a:rPr lang="en-US">
                <a:latin typeface="+mn-lt"/>
              </a:rPr>
              <a:t>Except for large scenarios, splitting small tasks into connected agents DOESN’T INCREASE the accuracy</a:t>
            </a:r>
          </a:p>
        </p:txBody>
      </p:sp>
      <p:sp>
        <p:nvSpPr>
          <p:cNvPr id="82" name="TextBox 81">
            <a:extLst>
              <a:ext uri="{FF2B5EF4-FFF2-40B4-BE49-F238E27FC236}">
                <a16:creationId xmlns:a16="http://schemas.microsoft.com/office/drawing/2014/main" id="{D90A1882-952E-9523-5D0C-9381BE115B9C}"/>
              </a:ext>
            </a:extLst>
          </p:cNvPr>
          <p:cNvSpPr txBox="1"/>
          <p:nvPr/>
        </p:nvSpPr>
        <p:spPr>
          <a:xfrm>
            <a:off x="786384" y="5844909"/>
            <a:ext cx="10588752" cy="338327"/>
          </a:xfrm>
          <a:prstGeom prst="rect">
            <a:avLst/>
          </a:prstGeom>
          <a:noFill/>
        </p:spPr>
        <p:txBody>
          <a:bodyPr vert="horz" wrap="square" lIns="50800" tIns="25400" rIns="50800" bIns="25400" rtlCol="0" anchor="ctr">
            <a:noAutofit/>
          </a:bodyPr>
          <a:lstStyle/>
          <a:p>
            <a:pPr algn="ctr"/>
            <a:r>
              <a:rPr lang="en-US" sz="1200" b="1">
                <a:solidFill>
                  <a:srgbClr val="FFFFFF"/>
                </a:solidFill>
              </a:rPr>
              <a:t>Design rule: choose the smallest component that makes the behavior reliable, inspectable, and safe inside the loop.</a:t>
            </a:r>
          </a:p>
        </p:txBody>
      </p:sp>
      <p:grpSp>
        <p:nvGrpSpPr>
          <p:cNvPr id="2" name="Group 1">
            <a:extLst>
              <a:ext uri="{FF2B5EF4-FFF2-40B4-BE49-F238E27FC236}">
                <a16:creationId xmlns:a16="http://schemas.microsoft.com/office/drawing/2014/main" id="{54363E5E-63CE-8C83-AE85-F309B9CD5DCA}"/>
              </a:ext>
            </a:extLst>
          </p:cNvPr>
          <p:cNvGrpSpPr/>
          <p:nvPr/>
        </p:nvGrpSpPr>
        <p:grpSpPr>
          <a:xfrm>
            <a:off x="4350164" y="5089790"/>
            <a:ext cx="3541775" cy="475100"/>
            <a:chOff x="421598" y="1371600"/>
            <a:chExt cx="2053508" cy="1417320"/>
          </a:xfrm>
        </p:grpSpPr>
        <p:sp>
          <p:nvSpPr>
            <p:cNvPr id="4" name="Rectangle: Rounded Corners 3">
              <a:extLst>
                <a:ext uri="{FF2B5EF4-FFF2-40B4-BE49-F238E27FC236}">
                  <a16:creationId xmlns:a16="http://schemas.microsoft.com/office/drawing/2014/main" id="{7251ABFC-7E05-1561-3A00-063C0C636B5C}"/>
                </a:ext>
              </a:extLst>
            </p:cNvPr>
            <p:cNvSpPr/>
            <p:nvPr/>
          </p:nvSpPr>
          <p:spPr bwMode="auto">
            <a:xfrm>
              <a:off x="421598" y="1371600"/>
              <a:ext cx="2053508" cy="1417320"/>
            </a:xfrm>
            <a:prstGeom prst="roundRect">
              <a:avLst/>
            </a:prstGeom>
            <a:solidFill>
              <a:srgbClr val="EAF5FF">
                <a:alpha val="60000"/>
              </a:srgbClr>
            </a:solidFill>
            <a:ln w="1397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latin typeface="+mj-lt"/>
                <a:ea typeface="Segoe UI" pitchFamily="34" charset="0"/>
                <a:cs typeface="Segoe UI" pitchFamily="34" charset="0"/>
              </a:endParaRPr>
            </a:p>
          </p:txBody>
        </p:sp>
        <p:sp>
          <p:nvSpPr>
            <p:cNvPr id="5" name="TextBox 4">
              <a:extLst>
                <a:ext uri="{FF2B5EF4-FFF2-40B4-BE49-F238E27FC236}">
                  <a16:creationId xmlns:a16="http://schemas.microsoft.com/office/drawing/2014/main" id="{72AAEF93-6CB7-0303-454B-3BE148852697}"/>
                </a:ext>
              </a:extLst>
            </p:cNvPr>
            <p:cNvSpPr txBox="1"/>
            <p:nvPr/>
          </p:nvSpPr>
          <p:spPr>
            <a:xfrm>
              <a:off x="543238" y="1415773"/>
              <a:ext cx="1810228" cy="1305532"/>
            </a:xfrm>
            <a:prstGeom prst="rect">
              <a:avLst/>
            </a:prstGeom>
            <a:noFill/>
          </p:spPr>
          <p:txBody>
            <a:bodyPr vert="horz" wrap="square" lIns="50800" tIns="25400" rIns="50800" bIns="25400" rtlCol="0" anchor="ctr">
              <a:noAutofit/>
            </a:bodyPr>
            <a:lstStyle/>
            <a:p>
              <a:pPr algn="ctr"/>
              <a:r>
                <a:rPr lang="en-US" sz="1600" b="1">
                  <a:solidFill>
                    <a:srgbClr val="005A9E"/>
                  </a:solidFill>
                  <a:latin typeface="+mj-lt"/>
                </a:rPr>
                <a:t>Evaluations</a:t>
              </a:r>
            </a:p>
          </p:txBody>
        </p:sp>
      </p:grpSp>
      <p:grpSp>
        <p:nvGrpSpPr>
          <p:cNvPr id="14" name="Group 13">
            <a:extLst>
              <a:ext uri="{FF2B5EF4-FFF2-40B4-BE49-F238E27FC236}">
                <a16:creationId xmlns:a16="http://schemas.microsoft.com/office/drawing/2014/main" id="{F90F78C6-19D1-7650-4078-A39ABEE3985C}"/>
              </a:ext>
            </a:extLst>
          </p:cNvPr>
          <p:cNvGrpSpPr/>
          <p:nvPr/>
        </p:nvGrpSpPr>
        <p:grpSpPr>
          <a:xfrm>
            <a:off x="8059261" y="5089790"/>
            <a:ext cx="3541775" cy="475100"/>
            <a:chOff x="421598" y="1371600"/>
            <a:chExt cx="2053508" cy="1417320"/>
          </a:xfrm>
        </p:grpSpPr>
        <p:sp>
          <p:nvSpPr>
            <p:cNvPr id="15" name="Rectangle: Rounded Corners 14">
              <a:extLst>
                <a:ext uri="{FF2B5EF4-FFF2-40B4-BE49-F238E27FC236}">
                  <a16:creationId xmlns:a16="http://schemas.microsoft.com/office/drawing/2014/main" id="{3D3ADDD8-2EDF-453E-F96C-3A83DB0D6B30}"/>
                </a:ext>
              </a:extLst>
            </p:cNvPr>
            <p:cNvSpPr/>
            <p:nvPr/>
          </p:nvSpPr>
          <p:spPr bwMode="auto">
            <a:xfrm>
              <a:off x="421598" y="1371600"/>
              <a:ext cx="2053508" cy="1417320"/>
            </a:xfrm>
            <a:prstGeom prst="roundRect">
              <a:avLst/>
            </a:prstGeom>
            <a:solidFill>
              <a:srgbClr val="EAF5FF">
                <a:alpha val="60000"/>
              </a:srgbClr>
            </a:solidFill>
            <a:ln w="1397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latin typeface="+mj-lt"/>
                <a:ea typeface="Segoe UI" pitchFamily="34" charset="0"/>
                <a:cs typeface="Segoe UI" pitchFamily="34" charset="0"/>
              </a:endParaRPr>
            </a:p>
          </p:txBody>
        </p:sp>
        <p:sp>
          <p:nvSpPr>
            <p:cNvPr id="16" name="TextBox 15">
              <a:extLst>
                <a:ext uri="{FF2B5EF4-FFF2-40B4-BE49-F238E27FC236}">
                  <a16:creationId xmlns:a16="http://schemas.microsoft.com/office/drawing/2014/main" id="{BBEAC595-69C5-9833-BC66-594E1A90EC67}"/>
                </a:ext>
              </a:extLst>
            </p:cNvPr>
            <p:cNvSpPr txBox="1"/>
            <p:nvPr/>
          </p:nvSpPr>
          <p:spPr>
            <a:xfrm>
              <a:off x="543238" y="1415774"/>
              <a:ext cx="1810228" cy="1305530"/>
            </a:xfrm>
            <a:prstGeom prst="rect">
              <a:avLst/>
            </a:prstGeom>
            <a:noFill/>
          </p:spPr>
          <p:txBody>
            <a:bodyPr vert="horz" wrap="square" lIns="50800" tIns="25400" rIns="50800" bIns="25400" rtlCol="0" anchor="ctr">
              <a:noAutofit/>
            </a:bodyPr>
            <a:lstStyle/>
            <a:p>
              <a:pPr algn="ctr"/>
              <a:r>
                <a:rPr lang="en-US" sz="1600" b="1">
                  <a:solidFill>
                    <a:srgbClr val="005A9E"/>
                  </a:solidFill>
                  <a:latin typeface="+mj-lt"/>
                </a:rPr>
                <a:t>Analytics</a:t>
              </a:r>
            </a:p>
          </p:txBody>
        </p:sp>
      </p:grpSp>
      <p:grpSp>
        <p:nvGrpSpPr>
          <p:cNvPr id="18" name="Group 17">
            <a:extLst>
              <a:ext uri="{FF2B5EF4-FFF2-40B4-BE49-F238E27FC236}">
                <a16:creationId xmlns:a16="http://schemas.microsoft.com/office/drawing/2014/main" id="{98A6F4DB-6A9C-5C0E-D23B-34BBFE3F729A}"/>
              </a:ext>
            </a:extLst>
          </p:cNvPr>
          <p:cNvGrpSpPr/>
          <p:nvPr/>
        </p:nvGrpSpPr>
        <p:grpSpPr>
          <a:xfrm>
            <a:off x="525807" y="5110100"/>
            <a:ext cx="3541775" cy="475100"/>
            <a:chOff x="421598" y="1371600"/>
            <a:chExt cx="2053508" cy="1417320"/>
          </a:xfrm>
        </p:grpSpPr>
        <p:sp>
          <p:nvSpPr>
            <p:cNvPr id="19" name="Rectangle: Rounded Corners 18">
              <a:extLst>
                <a:ext uri="{FF2B5EF4-FFF2-40B4-BE49-F238E27FC236}">
                  <a16:creationId xmlns:a16="http://schemas.microsoft.com/office/drawing/2014/main" id="{4EAF59A6-BCDB-55FD-8DD7-70E923D97F7F}"/>
                </a:ext>
              </a:extLst>
            </p:cNvPr>
            <p:cNvSpPr/>
            <p:nvPr/>
          </p:nvSpPr>
          <p:spPr bwMode="auto">
            <a:xfrm>
              <a:off x="421598" y="1371600"/>
              <a:ext cx="2053508" cy="1417320"/>
            </a:xfrm>
            <a:prstGeom prst="roundRect">
              <a:avLst/>
            </a:prstGeom>
            <a:solidFill>
              <a:srgbClr val="EAF5FF">
                <a:alpha val="60000"/>
              </a:srgbClr>
            </a:solidFill>
            <a:ln w="1397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latin typeface="+mj-lt"/>
                <a:ea typeface="Segoe UI" pitchFamily="34" charset="0"/>
                <a:cs typeface="Segoe UI" pitchFamily="34" charset="0"/>
              </a:endParaRPr>
            </a:p>
          </p:txBody>
        </p:sp>
        <p:sp>
          <p:nvSpPr>
            <p:cNvPr id="20" name="TextBox 19">
              <a:extLst>
                <a:ext uri="{FF2B5EF4-FFF2-40B4-BE49-F238E27FC236}">
                  <a16:creationId xmlns:a16="http://schemas.microsoft.com/office/drawing/2014/main" id="{71F10A9B-F660-0B95-97E6-75459964E3B2}"/>
                </a:ext>
              </a:extLst>
            </p:cNvPr>
            <p:cNvSpPr txBox="1"/>
            <p:nvPr/>
          </p:nvSpPr>
          <p:spPr>
            <a:xfrm>
              <a:off x="543238" y="1415773"/>
              <a:ext cx="1810228" cy="1305229"/>
            </a:xfrm>
            <a:prstGeom prst="rect">
              <a:avLst/>
            </a:prstGeom>
            <a:noFill/>
          </p:spPr>
          <p:txBody>
            <a:bodyPr vert="horz" wrap="square" lIns="50800" tIns="25400" rIns="50800" bIns="25400" rtlCol="0" anchor="ctr">
              <a:noAutofit/>
            </a:bodyPr>
            <a:lstStyle/>
            <a:p>
              <a:pPr algn="ctr"/>
              <a:r>
                <a:rPr lang="en-US" sz="1600" b="1">
                  <a:solidFill>
                    <a:srgbClr val="005A9E"/>
                  </a:solidFill>
                  <a:latin typeface="+mj-lt"/>
                </a:rPr>
                <a:t>Channels</a:t>
              </a:r>
            </a:p>
          </p:txBody>
        </p:sp>
      </p:grpSp>
      <p:sp>
        <p:nvSpPr>
          <p:cNvPr id="10" name="Text Placeholder 4">
            <a:extLst>
              <a:ext uri="{FF2B5EF4-FFF2-40B4-BE49-F238E27FC236}">
                <a16:creationId xmlns:a16="http://schemas.microsoft.com/office/drawing/2014/main" id="{89DF9869-1D9B-3207-BF0A-55AB15C25B69}"/>
              </a:ext>
            </a:extLst>
          </p:cNvPr>
          <p:cNvSpPr>
            <a:spLocks noGrp="1"/>
          </p:cNvSpPr>
          <p:nvPr>
            <p:ph type="body" sz="quarter" idx="12"/>
          </p:nvPr>
        </p:nvSpPr>
        <p:spPr>
          <a:xfrm>
            <a:off x="1939924" y="6400799"/>
            <a:ext cx="9680575" cy="138499"/>
          </a:xfrm>
        </p:spPr>
        <p:txBody>
          <a:bodyPr/>
          <a:lstStyle/>
          <a:p>
            <a:pPr algn="r"/>
            <a:r>
              <a:rPr lang="it-IT" sz="900"/>
              <a:t>* </a:t>
            </a:r>
            <a:r>
              <a:rPr lang="en-NL" sz="900"/>
              <a:t>Reusable assets, like skills, instructions, and descriptions, still need evaluation per runtime and model combination.</a:t>
            </a:r>
          </a:p>
        </p:txBody>
      </p:sp>
      <p:sp>
        <p:nvSpPr>
          <p:cNvPr id="25" name="TextBox 24">
            <a:extLst>
              <a:ext uri="{FF2B5EF4-FFF2-40B4-BE49-F238E27FC236}">
                <a16:creationId xmlns:a16="http://schemas.microsoft.com/office/drawing/2014/main" id="{0C832BC0-0177-2C72-AA8F-A64816E012E1}"/>
              </a:ext>
            </a:extLst>
          </p:cNvPr>
          <p:cNvSpPr txBox="1"/>
          <p:nvPr/>
        </p:nvSpPr>
        <p:spPr>
          <a:xfrm>
            <a:off x="960783" y="6053806"/>
            <a:ext cx="10121153" cy="307777"/>
          </a:xfrm>
          <a:prstGeom prst="rect">
            <a:avLst/>
          </a:prstGeom>
          <a:noFill/>
        </p:spPr>
        <p:txBody>
          <a:bodyPr wrap="square">
            <a:spAutoFit/>
          </a:bodyPr>
          <a:lstStyle/>
          <a:p>
            <a:pPr algn="ctr"/>
            <a:r>
              <a:rPr lang="en-GB" sz="1400" b="1">
                <a:latin typeface="+mj-lt"/>
                <a:cs typeface="Segoe UI" pitchFamily="34" charset="0"/>
              </a:rPr>
              <a:t>Design rule: Choose the smallest component that makes the behaviour reliable, inspectable, and safe inside the loop.</a:t>
            </a:r>
          </a:p>
        </p:txBody>
      </p:sp>
      <p:grpSp>
        <p:nvGrpSpPr>
          <p:cNvPr id="6" name="Group 5">
            <a:extLst>
              <a:ext uri="{FF2B5EF4-FFF2-40B4-BE49-F238E27FC236}">
                <a16:creationId xmlns:a16="http://schemas.microsoft.com/office/drawing/2014/main" id="{3829202E-5D8B-7174-A9AA-4192882ABF50}"/>
              </a:ext>
            </a:extLst>
          </p:cNvPr>
          <p:cNvGrpSpPr/>
          <p:nvPr/>
        </p:nvGrpSpPr>
        <p:grpSpPr>
          <a:xfrm>
            <a:off x="526477" y="5704630"/>
            <a:ext cx="11074559" cy="293739"/>
            <a:chOff x="421598" y="1371600"/>
            <a:chExt cx="2053508" cy="1417320"/>
          </a:xfrm>
        </p:grpSpPr>
        <p:sp>
          <p:nvSpPr>
            <p:cNvPr id="9" name="Rectangle: Rounded Corners 8">
              <a:extLst>
                <a:ext uri="{FF2B5EF4-FFF2-40B4-BE49-F238E27FC236}">
                  <a16:creationId xmlns:a16="http://schemas.microsoft.com/office/drawing/2014/main" id="{DC750818-4C0C-1A86-A0B7-A5FE3CDD866C}"/>
                </a:ext>
              </a:extLst>
            </p:cNvPr>
            <p:cNvSpPr/>
            <p:nvPr/>
          </p:nvSpPr>
          <p:spPr bwMode="auto">
            <a:xfrm>
              <a:off x="421598" y="1371600"/>
              <a:ext cx="2053508" cy="1417320"/>
            </a:xfrm>
            <a:prstGeom prst="roundRect">
              <a:avLst/>
            </a:prstGeom>
            <a:solidFill>
              <a:srgbClr val="FFB3BB">
                <a:alpha val="60000"/>
              </a:srgbClr>
            </a:solidFill>
            <a:ln w="1397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latin typeface="+mj-lt"/>
                <a:ea typeface="Segoe UI" pitchFamily="34" charset="0"/>
                <a:cs typeface="Segoe UI" pitchFamily="34" charset="0"/>
              </a:endParaRPr>
            </a:p>
          </p:txBody>
        </p:sp>
        <p:sp>
          <p:nvSpPr>
            <p:cNvPr id="11" name="TextBox 10">
              <a:extLst>
                <a:ext uri="{FF2B5EF4-FFF2-40B4-BE49-F238E27FC236}">
                  <a16:creationId xmlns:a16="http://schemas.microsoft.com/office/drawing/2014/main" id="{4BE60377-2A03-EF94-1980-2DE41FE1E776}"/>
                </a:ext>
              </a:extLst>
            </p:cNvPr>
            <p:cNvSpPr txBox="1"/>
            <p:nvPr/>
          </p:nvSpPr>
          <p:spPr>
            <a:xfrm>
              <a:off x="543238" y="1415773"/>
              <a:ext cx="1810228" cy="1305229"/>
            </a:xfrm>
            <a:prstGeom prst="rect">
              <a:avLst/>
            </a:prstGeom>
            <a:noFill/>
          </p:spPr>
          <p:txBody>
            <a:bodyPr vert="horz" wrap="square" lIns="50800" tIns="25400" rIns="50800" bIns="25400" rtlCol="0" anchor="ctr">
              <a:noAutofit/>
            </a:bodyPr>
            <a:lstStyle/>
            <a:p>
              <a:pPr algn="ctr"/>
              <a:r>
                <a:rPr lang="en-US" sz="1600" b="1">
                  <a:solidFill>
                    <a:schemeClr val="tx2"/>
                  </a:solidFill>
                  <a:latin typeface="+mj-lt"/>
                </a:rPr>
                <a:t>Enterprise Governance</a:t>
              </a:r>
            </a:p>
          </p:txBody>
        </p:sp>
      </p:grpSp>
    </p:spTree>
    <p:extLst>
      <p:ext uri="{BB962C8B-B14F-4D97-AF65-F5344CB8AC3E}">
        <p14:creationId xmlns:p14="http://schemas.microsoft.com/office/powerpoint/2010/main" val="3502803591"/>
      </p:ext>
    </p:extLst>
  </p:cSld>
  <p:clrMapOvr>
    <a:masterClrMapping/>
  </p:clrMapOvr>
  <p:transition>
    <p:fade/>
  </p:transition>
  <p:extLst>
    <p:ext uri="{6950BFC3-D8DA-4A85-94F7-54DA5524770B}"/>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574B6-094D-E145-9511-4B6BD1360AF7}"/>
            </a:ext>
          </a:extLst>
        </p:cNvPr>
        <p:cNvGrpSpPr/>
        <p:nvPr/>
      </p:nvGrpSpPr>
      <p:grpSpPr>
        <a:xfrm>
          <a:off x="0" y="0"/>
          <a:ext cx="0" cy="0"/>
          <a:chOff x="0" y="0"/>
          <a:chExt cx="0" cy="0"/>
        </a:xfrm>
      </p:grpSpPr>
      <p:sp>
        <p:nvSpPr>
          <p:cNvPr id="23" name="Top Accent">
            <a:extLst>
              <a:ext uri="{FF2B5EF4-FFF2-40B4-BE49-F238E27FC236}">
                <a16:creationId xmlns:a16="http://schemas.microsoft.com/office/drawing/2014/main" id="{3297170C-7295-904F-47F3-20AC8B031C52}"/>
              </a:ext>
            </a:extLst>
          </p:cNvPr>
          <p:cNvSpPr/>
          <p:nvPr/>
        </p:nvSpPr>
        <p:spPr>
          <a:xfrm>
            <a:off x="0" y="0"/>
            <a:ext cx="12191695" cy="82296"/>
          </a:xfrm>
          <a:prstGeom prst="rect">
            <a:avLst/>
          </a:prstGeom>
          <a:solidFill>
            <a:srgbClr val="C239B3"/>
          </a:solidFill>
          <a:ln/>
        </p:spPr>
        <p:txBody>
          <a:bodyPr/>
          <a:lstStyle/>
          <a:p>
            <a:endParaRPr lang="en-US"/>
          </a:p>
        </p:txBody>
      </p:sp>
      <p:sp>
        <p:nvSpPr>
          <p:cNvPr id="25" name="Eyebrow">
            <a:extLst>
              <a:ext uri="{FF2B5EF4-FFF2-40B4-BE49-F238E27FC236}">
                <a16:creationId xmlns:a16="http://schemas.microsoft.com/office/drawing/2014/main" id="{9F20D6C7-928C-398F-87ED-EE4D6FACF79F}"/>
              </a:ext>
            </a:extLst>
          </p:cNvPr>
          <p:cNvSpPr/>
          <p:nvPr/>
        </p:nvSpPr>
        <p:spPr>
          <a:xfrm>
            <a:off x="517550" y="310896"/>
            <a:ext cx="8229600" cy="256032"/>
          </a:xfrm>
          <a:prstGeom prst="rect">
            <a:avLst/>
          </a:prstGeom>
        </p:spPr>
        <p:txBody>
          <a:bodyPr vert="horz" wrap="square" lIns="0" tIns="0" rIns="0" bIns="0" rtlCol="0">
            <a:spAutoFit/>
          </a:bodyPr>
          <a:lstStyle/>
          <a:p>
            <a:pPr defTabSz="932742">
              <a:spcBef>
                <a:spcPct val="20000"/>
              </a:spcBef>
              <a:buSzPct val="90000"/>
            </a:pPr>
            <a:r>
              <a:rPr lang="en-US" sz="1000" cap="all">
                <a:solidFill>
                  <a:srgbClr val="4B5563"/>
                </a:solidFill>
                <a:latin typeface="Aptos"/>
                <a:cs typeface="Segoe Sans Display" pitchFamily="2" charset="0"/>
              </a:rPr>
              <a:t>AGENTS · BUILDING · INSTRUCTIONS</a:t>
            </a:r>
          </a:p>
        </p:txBody>
      </p:sp>
      <p:sp>
        <p:nvSpPr>
          <p:cNvPr id="27" name="Title">
            <a:extLst>
              <a:ext uri="{FF2B5EF4-FFF2-40B4-BE49-F238E27FC236}">
                <a16:creationId xmlns:a16="http://schemas.microsoft.com/office/drawing/2014/main" id="{6EEA40E6-D7DF-F5FD-A8E3-47FA4A5CC383}"/>
              </a:ext>
            </a:extLst>
          </p:cNvPr>
          <p:cNvSpPr/>
          <p:nvPr/>
        </p:nvSpPr>
        <p:spPr>
          <a:xfrm>
            <a:off x="502920" y="503848"/>
            <a:ext cx="10500000" cy="548640"/>
          </a:xfrm>
          <a:prstGeom prst="rect">
            <a:avLst/>
          </a:prstGeom>
          <a:noFill/>
          <a:ln/>
        </p:spPr>
        <p:txBody>
          <a:bodyPr wrap="square" lIns="0" tIns="0" rIns="0" bIns="0" rtlCol="0" anchor="ctr"/>
          <a:lstStyle/>
          <a:p>
            <a:pPr marL="0" indent="0">
              <a:spcAft>
                <a:spcPts val="0"/>
              </a:spcAft>
              <a:buNone/>
            </a:pPr>
            <a:r>
              <a:rPr lang="en-US" sz="2800" b="1">
                <a:solidFill>
                  <a:srgbClr val="071D2B"/>
                </a:solidFill>
                <a:latin typeface="Segoe UI Semibold" pitchFamily="34" charset="0"/>
                <a:cs typeface="Segoe UI Semibold" pitchFamily="34" charset="0"/>
              </a:rPr>
              <a:t>Instructions: Shape the agent's behavior using them</a:t>
            </a:r>
          </a:p>
        </p:txBody>
      </p:sp>
      <p:sp>
        <p:nvSpPr>
          <p:cNvPr id="29" name="Subtitle">
            <a:extLst>
              <a:ext uri="{FF2B5EF4-FFF2-40B4-BE49-F238E27FC236}">
                <a16:creationId xmlns:a16="http://schemas.microsoft.com/office/drawing/2014/main" id="{87A33CE3-DAA7-BED5-A16F-74A4073D8E77}"/>
              </a:ext>
            </a:extLst>
          </p:cNvPr>
          <p:cNvSpPr/>
          <p:nvPr/>
        </p:nvSpPr>
        <p:spPr>
          <a:xfrm>
            <a:off x="517550" y="1039917"/>
            <a:ext cx="11156000" cy="360000"/>
          </a:xfrm>
          <a:prstGeom prst="rect">
            <a:avLst/>
          </a:prstGeom>
          <a:noFill/>
          <a:ln/>
        </p:spPr>
        <p:txBody>
          <a:bodyPr wrap="square" lIns="0" tIns="0" rIns="0" bIns="0" rtlCol="0" anchor="ctr"/>
          <a:lstStyle/>
          <a:p>
            <a:pPr marL="0" indent="0">
              <a:spcAft>
                <a:spcPts val="0"/>
              </a:spcAft>
              <a:buNone/>
            </a:pPr>
            <a:r>
              <a:rPr lang="en-US" sz="1400">
                <a:solidFill>
                  <a:srgbClr val="4A5563"/>
                </a:solidFill>
                <a:cs typeface="Segoe UI" pitchFamily="34" charset="0"/>
              </a:rPr>
              <a:t>Agents that faithfully follow their instructions, making instructions the most accessible way to shape how the agent behaves. </a:t>
            </a:r>
          </a:p>
        </p:txBody>
      </p:sp>
      <p:sp>
        <p:nvSpPr>
          <p:cNvPr id="31" name="col card">
            <a:extLst>
              <a:ext uri="{FF2B5EF4-FFF2-40B4-BE49-F238E27FC236}">
                <a16:creationId xmlns:a16="http://schemas.microsoft.com/office/drawing/2014/main" id="{68F8C52B-6EB9-779C-24B1-52DE4E61892D}"/>
              </a:ext>
            </a:extLst>
          </p:cNvPr>
          <p:cNvSpPr/>
          <p:nvPr/>
        </p:nvSpPr>
        <p:spPr>
          <a:xfrm>
            <a:off x="609600" y="1638299"/>
            <a:ext cx="3530600" cy="3809023"/>
          </a:xfrm>
          <a:prstGeom prst="roundRect">
            <a:avLst>
              <a:gd name="adj" fmla="val 4500"/>
            </a:avLst>
          </a:prstGeom>
          <a:solidFill>
            <a:schemeClr val="bg1"/>
          </a:solidFill>
          <a:ln w="12700">
            <a:solidFill>
              <a:schemeClr val="accent2"/>
            </a:solidFill>
          </a:ln>
        </p:spPr>
        <p:txBody>
          <a:bodyPr/>
          <a:lstStyle/>
          <a:p>
            <a:endParaRPr lang="en-US"/>
          </a:p>
        </p:txBody>
      </p:sp>
      <p:sp>
        <p:nvSpPr>
          <p:cNvPr id="33" name="chip1">
            <a:extLst>
              <a:ext uri="{FF2B5EF4-FFF2-40B4-BE49-F238E27FC236}">
                <a16:creationId xmlns:a16="http://schemas.microsoft.com/office/drawing/2014/main" id="{559714A5-48B0-2205-06BA-AB3E49B4BED6}"/>
              </a:ext>
            </a:extLst>
          </p:cNvPr>
          <p:cNvSpPr/>
          <p:nvPr/>
        </p:nvSpPr>
        <p:spPr>
          <a:xfrm>
            <a:off x="781050" y="1790700"/>
            <a:ext cx="285750" cy="285750"/>
          </a:xfrm>
          <a:prstGeom prst="roundRect">
            <a:avLst>
              <a:gd name="adj" fmla="val 28000"/>
            </a:avLst>
          </a:prstGeom>
          <a:solidFill>
            <a:srgbClr val="C239B3"/>
          </a:solidFill>
          <a:ln/>
        </p:spPr>
        <p:txBody>
          <a:bodyPr wrap="square" lIns="0" tIns="0" rIns="0" bIns="0" rtlCol="0" anchor="ctr"/>
          <a:lstStyle/>
          <a:p>
            <a:pPr marL="0" indent="0" algn="ctr">
              <a:buNone/>
            </a:pPr>
            <a:r>
              <a:rPr lang="en-US" sz="1400" b="1">
                <a:solidFill>
                  <a:srgbClr val="FFFFFF"/>
                </a:solidFill>
                <a:latin typeface="+mj-lt"/>
                <a:cs typeface="Segoe UI" pitchFamily="34" charset="0"/>
              </a:rPr>
              <a:t>1</a:t>
            </a:r>
          </a:p>
        </p:txBody>
      </p:sp>
      <p:sp>
        <p:nvSpPr>
          <p:cNvPr id="35" name="col header">
            <a:extLst>
              <a:ext uri="{FF2B5EF4-FFF2-40B4-BE49-F238E27FC236}">
                <a16:creationId xmlns:a16="http://schemas.microsoft.com/office/drawing/2014/main" id="{C395B9B2-598A-9977-3B44-06BF89A06EED}"/>
              </a:ext>
            </a:extLst>
          </p:cNvPr>
          <p:cNvSpPr/>
          <p:nvPr/>
        </p:nvSpPr>
        <p:spPr>
          <a:xfrm>
            <a:off x="1166800" y="1775700"/>
            <a:ext cx="2943400" cy="320000"/>
          </a:xfrm>
          <a:prstGeom prst="rect">
            <a:avLst/>
          </a:prstGeom>
          <a:noFill/>
          <a:ln/>
        </p:spPr>
        <p:txBody>
          <a:bodyPr wrap="square" lIns="0" tIns="0" rIns="0" bIns="0" rtlCol="0" anchor="ctr"/>
          <a:lstStyle/>
          <a:p>
            <a:pPr marL="0" indent="0">
              <a:spcAft>
                <a:spcPts val="0"/>
              </a:spcAft>
              <a:buNone/>
            </a:pPr>
            <a:r>
              <a:rPr lang="en-US" sz="1450" b="1">
                <a:solidFill>
                  <a:srgbClr val="9A2C8C"/>
                </a:solidFill>
                <a:latin typeface="+mj-lt"/>
                <a:cs typeface="Segoe UI Semibold" pitchFamily="34" charset="0"/>
              </a:rPr>
              <a:t>Agents follow instructions</a:t>
            </a:r>
          </a:p>
        </p:txBody>
      </p:sp>
      <p:sp>
        <p:nvSpPr>
          <p:cNvPr id="37" name="col card">
            <a:extLst>
              <a:ext uri="{FF2B5EF4-FFF2-40B4-BE49-F238E27FC236}">
                <a16:creationId xmlns:a16="http://schemas.microsoft.com/office/drawing/2014/main" id="{67303B31-1209-8865-CE2B-631C29998511}"/>
              </a:ext>
            </a:extLst>
          </p:cNvPr>
          <p:cNvSpPr/>
          <p:nvPr/>
        </p:nvSpPr>
        <p:spPr>
          <a:xfrm>
            <a:off x="4330700" y="1638299"/>
            <a:ext cx="3530600" cy="3809023"/>
          </a:xfrm>
          <a:prstGeom prst="roundRect">
            <a:avLst>
              <a:gd name="adj" fmla="val 4500"/>
            </a:avLst>
          </a:prstGeom>
          <a:solidFill>
            <a:schemeClr val="bg1"/>
          </a:solidFill>
          <a:ln w="12700">
            <a:solidFill>
              <a:srgbClr val="D9A400"/>
            </a:solidFill>
          </a:ln>
        </p:spPr>
        <p:txBody>
          <a:bodyPr/>
          <a:lstStyle/>
          <a:p>
            <a:endParaRPr lang="en-US"/>
          </a:p>
        </p:txBody>
      </p:sp>
      <p:sp>
        <p:nvSpPr>
          <p:cNvPr id="39" name="chip2">
            <a:extLst>
              <a:ext uri="{FF2B5EF4-FFF2-40B4-BE49-F238E27FC236}">
                <a16:creationId xmlns:a16="http://schemas.microsoft.com/office/drawing/2014/main" id="{BAD82BCB-7046-E2E7-DE97-0EB0D931FFF3}"/>
              </a:ext>
            </a:extLst>
          </p:cNvPr>
          <p:cNvSpPr/>
          <p:nvPr/>
        </p:nvSpPr>
        <p:spPr>
          <a:xfrm>
            <a:off x="4502150" y="1790700"/>
            <a:ext cx="285750" cy="285750"/>
          </a:xfrm>
          <a:prstGeom prst="roundRect">
            <a:avLst>
              <a:gd name="adj" fmla="val 28000"/>
            </a:avLst>
          </a:prstGeom>
          <a:solidFill>
            <a:srgbClr val="D9A400"/>
          </a:solidFill>
          <a:ln/>
        </p:spPr>
        <p:txBody>
          <a:bodyPr wrap="square" lIns="0" tIns="0" rIns="0" bIns="0" rtlCol="0" anchor="ctr"/>
          <a:lstStyle/>
          <a:p>
            <a:pPr marL="0" indent="0" algn="ctr">
              <a:buNone/>
            </a:pPr>
            <a:r>
              <a:rPr lang="en-US" sz="1400" b="1">
                <a:solidFill>
                  <a:srgbClr val="FFFFFF"/>
                </a:solidFill>
                <a:latin typeface="+mj-lt"/>
                <a:cs typeface="Segoe UI" pitchFamily="34" charset="0"/>
              </a:rPr>
              <a:t>2</a:t>
            </a:r>
          </a:p>
        </p:txBody>
      </p:sp>
      <p:sp>
        <p:nvSpPr>
          <p:cNvPr id="41" name="col header">
            <a:extLst>
              <a:ext uri="{FF2B5EF4-FFF2-40B4-BE49-F238E27FC236}">
                <a16:creationId xmlns:a16="http://schemas.microsoft.com/office/drawing/2014/main" id="{1A942B96-D4DA-A6DA-A968-2FC9936E70F5}"/>
              </a:ext>
            </a:extLst>
          </p:cNvPr>
          <p:cNvSpPr/>
          <p:nvPr/>
        </p:nvSpPr>
        <p:spPr>
          <a:xfrm>
            <a:off x="4887900" y="1775700"/>
            <a:ext cx="2943400" cy="320000"/>
          </a:xfrm>
          <a:prstGeom prst="rect">
            <a:avLst/>
          </a:prstGeom>
          <a:noFill/>
          <a:ln/>
        </p:spPr>
        <p:txBody>
          <a:bodyPr wrap="square" lIns="0" tIns="0" rIns="0" bIns="0" rtlCol="0" anchor="ctr"/>
          <a:lstStyle/>
          <a:p>
            <a:pPr marL="0" indent="0">
              <a:spcAft>
                <a:spcPts val="0"/>
              </a:spcAft>
              <a:buNone/>
            </a:pPr>
            <a:r>
              <a:rPr lang="en-US" sz="1450" b="1">
                <a:solidFill>
                  <a:srgbClr val="9A7A1E"/>
                </a:solidFill>
                <a:latin typeface="+mj-lt"/>
                <a:cs typeface="Segoe UI Semibold" pitchFamily="34" charset="0"/>
              </a:rPr>
              <a:t>What to use them for</a:t>
            </a:r>
          </a:p>
        </p:txBody>
      </p:sp>
      <p:sp>
        <p:nvSpPr>
          <p:cNvPr id="43" name="col card">
            <a:extLst>
              <a:ext uri="{FF2B5EF4-FFF2-40B4-BE49-F238E27FC236}">
                <a16:creationId xmlns:a16="http://schemas.microsoft.com/office/drawing/2014/main" id="{69A179D6-C493-DD79-BFB7-1F3A2B5BC3A9}"/>
              </a:ext>
            </a:extLst>
          </p:cNvPr>
          <p:cNvSpPr/>
          <p:nvPr/>
        </p:nvSpPr>
        <p:spPr>
          <a:xfrm>
            <a:off x="8051800" y="1638299"/>
            <a:ext cx="3530600" cy="3809023"/>
          </a:xfrm>
          <a:prstGeom prst="roundRect">
            <a:avLst>
              <a:gd name="adj" fmla="val 4500"/>
            </a:avLst>
          </a:prstGeom>
          <a:solidFill>
            <a:schemeClr val="bg1"/>
          </a:solidFill>
          <a:ln w="12700">
            <a:solidFill>
              <a:srgbClr val="00B050"/>
            </a:solidFill>
          </a:ln>
        </p:spPr>
        <p:txBody>
          <a:bodyPr/>
          <a:lstStyle/>
          <a:p>
            <a:endParaRPr lang="en-US"/>
          </a:p>
        </p:txBody>
      </p:sp>
      <p:sp>
        <p:nvSpPr>
          <p:cNvPr id="47" name="chip3">
            <a:extLst>
              <a:ext uri="{FF2B5EF4-FFF2-40B4-BE49-F238E27FC236}">
                <a16:creationId xmlns:a16="http://schemas.microsoft.com/office/drawing/2014/main" id="{4F3591AB-D69C-FD5F-4AC0-E5FF76037832}"/>
              </a:ext>
            </a:extLst>
          </p:cNvPr>
          <p:cNvSpPr/>
          <p:nvPr/>
        </p:nvSpPr>
        <p:spPr>
          <a:xfrm>
            <a:off x="8223250" y="1790700"/>
            <a:ext cx="285750" cy="285750"/>
          </a:xfrm>
          <a:prstGeom prst="roundRect">
            <a:avLst>
              <a:gd name="adj" fmla="val 28000"/>
            </a:avLst>
          </a:prstGeom>
          <a:solidFill>
            <a:srgbClr val="38A852"/>
          </a:solidFill>
          <a:ln/>
        </p:spPr>
        <p:txBody>
          <a:bodyPr wrap="square" lIns="0" tIns="0" rIns="0" bIns="0" rtlCol="0" anchor="ctr"/>
          <a:lstStyle/>
          <a:p>
            <a:pPr marL="0" indent="0" algn="ctr">
              <a:buNone/>
            </a:pPr>
            <a:r>
              <a:rPr lang="en-US" sz="1400" b="1">
                <a:solidFill>
                  <a:srgbClr val="FFFFFF"/>
                </a:solidFill>
                <a:latin typeface="+mj-lt"/>
                <a:cs typeface="Segoe UI" pitchFamily="34" charset="0"/>
              </a:rPr>
              <a:t>3</a:t>
            </a:r>
          </a:p>
        </p:txBody>
      </p:sp>
      <p:sp>
        <p:nvSpPr>
          <p:cNvPr id="83" name="col header">
            <a:extLst>
              <a:ext uri="{FF2B5EF4-FFF2-40B4-BE49-F238E27FC236}">
                <a16:creationId xmlns:a16="http://schemas.microsoft.com/office/drawing/2014/main" id="{5A8A8E85-7F44-677F-AA2F-474FFBF95CBD}"/>
              </a:ext>
            </a:extLst>
          </p:cNvPr>
          <p:cNvSpPr/>
          <p:nvPr/>
        </p:nvSpPr>
        <p:spPr>
          <a:xfrm>
            <a:off x="8609000" y="1775700"/>
            <a:ext cx="2943400" cy="320000"/>
          </a:xfrm>
          <a:prstGeom prst="rect">
            <a:avLst/>
          </a:prstGeom>
          <a:noFill/>
          <a:ln/>
        </p:spPr>
        <p:txBody>
          <a:bodyPr wrap="square" lIns="0" tIns="0" rIns="0" bIns="0" rtlCol="0" anchor="ctr"/>
          <a:lstStyle/>
          <a:p>
            <a:pPr marL="0" indent="0">
              <a:spcAft>
                <a:spcPts val="0"/>
              </a:spcAft>
              <a:buNone/>
            </a:pPr>
            <a:r>
              <a:rPr lang="en-US" sz="1450" b="1">
                <a:solidFill>
                  <a:srgbClr val="247A41"/>
                </a:solidFill>
                <a:latin typeface="+mj-lt"/>
                <a:cs typeface="Segoe UI Semibold" pitchFamily="34" charset="0"/>
              </a:rPr>
              <a:t>Instruct what the agent can do</a:t>
            </a:r>
          </a:p>
        </p:txBody>
      </p:sp>
      <p:sp>
        <p:nvSpPr>
          <p:cNvPr id="85" name="c1 body">
            <a:extLst>
              <a:ext uri="{FF2B5EF4-FFF2-40B4-BE49-F238E27FC236}">
                <a16:creationId xmlns:a16="http://schemas.microsoft.com/office/drawing/2014/main" id="{6E4B6A48-85E4-6418-9DB6-5DA787609AC9}"/>
              </a:ext>
            </a:extLst>
          </p:cNvPr>
          <p:cNvSpPr/>
          <p:nvPr/>
        </p:nvSpPr>
        <p:spPr>
          <a:xfrm>
            <a:off x="781050" y="2226450"/>
            <a:ext cx="3187700" cy="2728504"/>
          </a:xfrm>
          <a:prstGeom prst="rect">
            <a:avLst/>
          </a:prstGeom>
          <a:noFill/>
          <a:ln/>
        </p:spPr>
        <p:txBody>
          <a:bodyPr wrap="square" lIns="0" tIns="0" rIns="0" bIns="0" rtlCol="0" anchor="t"/>
          <a:lstStyle/>
          <a:p>
            <a:pPr marL="0" indent="0">
              <a:spcAft>
                <a:spcPts val="900"/>
              </a:spcAft>
              <a:buNone/>
            </a:pPr>
            <a:r>
              <a:rPr lang="en-US" sz="1175" b="1">
                <a:solidFill>
                  <a:srgbClr val="1A1A1A"/>
                </a:solidFill>
                <a:cs typeface="Segoe UI" pitchFamily="34" charset="0"/>
              </a:rPr>
              <a:t>Agents built on the GitHub Copilot (GHCP) harness are highly adherent to their instructions, so they reliably do what you write down.</a:t>
            </a:r>
          </a:p>
          <a:p>
            <a:pPr marL="0" indent="0">
              <a:spcAft>
                <a:spcPts val="0"/>
              </a:spcAft>
              <a:buNone/>
            </a:pPr>
            <a:r>
              <a:rPr lang="en-US" sz="1125">
                <a:solidFill>
                  <a:srgbClr val="4A5563"/>
                </a:solidFill>
                <a:cs typeface="Segoe UI" pitchFamily="34" charset="0"/>
              </a:rPr>
              <a:t>But this does not mean the instructions must cover every possible situation. Define the goals, constraints, and expected behavior without trying to anticipate every possible scenario.</a:t>
            </a:r>
          </a:p>
          <a:p>
            <a:pPr marL="0" indent="0">
              <a:spcAft>
                <a:spcPts val="0"/>
              </a:spcAft>
              <a:buNone/>
            </a:pPr>
            <a:endParaRPr lang="en-US" sz="1125">
              <a:solidFill>
                <a:srgbClr val="4A5563"/>
              </a:solidFill>
              <a:cs typeface="Segoe UI" pitchFamily="34" charset="0"/>
            </a:endParaRPr>
          </a:p>
          <a:p>
            <a:pPr marL="0" indent="0">
              <a:spcAft>
                <a:spcPts val="0"/>
              </a:spcAft>
              <a:buNone/>
            </a:pPr>
            <a:r>
              <a:rPr lang="en-US" sz="1125">
                <a:solidFill>
                  <a:srgbClr val="4A5563"/>
                </a:solidFill>
                <a:cs typeface="Segoe UI" pitchFamily="34" charset="0"/>
              </a:rPr>
              <a:t>More detailed instructions can reduce an agent’s flexibility. While this may be desirable when tight control is required, excessive prescription can be counterproductive for complex tasks where the agent must combine tools and knowledge to determine the best path to a goal.</a:t>
            </a:r>
          </a:p>
        </p:txBody>
      </p:sp>
      <p:sp>
        <p:nvSpPr>
          <p:cNvPr id="87" name="c2 body">
            <a:extLst>
              <a:ext uri="{FF2B5EF4-FFF2-40B4-BE49-F238E27FC236}">
                <a16:creationId xmlns:a16="http://schemas.microsoft.com/office/drawing/2014/main" id="{5CFAEFC1-DD5D-EE8E-FD3A-62A27A5B47AB}"/>
              </a:ext>
            </a:extLst>
          </p:cNvPr>
          <p:cNvSpPr/>
          <p:nvPr/>
        </p:nvSpPr>
        <p:spPr>
          <a:xfrm>
            <a:off x="4502150" y="2226450"/>
            <a:ext cx="3187700" cy="2600000"/>
          </a:xfrm>
          <a:prstGeom prst="rect">
            <a:avLst/>
          </a:prstGeom>
          <a:noFill/>
          <a:ln/>
        </p:spPr>
        <p:txBody>
          <a:bodyPr wrap="square" lIns="0" tIns="0" rIns="0" bIns="0" rtlCol="0" anchor="t"/>
          <a:lstStyle/>
          <a:p>
            <a:pPr marL="0" indent="0">
              <a:spcAft>
                <a:spcPts val="650"/>
              </a:spcAft>
              <a:buNone/>
            </a:pPr>
            <a:r>
              <a:rPr lang="en-US" sz="1175" b="1">
                <a:solidFill>
                  <a:srgbClr val="1A1A1A"/>
                </a:solidFill>
                <a:cs typeface="Segoe UI" pitchFamily="34" charset="0"/>
              </a:rPr>
              <a:t>Use instructions to tell the agent how to behave:</a:t>
            </a:r>
          </a:p>
          <a:p>
            <a:pPr marL="200000" indent="-200000">
              <a:spcAft>
                <a:spcPts val="500"/>
              </a:spcAft>
              <a:buClr>
                <a:srgbClr val="D9A400"/>
              </a:buClr>
              <a:buFont typeface="Arial" pitchFamily="34" charset="0"/>
              <a:buChar char="▪"/>
            </a:pPr>
            <a:r>
              <a:rPr lang="en-US" sz="1125" b="1">
                <a:solidFill>
                  <a:srgbClr val="1A1A1A"/>
                </a:solidFill>
                <a:cs typeface="Segoe UI" pitchFamily="34" charset="0"/>
              </a:rPr>
              <a:t>Guide tool use</a:t>
            </a:r>
            <a:r>
              <a:rPr lang="en-US" sz="1125">
                <a:solidFill>
                  <a:srgbClr val="4A5563"/>
                </a:solidFill>
                <a:cs typeface="Segoe UI" pitchFamily="34" charset="0"/>
              </a:rPr>
              <a:t> when the descriptions are not enough to tell which tool, which parameters, or what to check first.</a:t>
            </a:r>
          </a:p>
          <a:p>
            <a:pPr marL="200000" indent="-200000">
              <a:spcAft>
                <a:spcPts val="500"/>
              </a:spcAft>
              <a:buClr>
                <a:srgbClr val="D9A400"/>
              </a:buClr>
              <a:buFont typeface="Arial" pitchFamily="34" charset="0"/>
              <a:buChar char="▪"/>
            </a:pPr>
            <a:r>
              <a:rPr lang="en-US" sz="1125" b="1">
                <a:solidFill>
                  <a:srgbClr val="1A1A1A"/>
                </a:solidFill>
                <a:cs typeface="Segoe UI" pitchFamily="34" charset="0"/>
              </a:rPr>
              <a:t>Fill in what it cannot infer</a:t>
            </a:r>
            <a:r>
              <a:rPr lang="en-US" sz="1125">
                <a:solidFill>
                  <a:srgbClr val="4A5563"/>
                </a:solidFill>
                <a:cs typeface="Segoe UI" pitchFamily="34" charset="0"/>
              </a:rPr>
              <a:t> from common sense: your org's conventions, rules, and context the model has no way to know.</a:t>
            </a:r>
          </a:p>
          <a:p>
            <a:pPr marL="200000" indent="-200000">
              <a:spcAft>
                <a:spcPts val="500"/>
              </a:spcAft>
              <a:buClr>
                <a:srgbClr val="D9A400"/>
              </a:buClr>
              <a:buFont typeface="Arial" pitchFamily="34" charset="0"/>
              <a:buChar char="▪"/>
            </a:pPr>
            <a:r>
              <a:rPr lang="en-US" sz="1125" b="1">
                <a:solidFill>
                  <a:srgbClr val="1A1A1A"/>
                </a:solidFill>
                <a:cs typeface="Segoe UI" pitchFamily="34" charset="0"/>
              </a:rPr>
              <a:t>Set tone &amp; voice</a:t>
            </a:r>
            <a:r>
              <a:rPr lang="en-US" sz="1125">
                <a:solidFill>
                  <a:srgbClr val="4A5563"/>
                </a:solidFill>
                <a:cs typeface="Segoe UI" pitchFamily="34" charset="0"/>
              </a:rPr>
              <a:t> and shape response formatting.</a:t>
            </a:r>
          </a:p>
          <a:p>
            <a:pPr marL="200000" indent="-200000">
              <a:spcAft>
                <a:spcPts val="0"/>
              </a:spcAft>
              <a:buClr>
                <a:srgbClr val="D9A400"/>
              </a:buClr>
              <a:buFont typeface="Arial" pitchFamily="34" charset="0"/>
              <a:buChar char="▪"/>
            </a:pPr>
            <a:r>
              <a:rPr lang="en-US" sz="1125" b="1">
                <a:solidFill>
                  <a:srgbClr val="1A1A1A"/>
                </a:solidFill>
                <a:cs typeface="Segoe UI" pitchFamily="34" charset="0"/>
              </a:rPr>
              <a:t>Shape the conversational flow</a:t>
            </a:r>
            <a:r>
              <a:rPr lang="en-US" sz="1125">
                <a:solidFill>
                  <a:srgbClr val="4A5563"/>
                </a:solidFill>
                <a:cs typeface="Segoe UI" pitchFamily="34" charset="0"/>
              </a:rPr>
              <a:t> by directing the agent to ask the right questions at the right points.</a:t>
            </a:r>
          </a:p>
        </p:txBody>
      </p:sp>
      <p:sp>
        <p:nvSpPr>
          <p:cNvPr id="89" name="c3 body">
            <a:extLst>
              <a:ext uri="{FF2B5EF4-FFF2-40B4-BE49-F238E27FC236}">
                <a16:creationId xmlns:a16="http://schemas.microsoft.com/office/drawing/2014/main" id="{6B2C8290-D70E-B1E5-1E4C-BE55E38AF22A}"/>
              </a:ext>
            </a:extLst>
          </p:cNvPr>
          <p:cNvSpPr/>
          <p:nvPr/>
        </p:nvSpPr>
        <p:spPr>
          <a:xfrm>
            <a:off x="8223250" y="2226450"/>
            <a:ext cx="3187700" cy="1992750"/>
          </a:xfrm>
          <a:prstGeom prst="rect">
            <a:avLst/>
          </a:prstGeom>
          <a:noFill/>
          <a:ln/>
        </p:spPr>
        <p:txBody>
          <a:bodyPr wrap="square" lIns="0" tIns="0" rIns="0" bIns="0" rtlCol="0" anchor="t"/>
          <a:lstStyle/>
          <a:p>
            <a:pPr marL="0" indent="0">
              <a:spcAft>
                <a:spcPts val="900"/>
              </a:spcAft>
              <a:buNone/>
            </a:pPr>
            <a:r>
              <a:rPr lang="en-US" sz="1175" b="1">
                <a:solidFill>
                  <a:srgbClr val="1A1A1A"/>
                </a:solidFill>
                <a:cs typeface="Segoe UI" pitchFamily="34" charset="0"/>
              </a:rPr>
              <a:t>Everything you put into instructions loads on every single turn, </a:t>
            </a:r>
            <a:r>
              <a:rPr lang="en-US" sz="1175">
                <a:solidFill>
                  <a:srgbClr val="1A1A1A"/>
                </a:solidFill>
                <a:cs typeface="Segoe UI" pitchFamily="34" charset="0"/>
              </a:rPr>
              <a:t>so only say what matters to avoid adding unnecessary context.</a:t>
            </a:r>
          </a:p>
          <a:p>
            <a:pPr marL="0" indent="0">
              <a:spcAft>
                <a:spcPts val="0"/>
              </a:spcAft>
              <a:buNone/>
            </a:pPr>
            <a:r>
              <a:rPr lang="en-US" sz="1125">
                <a:solidFill>
                  <a:srgbClr val="4A5563"/>
                </a:solidFill>
                <a:cs typeface="Segoe UI" pitchFamily="34" charset="0"/>
              </a:rPr>
              <a:t>Additionally, </a:t>
            </a:r>
            <a:r>
              <a:rPr lang="en-US" sz="1125" b="1">
                <a:cs typeface="Segoe UI" pitchFamily="34" charset="0"/>
              </a:rPr>
              <a:t>instructions shape behavior. They do not give the agent new knowledge, access, or capabilities</a:t>
            </a:r>
            <a:r>
              <a:rPr lang="en-US" sz="1125">
                <a:solidFill>
                  <a:srgbClr val="4A5563"/>
                </a:solidFill>
                <a:cs typeface="Segoe UI" pitchFamily="34" charset="0"/>
              </a:rPr>
              <a:t>. Before adding an instruction, ask:</a:t>
            </a:r>
          </a:p>
          <a:p>
            <a:pPr marL="0" indent="0">
              <a:spcAft>
                <a:spcPts val="0"/>
              </a:spcAft>
              <a:buNone/>
            </a:pPr>
            <a:endParaRPr lang="en-US" sz="700">
              <a:solidFill>
                <a:srgbClr val="4A5563"/>
              </a:solidFill>
              <a:cs typeface="Segoe UI" pitchFamily="34" charset="0"/>
            </a:endParaRPr>
          </a:p>
          <a:p>
            <a:pPr marL="0" indent="0">
              <a:spcAft>
                <a:spcPts val="0"/>
              </a:spcAft>
              <a:buNone/>
            </a:pPr>
            <a:r>
              <a:rPr lang="en-US" sz="1125">
                <a:solidFill>
                  <a:srgbClr val="4A5563"/>
                </a:solidFill>
                <a:cs typeface="Segoe UI" pitchFamily="34" charset="0"/>
              </a:rPr>
              <a:t>Can the agent access the information it needs?</a:t>
            </a:r>
          </a:p>
          <a:p>
            <a:pPr marL="0" indent="0">
              <a:spcAft>
                <a:spcPts val="0"/>
              </a:spcAft>
              <a:buNone/>
            </a:pPr>
            <a:r>
              <a:rPr lang="en-US" sz="1125">
                <a:solidFill>
                  <a:srgbClr val="4A5563"/>
                </a:solidFill>
                <a:cs typeface="Segoe UI" pitchFamily="34" charset="0"/>
              </a:rPr>
              <a:t>Does it have a tool or skill to perform the action?</a:t>
            </a:r>
          </a:p>
          <a:p>
            <a:pPr marL="0" indent="0">
              <a:spcAft>
                <a:spcPts val="0"/>
              </a:spcAft>
              <a:buNone/>
            </a:pPr>
            <a:r>
              <a:rPr lang="en-US" sz="1125">
                <a:solidFill>
                  <a:srgbClr val="4A5563"/>
                </a:solidFill>
                <a:cs typeface="Segoe UI" pitchFamily="34" charset="0"/>
              </a:rPr>
              <a:t>If not, provide the missing knowledge or connect the right capability, instead of adding instructions.</a:t>
            </a:r>
          </a:p>
        </p:txBody>
      </p:sp>
      <p:sp>
        <p:nvSpPr>
          <p:cNvPr id="91" name="handoff">
            <a:extLst>
              <a:ext uri="{FF2B5EF4-FFF2-40B4-BE49-F238E27FC236}">
                <a16:creationId xmlns:a16="http://schemas.microsoft.com/office/drawing/2014/main" id="{2062D014-3585-7E70-B075-E46D2DA37080}"/>
              </a:ext>
            </a:extLst>
          </p:cNvPr>
          <p:cNvSpPr/>
          <p:nvPr/>
        </p:nvSpPr>
        <p:spPr>
          <a:xfrm>
            <a:off x="8223250" y="4525842"/>
            <a:ext cx="3187700" cy="730000"/>
          </a:xfrm>
          <a:prstGeom prst="roundRect">
            <a:avLst>
              <a:gd name="adj" fmla="val 9000"/>
            </a:avLst>
          </a:prstGeom>
          <a:solidFill>
            <a:srgbClr val="F3FBF5"/>
          </a:solidFill>
          <a:ln/>
        </p:spPr>
        <p:txBody>
          <a:bodyPr/>
          <a:lstStyle/>
          <a:p>
            <a:endParaRPr lang="en-US"/>
          </a:p>
        </p:txBody>
      </p:sp>
      <p:sp>
        <p:nvSpPr>
          <p:cNvPr id="93" name="handoff text">
            <a:extLst>
              <a:ext uri="{FF2B5EF4-FFF2-40B4-BE49-F238E27FC236}">
                <a16:creationId xmlns:a16="http://schemas.microsoft.com/office/drawing/2014/main" id="{77D2FBE2-D4C9-4D00-6451-980D0C6E0A3C}"/>
              </a:ext>
            </a:extLst>
          </p:cNvPr>
          <p:cNvSpPr/>
          <p:nvPr/>
        </p:nvSpPr>
        <p:spPr>
          <a:xfrm>
            <a:off x="8373250" y="4525842"/>
            <a:ext cx="2487700" cy="730000"/>
          </a:xfrm>
          <a:prstGeom prst="rect">
            <a:avLst/>
          </a:prstGeom>
          <a:noFill/>
          <a:ln/>
        </p:spPr>
        <p:txBody>
          <a:bodyPr wrap="square" lIns="0" tIns="0" rIns="0" bIns="0" rtlCol="0" anchor="ctr"/>
          <a:lstStyle/>
          <a:p>
            <a:pPr marL="0" indent="0">
              <a:spcAft>
                <a:spcPts val="300"/>
              </a:spcAft>
              <a:buNone/>
            </a:pPr>
            <a:r>
              <a:rPr lang="en-US" sz="900" b="1" spc="120">
                <a:latin typeface="+mj-lt"/>
                <a:cs typeface="Segoe UI Semibold" pitchFamily="34" charset="0"/>
              </a:rPr>
              <a:t>TASK-SPECIFIC CONTEXT GOES TO…</a:t>
            </a:r>
          </a:p>
          <a:p>
            <a:pPr marL="0" indent="0">
              <a:spcAft>
                <a:spcPts val="0"/>
              </a:spcAft>
              <a:buNone/>
            </a:pPr>
            <a:r>
              <a:rPr lang="en-US" sz="1500" b="1">
                <a:latin typeface="+mj-lt"/>
                <a:cs typeface="Segoe UI Semibold" pitchFamily="34" charset="0"/>
              </a:rPr>
              <a:t>Let </a:t>
            </a:r>
            <a:r>
              <a:rPr lang="en-US" sz="1500" b="1">
                <a:solidFill>
                  <a:srgbClr val="0796A5"/>
                </a:solidFill>
                <a:latin typeface="+mj-lt"/>
                <a:cs typeface="Segoe UI Semibold" pitchFamily="34" charset="0"/>
              </a:rPr>
              <a:t>Skills</a:t>
            </a:r>
            <a:r>
              <a:rPr lang="en-US" sz="1500" b="1">
                <a:latin typeface="+mj-lt"/>
                <a:cs typeface="Segoe UI Semibold" pitchFamily="34" charset="0"/>
              </a:rPr>
              <a:t> do the work</a:t>
            </a:r>
          </a:p>
        </p:txBody>
      </p:sp>
      <p:sp>
        <p:nvSpPr>
          <p:cNvPr id="95" name="handoff arrow">
            <a:extLst>
              <a:ext uri="{FF2B5EF4-FFF2-40B4-BE49-F238E27FC236}">
                <a16:creationId xmlns:a16="http://schemas.microsoft.com/office/drawing/2014/main" id="{B576338E-94B5-B595-1447-282C0966BED2}"/>
              </a:ext>
            </a:extLst>
          </p:cNvPr>
          <p:cNvSpPr/>
          <p:nvPr/>
        </p:nvSpPr>
        <p:spPr>
          <a:xfrm>
            <a:off x="10850950" y="4525842"/>
            <a:ext cx="460000" cy="730000"/>
          </a:xfrm>
          <a:prstGeom prst="rect">
            <a:avLst/>
          </a:prstGeom>
          <a:noFill/>
          <a:ln/>
        </p:spPr>
        <p:txBody>
          <a:bodyPr wrap="square" lIns="0" tIns="0" rIns="0" bIns="0" rtlCol="0" anchor="ctr"/>
          <a:lstStyle/>
          <a:p>
            <a:pPr marL="0" indent="0" algn="r">
              <a:spcAft>
                <a:spcPts val="0"/>
              </a:spcAft>
              <a:buNone/>
            </a:pPr>
            <a:r>
              <a:rPr lang="en-US" sz="2400" b="1">
                <a:cs typeface="Segoe UI" pitchFamily="34" charset="0"/>
              </a:rPr>
              <a:t>→</a:t>
            </a:r>
          </a:p>
        </p:txBody>
      </p:sp>
      <p:sp>
        <p:nvSpPr>
          <p:cNvPr id="5" name="Takeaway Banner">
            <a:extLst>
              <a:ext uri="{FF2B5EF4-FFF2-40B4-BE49-F238E27FC236}">
                <a16:creationId xmlns:a16="http://schemas.microsoft.com/office/drawing/2014/main" id="{CA08E8E8-CFA5-5524-87FE-0D816F60C5DC}"/>
              </a:ext>
            </a:extLst>
          </p:cNvPr>
          <p:cNvSpPr/>
          <p:nvPr/>
        </p:nvSpPr>
        <p:spPr>
          <a:xfrm>
            <a:off x="609599" y="5766019"/>
            <a:ext cx="10972801" cy="402336"/>
          </a:xfrm>
          <a:prstGeom prst="roundRect">
            <a:avLst>
              <a:gd name="adj" fmla="val 12000"/>
            </a:avLst>
          </a:prstGeom>
          <a:solidFill>
            <a:srgbClr val="FAF8FA"/>
          </a:solidFill>
          <a:ln w="12700">
            <a:solidFill>
              <a:schemeClr val="bg1"/>
            </a:solidFill>
          </a:ln>
          <a:effectLst>
            <a:outerShdw blurRad="50800" dist="38100" dir="5400000" algn="t" rotWithShape="0">
              <a:prstClr val="black">
                <a:alpha val="40000"/>
              </a:prstClr>
            </a:outerShdw>
          </a:effectLst>
        </p:spPr>
        <p:txBody>
          <a:bodyPr lIns="182880" tIns="18288" rIns="182880" bIns="18288" rtlCol="0" anchor="ctr"/>
          <a:lstStyle/>
          <a:p>
            <a:pPr algn="ctr"/>
            <a:r>
              <a:rPr lang="en-GB" sz="1300" b="1">
                <a:latin typeface="+mj-lt"/>
                <a:cs typeface="Segoe UI" pitchFamily="34" charset="0"/>
              </a:rPr>
              <a:t>Instructions = what is true in every conversation. If it only matters sometimes, it belongs in a Skill, not here.</a:t>
            </a:r>
          </a:p>
        </p:txBody>
      </p:sp>
    </p:spTree>
    <p:extLst>
      <p:ext uri="{BB962C8B-B14F-4D97-AF65-F5344CB8AC3E}">
        <p14:creationId xmlns:p14="http://schemas.microsoft.com/office/powerpoint/2010/main" val="3364021190"/>
      </p:ext>
    </p:extLst>
  </p:cSld>
  <p:clrMapOvr>
    <a:masterClrMapping/>
  </p:clrMapOvr>
  <p:transition>
    <p:fade/>
  </p:transition>
  <p:extLst>
    <p:ext uri="{6950BFC3-D8DA-4A85-94F7-54DA5524770B}"/>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F7FFB-ED5E-466F-FF70-338CAE3CF6A5}"/>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5CEAA994-B4D0-27C5-BE4E-8D59FE88E212}"/>
              </a:ext>
            </a:extLst>
          </p:cNvPr>
          <p:cNvSpPr/>
          <p:nvPr/>
        </p:nvSpPr>
        <p:spPr>
          <a:xfrm>
            <a:off x="0" y="0"/>
            <a:ext cx="12191695" cy="82296"/>
          </a:xfrm>
          <a:prstGeom prst="rect">
            <a:avLst/>
          </a:prstGeom>
          <a:solidFill>
            <a:srgbClr val="C239B3"/>
          </a:solidFill>
          <a:ln/>
        </p:spPr>
        <p:txBody>
          <a:bodyPr/>
          <a:lstStyle/>
          <a:p>
            <a:endParaRPr lang="en-NL"/>
          </a:p>
        </p:txBody>
      </p:sp>
      <p:sp>
        <p:nvSpPr>
          <p:cNvPr id="15" name="Text 6">
            <a:extLst>
              <a:ext uri="{FF2B5EF4-FFF2-40B4-BE49-F238E27FC236}">
                <a16:creationId xmlns:a16="http://schemas.microsoft.com/office/drawing/2014/main" id="{AA4C365C-AF91-99AB-6122-F0D6D3726C80}"/>
              </a:ext>
            </a:extLst>
          </p:cNvPr>
          <p:cNvSpPr/>
          <p:nvPr/>
        </p:nvSpPr>
        <p:spPr>
          <a:xfrm>
            <a:off x="502920" y="484632"/>
            <a:ext cx="9144000" cy="548640"/>
          </a:xfrm>
          <a:prstGeom prst="rect">
            <a:avLst/>
          </a:prstGeom>
          <a:noFill/>
          <a:ln/>
        </p:spPr>
        <p:txBody>
          <a:bodyPr wrap="square" rtlCol="0" anchor="ctr"/>
          <a:lstStyle/>
          <a:p>
            <a:pPr marL="0" indent="0">
              <a:buNone/>
            </a:pPr>
            <a:r>
              <a:rPr lang="en-US" sz="2800" b="1">
                <a:solidFill>
                  <a:srgbClr val="071D2B"/>
                </a:solidFill>
                <a:latin typeface="Segoe UI Semibold" pitchFamily="34" charset="0"/>
                <a:ea typeface="Segoe UI Semibold" pitchFamily="34" charset="-122"/>
                <a:cs typeface="Segoe UI Semibold" pitchFamily="34" charset="-120"/>
              </a:rPr>
              <a:t>Skills: instructions on demand</a:t>
            </a:r>
            <a:endParaRPr lang="en-US" sz="2800"/>
          </a:p>
        </p:txBody>
      </p:sp>
      <p:sp>
        <p:nvSpPr>
          <p:cNvPr id="17" name="Text 7">
            <a:extLst>
              <a:ext uri="{FF2B5EF4-FFF2-40B4-BE49-F238E27FC236}">
                <a16:creationId xmlns:a16="http://schemas.microsoft.com/office/drawing/2014/main" id="{BCDF501E-4B09-F5F2-96BC-0DA236861975}"/>
              </a:ext>
            </a:extLst>
          </p:cNvPr>
          <p:cNvSpPr/>
          <p:nvPr/>
        </p:nvSpPr>
        <p:spPr>
          <a:xfrm>
            <a:off x="517550" y="987552"/>
            <a:ext cx="10058400" cy="292608"/>
          </a:xfrm>
          <a:prstGeom prst="rect">
            <a:avLst/>
          </a:prstGeom>
          <a:noFill/>
          <a:ln/>
        </p:spPr>
        <p:txBody>
          <a:bodyPr wrap="square" rtlCol="0" anchor="ctr"/>
          <a:lstStyle/>
          <a:p>
            <a:pPr marL="0" indent="0">
              <a:buNone/>
            </a:pPr>
            <a:r>
              <a:rPr lang="en-US" sz="1250">
                <a:solidFill>
                  <a:srgbClr val="4A5563"/>
                </a:solidFill>
                <a:latin typeface="Segoe UI" pitchFamily="34" charset="0"/>
                <a:ea typeface="Segoe UI" pitchFamily="34" charset="-122"/>
                <a:cs typeface="Segoe UI" pitchFamily="34" charset="-120"/>
              </a:rPr>
              <a:t>A maker's guide: when to reach for a Skill, what goes in it, and what to avoid.</a:t>
            </a:r>
            <a:endParaRPr lang="en-US" sz="1250"/>
          </a:p>
        </p:txBody>
      </p:sp>
      <p:sp>
        <p:nvSpPr>
          <p:cNvPr id="19" name="Shape 8">
            <a:extLst>
              <a:ext uri="{FF2B5EF4-FFF2-40B4-BE49-F238E27FC236}">
                <a16:creationId xmlns:a16="http://schemas.microsoft.com/office/drawing/2014/main" id="{841FBDC9-0FD1-7B4C-1EE5-CC0EEB869AF1}"/>
              </a:ext>
            </a:extLst>
          </p:cNvPr>
          <p:cNvSpPr/>
          <p:nvPr/>
        </p:nvSpPr>
        <p:spPr>
          <a:xfrm>
            <a:off x="517550" y="1426464"/>
            <a:ext cx="3383280" cy="4206240"/>
          </a:xfrm>
          <a:prstGeom prst="roundRect">
            <a:avLst>
              <a:gd name="adj" fmla="val 2703"/>
            </a:avLst>
          </a:prstGeom>
          <a:solidFill>
            <a:srgbClr val="F5F5F5"/>
          </a:solidFill>
          <a:ln w="12700">
            <a:solidFill>
              <a:schemeClr val="bg1">
                <a:lumMod val="95000"/>
              </a:schemeClr>
            </a:solidFill>
            <a:prstDash val="solid"/>
          </a:ln>
        </p:spPr>
        <p:txBody>
          <a:bodyPr/>
          <a:lstStyle/>
          <a:p>
            <a:endParaRPr lang="en-NL"/>
          </a:p>
        </p:txBody>
      </p:sp>
      <p:sp>
        <p:nvSpPr>
          <p:cNvPr id="21" name="Shape 9">
            <a:extLst>
              <a:ext uri="{FF2B5EF4-FFF2-40B4-BE49-F238E27FC236}">
                <a16:creationId xmlns:a16="http://schemas.microsoft.com/office/drawing/2014/main" id="{A3E3637B-83D4-7C67-9F38-E52388447A89}"/>
              </a:ext>
            </a:extLst>
          </p:cNvPr>
          <p:cNvSpPr/>
          <p:nvPr/>
        </p:nvSpPr>
        <p:spPr>
          <a:xfrm>
            <a:off x="682142" y="1591056"/>
            <a:ext cx="3054096" cy="457200"/>
          </a:xfrm>
          <a:prstGeom prst="roundRect">
            <a:avLst>
              <a:gd name="adj" fmla="val 16000"/>
            </a:avLst>
          </a:prstGeom>
          <a:solidFill>
            <a:srgbClr val="0078D4"/>
          </a:solidFill>
          <a:ln/>
        </p:spPr>
        <p:txBody>
          <a:bodyPr/>
          <a:lstStyle/>
          <a:p>
            <a:endParaRPr lang="en-NL">
              <a:latin typeface="+mj-lt"/>
            </a:endParaRPr>
          </a:p>
        </p:txBody>
      </p:sp>
      <p:sp>
        <p:nvSpPr>
          <p:cNvPr id="23" name="Text 10">
            <a:extLst>
              <a:ext uri="{FF2B5EF4-FFF2-40B4-BE49-F238E27FC236}">
                <a16:creationId xmlns:a16="http://schemas.microsoft.com/office/drawing/2014/main" id="{2C024001-92EC-BCEF-ACA5-EE428545D75E}"/>
              </a:ext>
            </a:extLst>
          </p:cNvPr>
          <p:cNvSpPr/>
          <p:nvPr/>
        </p:nvSpPr>
        <p:spPr>
          <a:xfrm>
            <a:off x="682142" y="1591056"/>
            <a:ext cx="3054096" cy="457200"/>
          </a:xfrm>
          <a:prstGeom prst="rect">
            <a:avLst/>
          </a:prstGeom>
          <a:noFill/>
          <a:ln/>
        </p:spPr>
        <p:txBody>
          <a:bodyPr wrap="square" rtlCol="0" anchor="ctr"/>
          <a:lstStyle/>
          <a:p>
            <a:pPr marL="0" indent="0" algn="ctr">
              <a:buNone/>
            </a:pPr>
            <a:r>
              <a:rPr lang="en-US" sz="1200" kern="0" spc="100">
                <a:solidFill>
                  <a:srgbClr val="FFFFFF"/>
                </a:solidFill>
                <a:latin typeface="+mj-lt"/>
                <a:ea typeface="Segoe UI Semibold" pitchFamily="34" charset="-122"/>
                <a:cs typeface="Segoe UI Semibold" pitchFamily="34" charset="-120"/>
              </a:rPr>
              <a:t>WHY USE A SKILL</a:t>
            </a:r>
            <a:endParaRPr lang="en-US" sz="1200">
              <a:latin typeface="+mj-lt"/>
            </a:endParaRPr>
          </a:p>
        </p:txBody>
      </p:sp>
      <p:sp>
        <p:nvSpPr>
          <p:cNvPr id="25" name="row card">
            <a:extLst>
              <a:ext uri="{FF2B5EF4-FFF2-40B4-BE49-F238E27FC236}">
                <a16:creationId xmlns:a16="http://schemas.microsoft.com/office/drawing/2014/main" id="{EE7017B0-46EF-B998-1A10-144D77E57CED}"/>
              </a:ext>
            </a:extLst>
          </p:cNvPr>
          <p:cNvSpPr/>
          <p:nvPr/>
        </p:nvSpPr>
        <p:spPr>
          <a:xfrm>
            <a:off x="682142" y="2176272"/>
            <a:ext cx="3054096" cy="860000"/>
          </a:xfrm>
          <a:prstGeom prst="roundRect">
            <a:avLst>
              <a:gd name="adj" fmla="val 7500"/>
            </a:avLst>
          </a:prstGeom>
          <a:solidFill>
            <a:srgbClr val="FFFFFF"/>
          </a:solidFill>
          <a:ln w="9525">
            <a:solidFill>
              <a:srgbClr val="D8E5EF"/>
            </a:solidFill>
            <a:prstDash val="solid"/>
          </a:ln>
        </p:spPr>
        <p:txBody>
          <a:bodyPr/>
          <a:lstStyle/>
          <a:p>
            <a:endParaRPr lang="en-NL"/>
          </a:p>
        </p:txBody>
      </p:sp>
      <p:sp>
        <p:nvSpPr>
          <p:cNvPr id="27" name="row accent">
            <a:extLst>
              <a:ext uri="{FF2B5EF4-FFF2-40B4-BE49-F238E27FC236}">
                <a16:creationId xmlns:a16="http://schemas.microsoft.com/office/drawing/2014/main" id="{BCFB909B-4736-7B3C-1BFC-B43FDD808435}"/>
              </a:ext>
            </a:extLst>
          </p:cNvPr>
          <p:cNvSpPr/>
          <p:nvPr/>
        </p:nvSpPr>
        <p:spPr>
          <a:xfrm>
            <a:off x="682142" y="2176272"/>
            <a:ext cx="91440" cy="860000"/>
          </a:xfrm>
          <a:prstGeom prst="roundRect">
            <a:avLst>
              <a:gd name="adj" fmla="val 40000"/>
            </a:avLst>
          </a:prstGeom>
          <a:solidFill>
            <a:srgbClr val="0078D4"/>
          </a:solidFill>
          <a:ln/>
        </p:spPr>
        <p:txBody>
          <a:bodyPr/>
          <a:lstStyle/>
          <a:p>
            <a:endParaRPr lang="en-NL"/>
          </a:p>
        </p:txBody>
      </p:sp>
      <p:sp>
        <p:nvSpPr>
          <p:cNvPr id="29" name="row title">
            <a:extLst>
              <a:ext uri="{FF2B5EF4-FFF2-40B4-BE49-F238E27FC236}">
                <a16:creationId xmlns:a16="http://schemas.microsoft.com/office/drawing/2014/main" id="{841C5865-C792-2DC4-06C7-EA84B79E4809}"/>
              </a:ext>
            </a:extLst>
          </p:cNvPr>
          <p:cNvSpPr/>
          <p:nvPr/>
        </p:nvSpPr>
        <p:spPr>
          <a:xfrm>
            <a:off x="883310" y="2294272"/>
            <a:ext cx="2834640" cy="256032"/>
          </a:xfrm>
          <a:prstGeom prst="rect">
            <a:avLst/>
          </a:prstGeom>
          <a:noFill/>
          <a:ln/>
        </p:spPr>
        <p:txBody>
          <a:bodyPr wrap="square" rtlCol="0" anchor="ctr"/>
          <a:lstStyle/>
          <a:p>
            <a:pPr marL="0" indent="0">
              <a:buNone/>
            </a:pPr>
            <a:r>
              <a:rPr lang="en-US" sz="1150" b="1">
                <a:solidFill>
                  <a:srgbClr val="071D2B"/>
                </a:solidFill>
                <a:cs typeface="Segoe UI Semibold" pitchFamily="34" charset="0"/>
              </a:rPr>
              <a:t>Maintainability</a:t>
            </a:r>
          </a:p>
        </p:txBody>
      </p:sp>
      <p:sp>
        <p:nvSpPr>
          <p:cNvPr id="31" name="row desc">
            <a:extLst>
              <a:ext uri="{FF2B5EF4-FFF2-40B4-BE49-F238E27FC236}">
                <a16:creationId xmlns:a16="http://schemas.microsoft.com/office/drawing/2014/main" id="{C5D8952E-283F-5B0A-7C46-B2A758A3A3A2}"/>
              </a:ext>
            </a:extLst>
          </p:cNvPr>
          <p:cNvSpPr/>
          <p:nvPr/>
        </p:nvSpPr>
        <p:spPr>
          <a:xfrm>
            <a:off x="883310" y="2548272"/>
            <a:ext cx="2816352" cy="470000"/>
          </a:xfrm>
          <a:prstGeom prst="rect">
            <a:avLst/>
          </a:prstGeom>
          <a:noFill/>
          <a:ln/>
        </p:spPr>
        <p:txBody>
          <a:bodyPr wrap="square" rtlCol="0" anchor="t"/>
          <a:lstStyle/>
          <a:p>
            <a:pPr marL="0" indent="0">
              <a:lnSpc>
                <a:spcPct val="100000"/>
              </a:lnSpc>
              <a:buNone/>
            </a:pPr>
            <a:r>
              <a:rPr lang="en-US" sz="950">
                <a:solidFill>
                  <a:srgbClr val="4A5563"/>
                </a:solidFill>
                <a:cs typeface="Segoe UI" pitchFamily="34" charset="0"/>
              </a:rPr>
              <a:t>Keep the agent instructions readable, so a person can follow what it does one focused Skill at a time.</a:t>
            </a:r>
          </a:p>
        </p:txBody>
      </p:sp>
      <p:sp>
        <p:nvSpPr>
          <p:cNvPr id="33" name="row card">
            <a:extLst>
              <a:ext uri="{FF2B5EF4-FFF2-40B4-BE49-F238E27FC236}">
                <a16:creationId xmlns:a16="http://schemas.microsoft.com/office/drawing/2014/main" id="{ADB14484-3A87-1472-F202-54EDA0353D0E}"/>
              </a:ext>
            </a:extLst>
          </p:cNvPr>
          <p:cNvSpPr/>
          <p:nvPr/>
        </p:nvSpPr>
        <p:spPr>
          <a:xfrm>
            <a:off x="682142" y="3346472"/>
            <a:ext cx="3054096" cy="860000"/>
          </a:xfrm>
          <a:prstGeom prst="roundRect">
            <a:avLst>
              <a:gd name="adj" fmla="val 7500"/>
            </a:avLst>
          </a:prstGeom>
          <a:solidFill>
            <a:srgbClr val="FFFFFF"/>
          </a:solidFill>
          <a:ln w="9525">
            <a:solidFill>
              <a:srgbClr val="D8E5EF"/>
            </a:solidFill>
            <a:prstDash val="solid"/>
          </a:ln>
        </p:spPr>
        <p:txBody>
          <a:bodyPr/>
          <a:lstStyle/>
          <a:p>
            <a:endParaRPr lang="en-NL"/>
          </a:p>
        </p:txBody>
      </p:sp>
      <p:sp>
        <p:nvSpPr>
          <p:cNvPr id="35" name="row accent">
            <a:extLst>
              <a:ext uri="{FF2B5EF4-FFF2-40B4-BE49-F238E27FC236}">
                <a16:creationId xmlns:a16="http://schemas.microsoft.com/office/drawing/2014/main" id="{40DC766F-7D66-186D-76F3-5EF33E7E7D8F}"/>
              </a:ext>
            </a:extLst>
          </p:cNvPr>
          <p:cNvSpPr/>
          <p:nvPr/>
        </p:nvSpPr>
        <p:spPr>
          <a:xfrm>
            <a:off x="682142" y="3346472"/>
            <a:ext cx="91440" cy="860000"/>
          </a:xfrm>
          <a:prstGeom prst="roundRect">
            <a:avLst>
              <a:gd name="adj" fmla="val 40000"/>
            </a:avLst>
          </a:prstGeom>
          <a:solidFill>
            <a:srgbClr val="0078D4"/>
          </a:solidFill>
          <a:ln/>
        </p:spPr>
        <p:txBody>
          <a:bodyPr/>
          <a:lstStyle/>
          <a:p>
            <a:endParaRPr lang="en-NL"/>
          </a:p>
        </p:txBody>
      </p:sp>
      <p:sp>
        <p:nvSpPr>
          <p:cNvPr id="37" name="row title">
            <a:extLst>
              <a:ext uri="{FF2B5EF4-FFF2-40B4-BE49-F238E27FC236}">
                <a16:creationId xmlns:a16="http://schemas.microsoft.com/office/drawing/2014/main" id="{035705F5-D3A3-393D-03B0-FAB8AF3A4C14}"/>
              </a:ext>
            </a:extLst>
          </p:cNvPr>
          <p:cNvSpPr/>
          <p:nvPr/>
        </p:nvSpPr>
        <p:spPr>
          <a:xfrm>
            <a:off x="883310" y="3464472"/>
            <a:ext cx="2834640" cy="256032"/>
          </a:xfrm>
          <a:prstGeom prst="rect">
            <a:avLst/>
          </a:prstGeom>
          <a:noFill/>
          <a:ln/>
        </p:spPr>
        <p:txBody>
          <a:bodyPr wrap="square" rtlCol="0" anchor="ctr"/>
          <a:lstStyle/>
          <a:p>
            <a:pPr marL="0" indent="0">
              <a:buNone/>
            </a:pPr>
            <a:r>
              <a:rPr lang="en-US" sz="1150" b="1">
                <a:solidFill>
                  <a:srgbClr val="071D2B"/>
                </a:solidFill>
                <a:cs typeface="Segoe UI Semibold" pitchFamily="34" charset="0"/>
              </a:rPr>
              <a:t>Efficient context use</a:t>
            </a:r>
          </a:p>
        </p:txBody>
      </p:sp>
      <p:sp>
        <p:nvSpPr>
          <p:cNvPr id="39" name="row desc">
            <a:extLst>
              <a:ext uri="{FF2B5EF4-FFF2-40B4-BE49-F238E27FC236}">
                <a16:creationId xmlns:a16="http://schemas.microsoft.com/office/drawing/2014/main" id="{208CEB30-2DFB-9B48-BF1B-A1F5B748537B}"/>
              </a:ext>
            </a:extLst>
          </p:cNvPr>
          <p:cNvSpPr/>
          <p:nvPr/>
        </p:nvSpPr>
        <p:spPr>
          <a:xfrm>
            <a:off x="883310" y="3718472"/>
            <a:ext cx="2816352" cy="470000"/>
          </a:xfrm>
          <a:prstGeom prst="rect">
            <a:avLst/>
          </a:prstGeom>
          <a:noFill/>
          <a:ln/>
        </p:spPr>
        <p:txBody>
          <a:bodyPr wrap="square" rtlCol="0" anchor="t"/>
          <a:lstStyle/>
          <a:p>
            <a:pPr marL="0" indent="0">
              <a:lnSpc>
                <a:spcPct val="100000"/>
              </a:lnSpc>
              <a:buNone/>
            </a:pPr>
            <a:r>
              <a:rPr lang="en-US" sz="950">
                <a:solidFill>
                  <a:srgbClr val="4A5563"/>
                </a:solidFill>
                <a:cs typeface="Segoe UI" pitchFamily="34" charset="0"/>
              </a:rPr>
              <a:t>Instructions load only when the scenario needs them, instead of on every single turn.</a:t>
            </a:r>
          </a:p>
        </p:txBody>
      </p:sp>
      <p:sp>
        <p:nvSpPr>
          <p:cNvPr id="41" name="row card">
            <a:extLst>
              <a:ext uri="{FF2B5EF4-FFF2-40B4-BE49-F238E27FC236}">
                <a16:creationId xmlns:a16="http://schemas.microsoft.com/office/drawing/2014/main" id="{1EE87E47-2B85-23EF-1848-F2F64E7F9A0E}"/>
              </a:ext>
            </a:extLst>
          </p:cNvPr>
          <p:cNvSpPr/>
          <p:nvPr/>
        </p:nvSpPr>
        <p:spPr>
          <a:xfrm>
            <a:off x="682142" y="4516672"/>
            <a:ext cx="3054096" cy="860000"/>
          </a:xfrm>
          <a:prstGeom prst="roundRect">
            <a:avLst>
              <a:gd name="adj" fmla="val 7500"/>
            </a:avLst>
          </a:prstGeom>
          <a:solidFill>
            <a:srgbClr val="FFFFFF"/>
          </a:solidFill>
          <a:ln w="9525">
            <a:solidFill>
              <a:srgbClr val="D8E5EF"/>
            </a:solidFill>
            <a:prstDash val="solid"/>
          </a:ln>
        </p:spPr>
        <p:txBody>
          <a:bodyPr/>
          <a:lstStyle/>
          <a:p>
            <a:endParaRPr lang="en-NL"/>
          </a:p>
        </p:txBody>
      </p:sp>
      <p:sp>
        <p:nvSpPr>
          <p:cNvPr id="43" name="row accent">
            <a:extLst>
              <a:ext uri="{FF2B5EF4-FFF2-40B4-BE49-F238E27FC236}">
                <a16:creationId xmlns:a16="http://schemas.microsoft.com/office/drawing/2014/main" id="{5ECFEC86-EB9D-5F20-EED4-FE0B7485617A}"/>
              </a:ext>
            </a:extLst>
          </p:cNvPr>
          <p:cNvSpPr/>
          <p:nvPr/>
        </p:nvSpPr>
        <p:spPr>
          <a:xfrm>
            <a:off x="682142" y="4516672"/>
            <a:ext cx="91440" cy="860000"/>
          </a:xfrm>
          <a:prstGeom prst="roundRect">
            <a:avLst>
              <a:gd name="adj" fmla="val 40000"/>
            </a:avLst>
          </a:prstGeom>
          <a:solidFill>
            <a:srgbClr val="0078D4"/>
          </a:solidFill>
          <a:ln/>
        </p:spPr>
        <p:txBody>
          <a:bodyPr/>
          <a:lstStyle/>
          <a:p>
            <a:endParaRPr lang="en-NL"/>
          </a:p>
        </p:txBody>
      </p:sp>
      <p:sp>
        <p:nvSpPr>
          <p:cNvPr id="45" name="row title">
            <a:extLst>
              <a:ext uri="{FF2B5EF4-FFF2-40B4-BE49-F238E27FC236}">
                <a16:creationId xmlns:a16="http://schemas.microsoft.com/office/drawing/2014/main" id="{7A4C09A8-4A67-8F3A-61FC-6A5213567B92}"/>
              </a:ext>
            </a:extLst>
          </p:cNvPr>
          <p:cNvSpPr/>
          <p:nvPr/>
        </p:nvSpPr>
        <p:spPr>
          <a:xfrm>
            <a:off x="883310" y="4634672"/>
            <a:ext cx="2834640" cy="256032"/>
          </a:xfrm>
          <a:prstGeom prst="rect">
            <a:avLst/>
          </a:prstGeom>
          <a:noFill/>
          <a:ln/>
        </p:spPr>
        <p:txBody>
          <a:bodyPr wrap="square" rtlCol="0" anchor="ctr"/>
          <a:lstStyle/>
          <a:p>
            <a:pPr marL="0" indent="0">
              <a:buNone/>
            </a:pPr>
            <a:r>
              <a:rPr lang="en-US" sz="1150" b="1">
                <a:solidFill>
                  <a:srgbClr val="071D2B"/>
                </a:solidFill>
                <a:cs typeface="Segoe UI Semibold" pitchFamily="34" charset="0"/>
              </a:rPr>
              <a:t>Accuracy, in some cases</a:t>
            </a:r>
          </a:p>
        </p:txBody>
      </p:sp>
      <p:sp>
        <p:nvSpPr>
          <p:cNvPr id="47" name="row desc">
            <a:extLst>
              <a:ext uri="{FF2B5EF4-FFF2-40B4-BE49-F238E27FC236}">
                <a16:creationId xmlns:a16="http://schemas.microsoft.com/office/drawing/2014/main" id="{31DABC7C-FAEC-ABC7-A6D2-B6FF372DA92A}"/>
              </a:ext>
            </a:extLst>
          </p:cNvPr>
          <p:cNvSpPr/>
          <p:nvPr/>
        </p:nvSpPr>
        <p:spPr>
          <a:xfrm>
            <a:off x="883310" y="4888672"/>
            <a:ext cx="2900186" cy="470000"/>
          </a:xfrm>
          <a:prstGeom prst="rect">
            <a:avLst/>
          </a:prstGeom>
          <a:noFill/>
          <a:ln/>
        </p:spPr>
        <p:txBody>
          <a:bodyPr wrap="square" rtlCol="0" anchor="t"/>
          <a:lstStyle/>
          <a:p>
            <a:pPr marL="0" indent="0">
              <a:lnSpc>
                <a:spcPct val="100000"/>
              </a:lnSpc>
              <a:buNone/>
            </a:pPr>
            <a:r>
              <a:rPr lang="en-US" sz="950">
                <a:solidFill>
                  <a:srgbClr val="4A5563"/>
                </a:solidFill>
                <a:cs typeface="Segoe UI" pitchFamily="34" charset="0"/>
              </a:rPr>
              <a:t>A large always-on prompt makes the model weigh irrelevant guidance every turn, which can reduce accuracy. A Skill loads only what the task needs.</a:t>
            </a:r>
          </a:p>
        </p:txBody>
      </p:sp>
      <p:sp>
        <p:nvSpPr>
          <p:cNvPr id="49" name="Shape 27">
            <a:extLst>
              <a:ext uri="{FF2B5EF4-FFF2-40B4-BE49-F238E27FC236}">
                <a16:creationId xmlns:a16="http://schemas.microsoft.com/office/drawing/2014/main" id="{B6AE9944-536A-7459-7D7A-25DDC3B46656}"/>
              </a:ext>
            </a:extLst>
          </p:cNvPr>
          <p:cNvSpPr/>
          <p:nvPr/>
        </p:nvSpPr>
        <p:spPr>
          <a:xfrm>
            <a:off x="8289950" y="1426464"/>
            <a:ext cx="3383280" cy="4206240"/>
          </a:xfrm>
          <a:prstGeom prst="roundRect">
            <a:avLst>
              <a:gd name="adj" fmla="val 2703"/>
            </a:avLst>
          </a:prstGeom>
          <a:solidFill>
            <a:srgbClr val="F5F5F5"/>
          </a:solidFill>
          <a:ln w="12700">
            <a:solidFill>
              <a:schemeClr val="bg1">
                <a:lumMod val="95000"/>
              </a:schemeClr>
            </a:solidFill>
            <a:prstDash val="solid"/>
          </a:ln>
        </p:spPr>
        <p:txBody>
          <a:bodyPr/>
          <a:lstStyle/>
          <a:p>
            <a:endParaRPr lang="en-NL"/>
          </a:p>
        </p:txBody>
      </p:sp>
      <p:sp>
        <p:nvSpPr>
          <p:cNvPr id="51" name="Shape 28">
            <a:extLst>
              <a:ext uri="{FF2B5EF4-FFF2-40B4-BE49-F238E27FC236}">
                <a16:creationId xmlns:a16="http://schemas.microsoft.com/office/drawing/2014/main" id="{574B7E32-DCF5-621F-8A3B-AE46F23DC98D}"/>
              </a:ext>
            </a:extLst>
          </p:cNvPr>
          <p:cNvSpPr/>
          <p:nvPr/>
        </p:nvSpPr>
        <p:spPr>
          <a:xfrm>
            <a:off x="8454542" y="1591056"/>
            <a:ext cx="3054096" cy="457200"/>
          </a:xfrm>
          <a:prstGeom prst="roundRect">
            <a:avLst>
              <a:gd name="adj" fmla="val 16000"/>
            </a:avLst>
          </a:prstGeom>
          <a:solidFill>
            <a:srgbClr val="C239B3"/>
          </a:solidFill>
          <a:ln/>
        </p:spPr>
        <p:txBody>
          <a:bodyPr/>
          <a:lstStyle/>
          <a:p>
            <a:endParaRPr lang="en-NL"/>
          </a:p>
        </p:txBody>
      </p:sp>
      <p:sp>
        <p:nvSpPr>
          <p:cNvPr id="53" name="Text 29">
            <a:extLst>
              <a:ext uri="{FF2B5EF4-FFF2-40B4-BE49-F238E27FC236}">
                <a16:creationId xmlns:a16="http://schemas.microsoft.com/office/drawing/2014/main" id="{C2C39F18-8C3A-3FA1-E5F6-C28FA409046F}"/>
              </a:ext>
            </a:extLst>
          </p:cNvPr>
          <p:cNvSpPr/>
          <p:nvPr/>
        </p:nvSpPr>
        <p:spPr>
          <a:xfrm>
            <a:off x="8454542" y="1591056"/>
            <a:ext cx="3054096" cy="457200"/>
          </a:xfrm>
          <a:prstGeom prst="rect">
            <a:avLst/>
          </a:prstGeom>
          <a:noFill/>
          <a:ln/>
        </p:spPr>
        <p:txBody>
          <a:bodyPr wrap="square" rtlCol="0" anchor="ctr"/>
          <a:lstStyle/>
          <a:p>
            <a:pPr marL="0" indent="0" algn="ctr">
              <a:buNone/>
            </a:pPr>
            <a:r>
              <a:rPr lang="en-US" sz="1200" kern="0" spc="100">
                <a:solidFill>
                  <a:srgbClr val="FFFFFF"/>
                </a:solidFill>
                <a:latin typeface="+mj-lt"/>
                <a:ea typeface="Segoe UI Semibold" pitchFamily="34" charset="-122"/>
                <a:cs typeface="Segoe UI Semibold" pitchFamily="34" charset="-120"/>
              </a:rPr>
              <a:t>AVOID</a:t>
            </a:r>
            <a:endParaRPr lang="en-US" sz="1200">
              <a:latin typeface="+mj-lt"/>
            </a:endParaRPr>
          </a:p>
        </p:txBody>
      </p:sp>
      <p:sp>
        <p:nvSpPr>
          <p:cNvPr id="55" name="Shape 30">
            <a:extLst>
              <a:ext uri="{FF2B5EF4-FFF2-40B4-BE49-F238E27FC236}">
                <a16:creationId xmlns:a16="http://schemas.microsoft.com/office/drawing/2014/main" id="{45454D68-F043-86A2-6E7A-E21B27632AF5}"/>
              </a:ext>
            </a:extLst>
          </p:cNvPr>
          <p:cNvSpPr/>
          <p:nvPr/>
        </p:nvSpPr>
        <p:spPr>
          <a:xfrm>
            <a:off x="8454542" y="2176272"/>
            <a:ext cx="3054096" cy="731520"/>
          </a:xfrm>
          <a:prstGeom prst="roundRect">
            <a:avLst>
              <a:gd name="adj" fmla="val 7500"/>
            </a:avLst>
          </a:prstGeom>
          <a:solidFill>
            <a:srgbClr val="FFFFFF"/>
          </a:solidFill>
          <a:ln w="9525">
            <a:solidFill>
              <a:srgbClr val="D8E5EF"/>
            </a:solidFill>
            <a:prstDash val="solid"/>
          </a:ln>
        </p:spPr>
        <p:txBody>
          <a:bodyPr/>
          <a:lstStyle/>
          <a:p>
            <a:endParaRPr lang="en-NL"/>
          </a:p>
        </p:txBody>
      </p:sp>
      <p:sp>
        <p:nvSpPr>
          <p:cNvPr id="57" name="Shape 31">
            <a:extLst>
              <a:ext uri="{FF2B5EF4-FFF2-40B4-BE49-F238E27FC236}">
                <a16:creationId xmlns:a16="http://schemas.microsoft.com/office/drawing/2014/main" id="{6A221D58-F60C-8FB4-B35C-AC9E9ACE954F}"/>
              </a:ext>
            </a:extLst>
          </p:cNvPr>
          <p:cNvSpPr/>
          <p:nvPr/>
        </p:nvSpPr>
        <p:spPr>
          <a:xfrm>
            <a:off x="8454542" y="2176272"/>
            <a:ext cx="91440" cy="731520"/>
          </a:xfrm>
          <a:prstGeom prst="roundRect">
            <a:avLst>
              <a:gd name="adj" fmla="val 40000"/>
            </a:avLst>
          </a:prstGeom>
          <a:solidFill>
            <a:srgbClr val="C239B3"/>
          </a:solidFill>
          <a:ln/>
        </p:spPr>
        <p:txBody>
          <a:bodyPr/>
          <a:lstStyle/>
          <a:p>
            <a:endParaRPr lang="en-NL"/>
          </a:p>
        </p:txBody>
      </p:sp>
      <p:sp>
        <p:nvSpPr>
          <p:cNvPr id="59" name="Text 32">
            <a:extLst>
              <a:ext uri="{FF2B5EF4-FFF2-40B4-BE49-F238E27FC236}">
                <a16:creationId xmlns:a16="http://schemas.microsoft.com/office/drawing/2014/main" id="{09F10138-4F25-BAC2-CC0B-2AE6AAEA2AB6}"/>
              </a:ext>
            </a:extLst>
          </p:cNvPr>
          <p:cNvSpPr/>
          <p:nvPr/>
        </p:nvSpPr>
        <p:spPr>
          <a:xfrm>
            <a:off x="8655710" y="2258568"/>
            <a:ext cx="2834640" cy="256032"/>
          </a:xfrm>
          <a:prstGeom prst="rect">
            <a:avLst/>
          </a:prstGeom>
          <a:noFill/>
          <a:ln/>
        </p:spPr>
        <p:txBody>
          <a:bodyPr wrap="square" rtlCol="0" anchor="ctr"/>
          <a:lstStyle/>
          <a:p>
            <a:pPr marL="0" indent="0">
              <a:buNone/>
            </a:pPr>
            <a:r>
              <a:rPr lang="en-US" sz="1150" b="1">
                <a:solidFill>
                  <a:srgbClr val="071D2B"/>
                </a:solidFill>
                <a:ea typeface="Segoe UI Semibold" pitchFamily="34" charset="-122"/>
                <a:cs typeface="Segoe UI Semibold" pitchFamily="34" charset="-120"/>
              </a:rPr>
              <a:t>Vague descriptions</a:t>
            </a:r>
            <a:endParaRPr lang="en-US" sz="1150"/>
          </a:p>
        </p:txBody>
      </p:sp>
      <p:sp>
        <p:nvSpPr>
          <p:cNvPr id="61" name="Text 33">
            <a:extLst>
              <a:ext uri="{FF2B5EF4-FFF2-40B4-BE49-F238E27FC236}">
                <a16:creationId xmlns:a16="http://schemas.microsoft.com/office/drawing/2014/main" id="{4342222F-BEDA-1619-C7A3-794C951C83DF}"/>
              </a:ext>
            </a:extLst>
          </p:cNvPr>
          <p:cNvSpPr/>
          <p:nvPr/>
        </p:nvSpPr>
        <p:spPr>
          <a:xfrm>
            <a:off x="8655710" y="2505456"/>
            <a:ext cx="2816352" cy="365760"/>
          </a:xfrm>
          <a:prstGeom prst="rect">
            <a:avLst/>
          </a:prstGeom>
          <a:noFill/>
          <a:ln/>
        </p:spPr>
        <p:txBody>
          <a:bodyPr wrap="square" rtlCol="0" anchor="ctr"/>
          <a:lstStyle/>
          <a:p>
            <a:pPr marL="0" indent="0">
              <a:lnSpc>
                <a:spcPct val="95000"/>
              </a:lnSpc>
              <a:buNone/>
            </a:pPr>
            <a:r>
              <a:rPr lang="en-US" sz="950">
                <a:solidFill>
                  <a:srgbClr val="4A5563"/>
                </a:solidFill>
                <a:ea typeface="Segoe UI" pitchFamily="34" charset="-122"/>
                <a:cs typeface="Segoe UI" pitchFamily="34" charset="-120"/>
              </a:rPr>
              <a:t>Weak routing signals make a Skill mis-fire or never trigger.</a:t>
            </a:r>
            <a:endParaRPr lang="en-US" sz="950"/>
          </a:p>
        </p:txBody>
      </p:sp>
      <p:sp>
        <p:nvSpPr>
          <p:cNvPr id="63" name="Shape 34">
            <a:extLst>
              <a:ext uri="{FF2B5EF4-FFF2-40B4-BE49-F238E27FC236}">
                <a16:creationId xmlns:a16="http://schemas.microsoft.com/office/drawing/2014/main" id="{F8A8D2E5-953D-2964-8A9A-C87E2EC14DBE}"/>
              </a:ext>
            </a:extLst>
          </p:cNvPr>
          <p:cNvSpPr/>
          <p:nvPr/>
        </p:nvSpPr>
        <p:spPr>
          <a:xfrm>
            <a:off x="8454542" y="2999232"/>
            <a:ext cx="3054096" cy="731520"/>
          </a:xfrm>
          <a:prstGeom prst="roundRect">
            <a:avLst>
              <a:gd name="adj" fmla="val 7500"/>
            </a:avLst>
          </a:prstGeom>
          <a:solidFill>
            <a:srgbClr val="FFFFFF"/>
          </a:solidFill>
          <a:ln w="9525">
            <a:solidFill>
              <a:srgbClr val="D8E5EF"/>
            </a:solidFill>
            <a:prstDash val="solid"/>
          </a:ln>
        </p:spPr>
        <p:txBody>
          <a:bodyPr/>
          <a:lstStyle/>
          <a:p>
            <a:endParaRPr lang="en-NL"/>
          </a:p>
        </p:txBody>
      </p:sp>
      <p:sp>
        <p:nvSpPr>
          <p:cNvPr id="65" name="Shape 35">
            <a:extLst>
              <a:ext uri="{FF2B5EF4-FFF2-40B4-BE49-F238E27FC236}">
                <a16:creationId xmlns:a16="http://schemas.microsoft.com/office/drawing/2014/main" id="{4F288AB0-0B37-E724-A8A5-D84FE337DCDC}"/>
              </a:ext>
            </a:extLst>
          </p:cNvPr>
          <p:cNvSpPr/>
          <p:nvPr/>
        </p:nvSpPr>
        <p:spPr>
          <a:xfrm>
            <a:off x="8454542" y="2999232"/>
            <a:ext cx="91440" cy="731520"/>
          </a:xfrm>
          <a:prstGeom prst="roundRect">
            <a:avLst>
              <a:gd name="adj" fmla="val 40000"/>
            </a:avLst>
          </a:prstGeom>
          <a:solidFill>
            <a:srgbClr val="C239B3"/>
          </a:solidFill>
          <a:ln/>
        </p:spPr>
        <p:txBody>
          <a:bodyPr/>
          <a:lstStyle/>
          <a:p>
            <a:endParaRPr lang="en-NL"/>
          </a:p>
        </p:txBody>
      </p:sp>
      <p:sp>
        <p:nvSpPr>
          <p:cNvPr id="67" name="Text 36">
            <a:extLst>
              <a:ext uri="{FF2B5EF4-FFF2-40B4-BE49-F238E27FC236}">
                <a16:creationId xmlns:a16="http://schemas.microsoft.com/office/drawing/2014/main" id="{3C705934-1860-8DAF-8658-9C7A3ED0F319}"/>
              </a:ext>
            </a:extLst>
          </p:cNvPr>
          <p:cNvSpPr/>
          <p:nvPr/>
        </p:nvSpPr>
        <p:spPr>
          <a:xfrm>
            <a:off x="8655710" y="3081528"/>
            <a:ext cx="2834640" cy="256032"/>
          </a:xfrm>
          <a:prstGeom prst="rect">
            <a:avLst/>
          </a:prstGeom>
          <a:noFill/>
          <a:ln/>
        </p:spPr>
        <p:txBody>
          <a:bodyPr wrap="square" rtlCol="0" anchor="ctr"/>
          <a:lstStyle/>
          <a:p>
            <a:pPr marL="0" indent="0">
              <a:buNone/>
            </a:pPr>
            <a:r>
              <a:rPr lang="en-US" sz="1150" b="1">
                <a:solidFill>
                  <a:srgbClr val="071D2B"/>
                </a:solidFill>
                <a:ea typeface="Segoe UI Semibold" pitchFamily="34" charset="-122"/>
                <a:cs typeface="Segoe UI Semibold" pitchFamily="34" charset="-120"/>
              </a:rPr>
              <a:t>Mega-skills</a:t>
            </a:r>
            <a:endParaRPr lang="en-US" sz="1150"/>
          </a:p>
        </p:txBody>
      </p:sp>
      <p:sp>
        <p:nvSpPr>
          <p:cNvPr id="69" name="Text 37">
            <a:extLst>
              <a:ext uri="{FF2B5EF4-FFF2-40B4-BE49-F238E27FC236}">
                <a16:creationId xmlns:a16="http://schemas.microsoft.com/office/drawing/2014/main" id="{E9DFD3A6-C4DA-EEB8-E863-362A4D3481E4}"/>
              </a:ext>
            </a:extLst>
          </p:cNvPr>
          <p:cNvSpPr/>
          <p:nvPr/>
        </p:nvSpPr>
        <p:spPr>
          <a:xfrm>
            <a:off x="8655710" y="3328416"/>
            <a:ext cx="2816352" cy="365760"/>
          </a:xfrm>
          <a:prstGeom prst="rect">
            <a:avLst/>
          </a:prstGeom>
          <a:noFill/>
          <a:ln/>
        </p:spPr>
        <p:txBody>
          <a:bodyPr wrap="square" rtlCol="0" anchor="ctr"/>
          <a:lstStyle/>
          <a:p>
            <a:pPr marL="0" indent="0">
              <a:lnSpc>
                <a:spcPct val="95000"/>
              </a:lnSpc>
              <a:buNone/>
            </a:pPr>
            <a:r>
              <a:rPr lang="en-US" sz="950">
                <a:solidFill>
                  <a:srgbClr val="4A5563"/>
                </a:solidFill>
                <a:ea typeface="Segoe UI" pitchFamily="34" charset="-122"/>
                <a:cs typeface="Segoe UI" pitchFamily="34" charset="-120"/>
              </a:rPr>
              <a:t>Broad, do-everything scope blurs intent and overlaps others.</a:t>
            </a:r>
            <a:endParaRPr lang="en-US" sz="950"/>
          </a:p>
        </p:txBody>
      </p:sp>
      <p:sp>
        <p:nvSpPr>
          <p:cNvPr id="71" name="Shape 38">
            <a:extLst>
              <a:ext uri="{FF2B5EF4-FFF2-40B4-BE49-F238E27FC236}">
                <a16:creationId xmlns:a16="http://schemas.microsoft.com/office/drawing/2014/main" id="{7C551945-FAD6-87AB-73A0-A04670BC4A75}"/>
              </a:ext>
            </a:extLst>
          </p:cNvPr>
          <p:cNvSpPr/>
          <p:nvPr/>
        </p:nvSpPr>
        <p:spPr>
          <a:xfrm>
            <a:off x="8454542" y="3822192"/>
            <a:ext cx="3054096" cy="731520"/>
          </a:xfrm>
          <a:prstGeom prst="roundRect">
            <a:avLst>
              <a:gd name="adj" fmla="val 7500"/>
            </a:avLst>
          </a:prstGeom>
          <a:solidFill>
            <a:srgbClr val="FFFFFF"/>
          </a:solidFill>
          <a:ln w="9525">
            <a:solidFill>
              <a:srgbClr val="D8E5EF"/>
            </a:solidFill>
            <a:prstDash val="solid"/>
          </a:ln>
        </p:spPr>
        <p:txBody>
          <a:bodyPr/>
          <a:lstStyle/>
          <a:p>
            <a:endParaRPr lang="en-NL"/>
          </a:p>
        </p:txBody>
      </p:sp>
      <p:sp>
        <p:nvSpPr>
          <p:cNvPr id="73" name="Shape 39">
            <a:extLst>
              <a:ext uri="{FF2B5EF4-FFF2-40B4-BE49-F238E27FC236}">
                <a16:creationId xmlns:a16="http://schemas.microsoft.com/office/drawing/2014/main" id="{C1F2D38A-31BA-DFD7-4B38-B04FAE3F3859}"/>
              </a:ext>
            </a:extLst>
          </p:cNvPr>
          <p:cNvSpPr/>
          <p:nvPr/>
        </p:nvSpPr>
        <p:spPr>
          <a:xfrm>
            <a:off x="8454542" y="3822192"/>
            <a:ext cx="91440" cy="731520"/>
          </a:xfrm>
          <a:prstGeom prst="roundRect">
            <a:avLst>
              <a:gd name="adj" fmla="val 40000"/>
            </a:avLst>
          </a:prstGeom>
          <a:solidFill>
            <a:srgbClr val="C239B3"/>
          </a:solidFill>
          <a:ln/>
        </p:spPr>
        <p:txBody>
          <a:bodyPr/>
          <a:lstStyle/>
          <a:p>
            <a:endParaRPr lang="en-NL"/>
          </a:p>
        </p:txBody>
      </p:sp>
      <p:sp>
        <p:nvSpPr>
          <p:cNvPr id="75" name="Text 40">
            <a:extLst>
              <a:ext uri="{FF2B5EF4-FFF2-40B4-BE49-F238E27FC236}">
                <a16:creationId xmlns:a16="http://schemas.microsoft.com/office/drawing/2014/main" id="{F8067DD6-2EB4-8B08-DE77-423041697EAC}"/>
              </a:ext>
            </a:extLst>
          </p:cNvPr>
          <p:cNvSpPr/>
          <p:nvPr/>
        </p:nvSpPr>
        <p:spPr>
          <a:xfrm>
            <a:off x="8655710" y="3904488"/>
            <a:ext cx="2834640" cy="256032"/>
          </a:xfrm>
          <a:prstGeom prst="rect">
            <a:avLst/>
          </a:prstGeom>
          <a:noFill/>
          <a:ln/>
        </p:spPr>
        <p:txBody>
          <a:bodyPr wrap="square" rtlCol="0" anchor="ctr"/>
          <a:lstStyle/>
          <a:p>
            <a:pPr marL="0" indent="0">
              <a:buNone/>
            </a:pPr>
            <a:r>
              <a:rPr lang="en-US" sz="1150" b="1">
                <a:solidFill>
                  <a:srgbClr val="071D2B"/>
                </a:solidFill>
                <a:ea typeface="Segoe UI Semibold" pitchFamily="34" charset="-122"/>
                <a:cs typeface="Segoe UI Semibold" pitchFamily="34" charset="-120"/>
              </a:rPr>
              <a:t>Fact dumps</a:t>
            </a:r>
            <a:endParaRPr lang="en-US" sz="1150"/>
          </a:p>
        </p:txBody>
      </p:sp>
      <p:sp>
        <p:nvSpPr>
          <p:cNvPr id="77" name="Text 41">
            <a:extLst>
              <a:ext uri="{FF2B5EF4-FFF2-40B4-BE49-F238E27FC236}">
                <a16:creationId xmlns:a16="http://schemas.microsoft.com/office/drawing/2014/main" id="{D63A40FD-14B4-DF26-9376-B8B42DF4630C}"/>
              </a:ext>
            </a:extLst>
          </p:cNvPr>
          <p:cNvSpPr/>
          <p:nvPr/>
        </p:nvSpPr>
        <p:spPr>
          <a:xfrm>
            <a:off x="8655710" y="4151376"/>
            <a:ext cx="2816352" cy="365760"/>
          </a:xfrm>
          <a:prstGeom prst="rect">
            <a:avLst/>
          </a:prstGeom>
          <a:noFill/>
          <a:ln/>
        </p:spPr>
        <p:txBody>
          <a:bodyPr wrap="square" rtlCol="0" anchor="ctr"/>
          <a:lstStyle/>
          <a:p>
            <a:pPr marL="0" indent="0">
              <a:lnSpc>
                <a:spcPct val="95000"/>
              </a:lnSpc>
              <a:buNone/>
            </a:pPr>
            <a:r>
              <a:rPr lang="en-US" sz="950">
                <a:solidFill>
                  <a:srgbClr val="4A5563"/>
                </a:solidFill>
                <a:ea typeface="Segoe UI" pitchFamily="34" charset="-122"/>
                <a:cs typeface="Segoe UI" pitchFamily="34" charset="-120"/>
              </a:rPr>
              <a:t>A Skill guides; it does not replace a Knowledge source.</a:t>
            </a:r>
            <a:endParaRPr lang="en-US" sz="950"/>
          </a:p>
        </p:txBody>
      </p:sp>
      <p:sp>
        <p:nvSpPr>
          <p:cNvPr id="79" name="Shape 42">
            <a:extLst>
              <a:ext uri="{FF2B5EF4-FFF2-40B4-BE49-F238E27FC236}">
                <a16:creationId xmlns:a16="http://schemas.microsoft.com/office/drawing/2014/main" id="{69E30719-0518-964C-AB97-5B4DF7B792B9}"/>
              </a:ext>
            </a:extLst>
          </p:cNvPr>
          <p:cNvSpPr/>
          <p:nvPr/>
        </p:nvSpPr>
        <p:spPr>
          <a:xfrm>
            <a:off x="8454542" y="4645152"/>
            <a:ext cx="3054096" cy="731520"/>
          </a:xfrm>
          <a:prstGeom prst="roundRect">
            <a:avLst>
              <a:gd name="adj" fmla="val 7500"/>
            </a:avLst>
          </a:prstGeom>
          <a:solidFill>
            <a:srgbClr val="FFFFFF"/>
          </a:solidFill>
          <a:ln w="9525">
            <a:solidFill>
              <a:srgbClr val="D8E5EF"/>
            </a:solidFill>
            <a:prstDash val="solid"/>
          </a:ln>
        </p:spPr>
        <p:txBody>
          <a:bodyPr/>
          <a:lstStyle/>
          <a:p>
            <a:endParaRPr lang="en-NL"/>
          </a:p>
        </p:txBody>
      </p:sp>
      <p:sp>
        <p:nvSpPr>
          <p:cNvPr id="81" name="Shape 43">
            <a:extLst>
              <a:ext uri="{FF2B5EF4-FFF2-40B4-BE49-F238E27FC236}">
                <a16:creationId xmlns:a16="http://schemas.microsoft.com/office/drawing/2014/main" id="{6EB1023E-09D9-97B6-A482-785867AE04A1}"/>
              </a:ext>
            </a:extLst>
          </p:cNvPr>
          <p:cNvSpPr/>
          <p:nvPr/>
        </p:nvSpPr>
        <p:spPr>
          <a:xfrm>
            <a:off x="8454542" y="4645152"/>
            <a:ext cx="91440" cy="731520"/>
          </a:xfrm>
          <a:prstGeom prst="roundRect">
            <a:avLst>
              <a:gd name="adj" fmla="val 40000"/>
            </a:avLst>
          </a:prstGeom>
          <a:solidFill>
            <a:srgbClr val="C239B3"/>
          </a:solidFill>
          <a:ln/>
        </p:spPr>
        <p:txBody>
          <a:bodyPr/>
          <a:lstStyle/>
          <a:p>
            <a:endParaRPr lang="en-NL"/>
          </a:p>
        </p:txBody>
      </p:sp>
      <p:sp>
        <p:nvSpPr>
          <p:cNvPr id="83" name="Text 44">
            <a:extLst>
              <a:ext uri="{FF2B5EF4-FFF2-40B4-BE49-F238E27FC236}">
                <a16:creationId xmlns:a16="http://schemas.microsoft.com/office/drawing/2014/main" id="{332C6728-51FB-BB5E-B5D0-D58AD036A980}"/>
              </a:ext>
            </a:extLst>
          </p:cNvPr>
          <p:cNvSpPr/>
          <p:nvPr/>
        </p:nvSpPr>
        <p:spPr>
          <a:xfrm>
            <a:off x="8655710" y="4727448"/>
            <a:ext cx="2834640" cy="256032"/>
          </a:xfrm>
          <a:prstGeom prst="rect">
            <a:avLst/>
          </a:prstGeom>
          <a:noFill/>
          <a:ln/>
        </p:spPr>
        <p:txBody>
          <a:bodyPr wrap="square" rtlCol="0" anchor="ctr"/>
          <a:lstStyle/>
          <a:p>
            <a:pPr marL="0" indent="0">
              <a:buNone/>
            </a:pPr>
            <a:r>
              <a:rPr lang="en-US" sz="1150" b="1">
                <a:solidFill>
                  <a:srgbClr val="071D2B"/>
                </a:solidFill>
                <a:ea typeface="Segoe UI Semibold" pitchFamily="34" charset="-122"/>
                <a:cs typeface="Segoe UI Semibold" pitchFamily="34" charset="-120"/>
              </a:rPr>
              <a:t>Unreviewed Skills</a:t>
            </a:r>
            <a:endParaRPr lang="en-US" sz="1150"/>
          </a:p>
        </p:txBody>
      </p:sp>
      <p:sp>
        <p:nvSpPr>
          <p:cNvPr id="85" name="Text 45">
            <a:extLst>
              <a:ext uri="{FF2B5EF4-FFF2-40B4-BE49-F238E27FC236}">
                <a16:creationId xmlns:a16="http://schemas.microsoft.com/office/drawing/2014/main" id="{DBE6ACB2-D34A-756B-0F7A-E45B9903202C}"/>
              </a:ext>
            </a:extLst>
          </p:cNvPr>
          <p:cNvSpPr/>
          <p:nvPr/>
        </p:nvSpPr>
        <p:spPr>
          <a:xfrm>
            <a:off x="8655710" y="4974336"/>
            <a:ext cx="2816352" cy="365760"/>
          </a:xfrm>
          <a:prstGeom prst="rect">
            <a:avLst/>
          </a:prstGeom>
          <a:noFill/>
          <a:ln/>
        </p:spPr>
        <p:txBody>
          <a:bodyPr wrap="square" rtlCol="0" anchor="ctr"/>
          <a:lstStyle/>
          <a:p>
            <a:pPr marL="0" indent="0">
              <a:lnSpc>
                <a:spcPct val="95000"/>
              </a:lnSpc>
              <a:buNone/>
            </a:pPr>
            <a:r>
              <a:rPr lang="en-US" sz="950">
                <a:solidFill>
                  <a:srgbClr val="4A5563"/>
                </a:solidFill>
                <a:ea typeface="Segoe UI" pitchFamily="34" charset="-122"/>
                <a:cs typeface="Segoe UI" pitchFamily="34" charset="-120"/>
              </a:rPr>
              <a:t>Treat AI or community Skills as untrusted code: review first.</a:t>
            </a:r>
            <a:endParaRPr lang="en-US" sz="950"/>
          </a:p>
        </p:txBody>
      </p:sp>
      <p:sp>
        <p:nvSpPr>
          <p:cNvPr id="87" name="Shape 46">
            <a:extLst>
              <a:ext uri="{FF2B5EF4-FFF2-40B4-BE49-F238E27FC236}">
                <a16:creationId xmlns:a16="http://schemas.microsoft.com/office/drawing/2014/main" id="{2779BC1B-64E1-E98F-9A56-46DC496C690D}"/>
              </a:ext>
            </a:extLst>
          </p:cNvPr>
          <p:cNvSpPr/>
          <p:nvPr/>
        </p:nvSpPr>
        <p:spPr>
          <a:xfrm>
            <a:off x="4175150" y="1426464"/>
            <a:ext cx="3840480" cy="4206240"/>
          </a:xfrm>
          <a:prstGeom prst="roundRect">
            <a:avLst>
              <a:gd name="adj" fmla="val 2381"/>
            </a:avLst>
          </a:prstGeom>
          <a:solidFill>
            <a:srgbClr val="F5F5F5"/>
          </a:solidFill>
          <a:ln w="12700">
            <a:solidFill>
              <a:schemeClr val="bg1">
                <a:lumMod val="95000"/>
              </a:schemeClr>
            </a:solidFill>
            <a:prstDash val="solid"/>
          </a:ln>
        </p:spPr>
        <p:txBody>
          <a:bodyPr/>
          <a:lstStyle/>
          <a:p>
            <a:endParaRPr lang="en-NL"/>
          </a:p>
        </p:txBody>
      </p:sp>
      <p:sp>
        <p:nvSpPr>
          <p:cNvPr id="89" name="Shape 47">
            <a:extLst>
              <a:ext uri="{FF2B5EF4-FFF2-40B4-BE49-F238E27FC236}">
                <a16:creationId xmlns:a16="http://schemas.microsoft.com/office/drawing/2014/main" id="{3BEC4D33-7750-BDFD-2CAB-3F806B59187D}"/>
              </a:ext>
            </a:extLst>
          </p:cNvPr>
          <p:cNvSpPr/>
          <p:nvPr/>
        </p:nvSpPr>
        <p:spPr>
          <a:xfrm>
            <a:off x="4449470" y="1591056"/>
            <a:ext cx="3291840" cy="804672"/>
          </a:xfrm>
          <a:prstGeom prst="roundRect">
            <a:avLst>
              <a:gd name="adj" fmla="val 11364"/>
            </a:avLst>
          </a:prstGeom>
          <a:solidFill>
            <a:srgbClr val="0078D4"/>
          </a:solidFill>
          <a:ln/>
        </p:spPr>
        <p:txBody>
          <a:bodyPr/>
          <a:lstStyle/>
          <a:p>
            <a:endParaRPr lang="en-NL"/>
          </a:p>
        </p:txBody>
      </p:sp>
      <p:sp>
        <p:nvSpPr>
          <p:cNvPr id="91" name="Text 48">
            <a:extLst>
              <a:ext uri="{FF2B5EF4-FFF2-40B4-BE49-F238E27FC236}">
                <a16:creationId xmlns:a16="http://schemas.microsoft.com/office/drawing/2014/main" id="{61A0FFC6-2DBA-C3FD-F2A9-71DE130F867F}"/>
              </a:ext>
            </a:extLst>
          </p:cNvPr>
          <p:cNvSpPr/>
          <p:nvPr/>
        </p:nvSpPr>
        <p:spPr>
          <a:xfrm>
            <a:off x="4449470" y="1591056"/>
            <a:ext cx="3291840" cy="804672"/>
          </a:xfrm>
          <a:prstGeom prst="rect">
            <a:avLst/>
          </a:prstGeom>
          <a:noFill/>
          <a:ln/>
        </p:spPr>
        <p:txBody>
          <a:bodyPr wrap="square" rtlCol="0" anchor="ctr"/>
          <a:lstStyle/>
          <a:p>
            <a:pPr marL="0" indent="0" algn="ctr">
              <a:buNone/>
            </a:pPr>
            <a:r>
              <a:rPr lang="en-US" sz="1700" b="1">
                <a:solidFill>
                  <a:srgbClr val="FFFFFF"/>
                </a:solidFill>
                <a:latin typeface="+mj-lt"/>
                <a:ea typeface="Segoe UI Semibold" pitchFamily="34" charset="-122"/>
                <a:cs typeface="Segoe UI Semibold" pitchFamily="34" charset="-120"/>
              </a:rPr>
              <a:t>SKILL.md</a:t>
            </a:r>
            <a:endParaRPr lang="en-US" sz="1700">
              <a:latin typeface="+mj-lt"/>
            </a:endParaRPr>
          </a:p>
          <a:p>
            <a:pPr marL="0" indent="0" algn="ctr">
              <a:buNone/>
            </a:pPr>
            <a:r>
              <a:rPr lang="en-US" sz="900">
                <a:solidFill>
                  <a:srgbClr val="DCEBFF"/>
                </a:solidFill>
                <a:ea typeface="Segoe UI" pitchFamily="34" charset="-122"/>
                <a:cs typeface="Segoe UI" pitchFamily="34" charset="-120"/>
              </a:rPr>
              <a:t>name + description = routing metadata</a:t>
            </a:r>
            <a:endParaRPr lang="en-US" sz="1700"/>
          </a:p>
        </p:txBody>
      </p:sp>
      <p:sp>
        <p:nvSpPr>
          <p:cNvPr id="93" name="Shape 49">
            <a:extLst>
              <a:ext uri="{FF2B5EF4-FFF2-40B4-BE49-F238E27FC236}">
                <a16:creationId xmlns:a16="http://schemas.microsoft.com/office/drawing/2014/main" id="{6B89A414-0A20-3F4A-3171-9E5375991797}"/>
              </a:ext>
            </a:extLst>
          </p:cNvPr>
          <p:cNvSpPr/>
          <p:nvPr/>
        </p:nvSpPr>
        <p:spPr>
          <a:xfrm>
            <a:off x="4339742" y="2560320"/>
            <a:ext cx="1682496" cy="713232"/>
          </a:xfrm>
          <a:prstGeom prst="roundRect">
            <a:avLst>
              <a:gd name="adj" fmla="val 10256"/>
            </a:avLst>
          </a:prstGeom>
          <a:solidFill>
            <a:srgbClr val="0078D4"/>
          </a:solidFill>
          <a:ln/>
        </p:spPr>
        <p:txBody>
          <a:bodyPr/>
          <a:lstStyle/>
          <a:p>
            <a:endParaRPr lang="en-NL"/>
          </a:p>
        </p:txBody>
      </p:sp>
      <p:sp>
        <p:nvSpPr>
          <p:cNvPr id="95" name="Text 50">
            <a:extLst>
              <a:ext uri="{FF2B5EF4-FFF2-40B4-BE49-F238E27FC236}">
                <a16:creationId xmlns:a16="http://schemas.microsoft.com/office/drawing/2014/main" id="{FCA9A32C-34A5-D1CE-0B74-37E3EDDA0C7B}"/>
              </a:ext>
            </a:extLst>
          </p:cNvPr>
          <p:cNvSpPr/>
          <p:nvPr/>
        </p:nvSpPr>
        <p:spPr>
          <a:xfrm>
            <a:off x="4339742" y="2560320"/>
            <a:ext cx="1682496" cy="713232"/>
          </a:xfrm>
          <a:prstGeom prst="rect">
            <a:avLst/>
          </a:prstGeom>
          <a:noFill/>
          <a:ln/>
        </p:spPr>
        <p:txBody>
          <a:bodyPr wrap="square" rtlCol="0" anchor="ctr"/>
          <a:lstStyle/>
          <a:p>
            <a:pPr marL="0" indent="0" algn="ctr">
              <a:buNone/>
            </a:pPr>
            <a:r>
              <a:rPr lang="en-US" sz="1250" b="1">
                <a:solidFill>
                  <a:srgbClr val="FFFFFF"/>
                </a:solidFill>
                <a:latin typeface="+mj-lt"/>
                <a:ea typeface="Segoe UI Semibold" pitchFamily="34" charset="-122"/>
                <a:cs typeface="Segoe UI Semibold" pitchFamily="34" charset="-120"/>
              </a:rPr>
              <a:t>Skill Instructions</a:t>
            </a:r>
            <a:endParaRPr lang="en-US" sz="1250">
              <a:latin typeface="+mj-lt"/>
            </a:endParaRPr>
          </a:p>
          <a:p>
            <a:pPr marL="0" indent="0" algn="ctr">
              <a:buNone/>
            </a:pPr>
            <a:r>
              <a:rPr lang="en-US" sz="850">
                <a:solidFill>
                  <a:srgbClr val="FFFFFF"/>
                </a:solidFill>
                <a:ea typeface="Segoe UI" pitchFamily="34" charset="-122"/>
                <a:cs typeface="Segoe UI" pitchFamily="34" charset="-120"/>
              </a:rPr>
              <a:t>the core</a:t>
            </a:r>
            <a:endParaRPr lang="en-US" sz="1250"/>
          </a:p>
        </p:txBody>
      </p:sp>
      <p:sp>
        <p:nvSpPr>
          <p:cNvPr id="97" name="Shape 51">
            <a:extLst>
              <a:ext uri="{FF2B5EF4-FFF2-40B4-BE49-F238E27FC236}">
                <a16:creationId xmlns:a16="http://schemas.microsoft.com/office/drawing/2014/main" id="{46C4200F-B446-4146-0269-66FBBED2DB4B}"/>
              </a:ext>
            </a:extLst>
          </p:cNvPr>
          <p:cNvSpPr/>
          <p:nvPr/>
        </p:nvSpPr>
        <p:spPr>
          <a:xfrm>
            <a:off x="6168542" y="2560320"/>
            <a:ext cx="1682496" cy="713232"/>
          </a:xfrm>
          <a:prstGeom prst="roundRect">
            <a:avLst>
              <a:gd name="adj" fmla="val 10256"/>
            </a:avLst>
          </a:prstGeom>
          <a:solidFill>
            <a:srgbClr val="0078D4"/>
          </a:solidFill>
          <a:ln/>
        </p:spPr>
        <p:txBody>
          <a:bodyPr/>
          <a:lstStyle/>
          <a:p>
            <a:endParaRPr lang="en-NL"/>
          </a:p>
        </p:txBody>
      </p:sp>
      <p:sp>
        <p:nvSpPr>
          <p:cNvPr id="99" name="Text 52">
            <a:extLst>
              <a:ext uri="{FF2B5EF4-FFF2-40B4-BE49-F238E27FC236}">
                <a16:creationId xmlns:a16="http://schemas.microsoft.com/office/drawing/2014/main" id="{4C85BEB8-5BF7-CEA2-21B5-AB3789EE8BCF}"/>
              </a:ext>
            </a:extLst>
          </p:cNvPr>
          <p:cNvSpPr/>
          <p:nvPr/>
        </p:nvSpPr>
        <p:spPr>
          <a:xfrm>
            <a:off x="6168542" y="2560320"/>
            <a:ext cx="1682496" cy="713232"/>
          </a:xfrm>
          <a:prstGeom prst="rect">
            <a:avLst/>
          </a:prstGeom>
          <a:noFill/>
          <a:ln/>
        </p:spPr>
        <p:txBody>
          <a:bodyPr wrap="square" rtlCol="0" anchor="ctr"/>
          <a:lstStyle/>
          <a:p>
            <a:pPr marL="0" indent="0" algn="ctr">
              <a:buNone/>
            </a:pPr>
            <a:r>
              <a:rPr lang="en-US" sz="1250" b="1">
                <a:solidFill>
                  <a:srgbClr val="FFFFFF"/>
                </a:solidFill>
                <a:latin typeface="+mj-lt"/>
                <a:ea typeface="Segoe UI Semibold" pitchFamily="34" charset="-122"/>
                <a:cs typeface="Segoe UI Semibold" pitchFamily="34" charset="-120"/>
              </a:rPr>
              <a:t>Examples</a:t>
            </a:r>
            <a:endParaRPr lang="en-US" sz="1250">
              <a:latin typeface="+mj-lt"/>
            </a:endParaRPr>
          </a:p>
          <a:p>
            <a:pPr marL="0" indent="0" algn="ctr">
              <a:buNone/>
            </a:pPr>
            <a:r>
              <a:rPr lang="en-US" sz="850">
                <a:solidFill>
                  <a:srgbClr val="FFFFFF"/>
                </a:solidFill>
                <a:ea typeface="Segoe UI" pitchFamily="34" charset="-122"/>
                <a:cs typeface="Segoe UI" pitchFamily="34" charset="-120"/>
              </a:rPr>
              <a:t>show, don't tell</a:t>
            </a:r>
            <a:endParaRPr lang="en-US" sz="1250"/>
          </a:p>
        </p:txBody>
      </p:sp>
      <p:sp>
        <p:nvSpPr>
          <p:cNvPr id="101" name="Shape 53">
            <a:extLst>
              <a:ext uri="{FF2B5EF4-FFF2-40B4-BE49-F238E27FC236}">
                <a16:creationId xmlns:a16="http://schemas.microsoft.com/office/drawing/2014/main" id="{989939EE-8339-947B-076C-C1DFD09D7DAA}"/>
              </a:ext>
            </a:extLst>
          </p:cNvPr>
          <p:cNvSpPr/>
          <p:nvPr/>
        </p:nvSpPr>
        <p:spPr>
          <a:xfrm>
            <a:off x="4339742" y="3401568"/>
            <a:ext cx="1682496" cy="713232"/>
          </a:xfrm>
          <a:prstGeom prst="roundRect">
            <a:avLst>
              <a:gd name="adj" fmla="val 10256"/>
            </a:avLst>
          </a:prstGeom>
          <a:solidFill>
            <a:srgbClr val="0078D4"/>
          </a:solidFill>
          <a:ln/>
        </p:spPr>
        <p:txBody>
          <a:bodyPr/>
          <a:lstStyle/>
          <a:p>
            <a:endParaRPr lang="en-NL"/>
          </a:p>
        </p:txBody>
      </p:sp>
      <p:sp>
        <p:nvSpPr>
          <p:cNvPr id="103" name="Text 54">
            <a:extLst>
              <a:ext uri="{FF2B5EF4-FFF2-40B4-BE49-F238E27FC236}">
                <a16:creationId xmlns:a16="http://schemas.microsoft.com/office/drawing/2014/main" id="{DA10D9CF-CC66-1E95-E2A0-3590AEA0E851}"/>
              </a:ext>
            </a:extLst>
          </p:cNvPr>
          <p:cNvSpPr/>
          <p:nvPr/>
        </p:nvSpPr>
        <p:spPr>
          <a:xfrm>
            <a:off x="4339742" y="3401568"/>
            <a:ext cx="1682496" cy="713232"/>
          </a:xfrm>
          <a:prstGeom prst="rect">
            <a:avLst/>
          </a:prstGeom>
          <a:noFill/>
          <a:ln/>
        </p:spPr>
        <p:txBody>
          <a:bodyPr wrap="square" rtlCol="0" anchor="ctr"/>
          <a:lstStyle/>
          <a:p>
            <a:pPr marL="0" indent="0" algn="ctr">
              <a:buNone/>
            </a:pPr>
            <a:r>
              <a:rPr lang="en-US" sz="1250" b="1">
                <a:solidFill>
                  <a:srgbClr val="FFFFFF"/>
                </a:solidFill>
                <a:latin typeface="+mj-lt"/>
                <a:ea typeface="Segoe UI Semibold" pitchFamily="34" charset="-122"/>
                <a:cs typeface="Segoe UI Semibold" pitchFamily="34" charset="-120"/>
              </a:rPr>
              <a:t>Resources</a:t>
            </a:r>
            <a:endParaRPr lang="en-US" sz="1250">
              <a:latin typeface="+mj-lt"/>
            </a:endParaRPr>
          </a:p>
          <a:p>
            <a:pPr marL="0" indent="0" algn="ctr">
              <a:buNone/>
            </a:pPr>
            <a:r>
              <a:rPr lang="en-US" sz="850">
                <a:solidFill>
                  <a:srgbClr val="FFFFFF"/>
                </a:solidFill>
                <a:ea typeface="Segoe UI" pitchFamily="34" charset="-122"/>
                <a:cs typeface="Segoe UI" pitchFamily="34" charset="-120"/>
              </a:rPr>
              <a:t>files, templates</a:t>
            </a:r>
            <a:endParaRPr lang="en-US" sz="1250"/>
          </a:p>
        </p:txBody>
      </p:sp>
      <p:sp>
        <p:nvSpPr>
          <p:cNvPr id="105" name="Shape 55">
            <a:extLst>
              <a:ext uri="{FF2B5EF4-FFF2-40B4-BE49-F238E27FC236}">
                <a16:creationId xmlns:a16="http://schemas.microsoft.com/office/drawing/2014/main" id="{6890348F-700A-038D-86A8-F492B792BEB1}"/>
              </a:ext>
            </a:extLst>
          </p:cNvPr>
          <p:cNvSpPr/>
          <p:nvPr/>
        </p:nvSpPr>
        <p:spPr>
          <a:xfrm>
            <a:off x="6168542" y="3401568"/>
            <a:ext cx="1682496" cy="713232"/>
          </a:xfrm>
          <a:prstGeom prst="roundRect">
            <a:avLst>
              <a:gd name="adj" fmla="val 10256"/>
            </a:avLst>
          </a:prstGeom>
          <a:solidFill>
            <a:srgbClr val="0078D4"/>
          </a:solidFill>
          <a:ln/>
        </p:spPr>
        <p:txBody>
          <a:bodyPr/>
          <a:lstStyle/>
          <a:p>
            <a:endParaRPr lang="en-NL"/>
          </a:p>
        </p:txBody>
      </p:sp>
      <p:sp>
        <p:nvSpPr>
          <p:cNvPr id="107" name="Text 56">
            <a:extLst>
              <a:ext uri="{FF2B5EF4-FFF2-40B4-BE49-F238E27FC236}">
                <a16:creationId xmlns:a16="http://schemas.microsoft.com/office/drawing/2014/main" id="{55940306-EEEE-E3DF-13D7-F52333F32D76}"/>
              </a:ext>
            </a:extLst>
          </p:cNvPr>
          <p:cNvSpPr/>
          <p:nvPr/>
        </p:nvSpPr>
        <p:spPr>
          <a:xfrm>
            <a:off x="6168542" y="3401568"/>
            <a:ext cx="1682496" cy="713232"/>
          </a:xfrm>
          <a:prstGeom prst="rect">
            <a:avLst/>
          </a:prstGeom>
          <a:noFill/>
          <a:ln/>
        </p:spPr>
        <p:txBody>
          <a:bodyPr wrap="square" rtlCol="0" anchor="ctr"/>
          <a:lstStyle/>
          <a:p>
            <a:pPr marL="0" indent="0" algn="ctr">
              <a:buNone/>
            </a:pPr>
            <a:r>
              <a:rPr lang="en-US" sz="1250" b="1">
                <a:solidFill>
                  <a:srgbClr val="FFFFFF"/>
                </a:solidFill>
                <a:latin typeface="+mj-lt"/>
                <a:ea typeface="Segoe UI Semibold" pitchFamily="34" charset="-122"/>
                <a:cs typeface="Segoe UI Semibold" pitchFamily="34" charset="-120"/>
              </a:rPr>
              <a:t>Scripts</a:t>
            </a:r>
            <a:endParaRPr lang="en-US" sz="1250">
              <a:latin typeface="+mj-lt"/>
            </a:endParaRPr>
          </a:p>
          <a:p>
            <a:pPr marL="0" indent="0" algn="ctr">
              <a:buNone/>
            </a:pPr>
            <a:r>
              <a:rPr lang="en-US" sz="850">
                <a:solidFill>
                  <a:srgbClr val="FFFFFF"/>
                </a:solidFill>
                <a:ea typeface="Segoe UI" pitchFamily="34" charset="-122"/>
                <a:cs typeface="Segoe UI" pitchFamily="34" charset="-120"/>
              </a:rPr>
              <a:t>executable code</a:t>
            </a:r>
            <a:endParaRPr lang="en-US" sz="1250"/>
          </a:p>
        </p:txBody>
      </p:sp>
      <p:sp>
        <p:nvSpPr>
          <p:cNvPr id="109" name="Shape 57">
            <a:extLst>
              <a:ext uri="{FF2B5EF4-FFF2-40B4-BE49-F238E27FC236}">
                <a16:creationId xmlns:a16="http://schemas.microsoft.com/office/drawing/2014/main" id="{4E83BB87-708F-D6D7-2822-04175BC5D52E}"/>
              </a:ext>
            </a:extLst>
          </p:cNvPr>
          <p:cNvSpPr/>
          <p:nvPr/>
        </p:nvSpPr>
        <p:spPr>
          <a:xfrm>
            <a:off x="4339742" y="4261104"/>
            <a:ext cx="3511296" cy="1207008"/>
          </a:xfrm>
          <a:prstGeom prst="roundRect">
            <a:avLst>
              <a:gd name="adj" fmla="val 6061"/>
            </a:avLst>
          </a:prstGeom>
          <a:solidFill>
            <a:srgbClr val="FFFFFF"/>
          </a:solidFill>
          <a:ln w="9525">
            <a:solidFill>
              <a:srgbClr val="D8E5EF"/>
            </a:solidFill>
            <a:prstDash val="solid"/>
          </a:ln>
        </p:spPr>
        <p:txBody>
          <a:bodyPr/>
          <a:lstStyle/>
          <a:p>
            <a:endParaRPr lang="en-NL"/>
          </a:p>
        </p:txBody>
      </p:sp>
      <p:sp>
        <p:nvSpPr>
          <p:cNvPr id="111" name="Text 58">
            <a:extLst>
              <a:ext uri="{FF2B5EF4-FFF2-40B4-BE49-F238E27FC236}">
                <a16:creationId xmlns:a16="http://schemas.microsoft.com/office/drawing/2014/main" id="{961D78A4-CCE5-687F-FE8C-57F26AF039E7}"/>
              </a:ext>
            </a:extLst>
          </p:cNvPr>
          <p:cNvSpPr/>
          <p:nvPr/>
        </p:nvSpPr>
        <p:spPr>
          <a:xfrm>
            <a:off x="4467758" y="4261104"/>
            <a:ext cx="3255264" cy="1207008"/>
          </a:xfrm>
          <a:prstGeom prst="rect">
            <a:avLst/>
          </a:prstGeom>
          <a:noFill/>
          <a:ln/>
        </p:spPr>
        <p:txBody>
          <a:bodyPr wrap="square" rtlCol="0" anchor="ctr"/>
          <a:lstStyle/>
          <a:p>
            <a:pPr marL="0" indent="0" algn="ctr">
              <a:lnSpc>
                <a:spcPct val="100000"/>
              </a:lnSpc>
              <a:buNone/>
            </a:pPr>
            <a:r>
              <a:rPr lang="en-US" sz="1050" b="1">
                <a:solidFill>
                  <a:srgbClr val="071D2B"/>
                </a:solidFill>
                <a:ea typeface="Segoe UI" pitchFamily="34" charset="-122"/>
                <a:cs typeface="Segoe UI" pitchFamily="34" charset="-120"/>
              </a:rPr>
              <a:t>Metadata sits in context by default. </a:t>
            </a:r>
            <a:r>
              <a:rPr lang="en-US" sz="1050">
                <a:solidFill>
                  <a:srgbClr val="4A5563"/>
                </a:solidFill>
                <a:ea typeface="Segoe UI" pitchFamily="34" charset="-122"/>
                <a:cs typeface="Segoe UI" pitchFamily="34" charset="-120"/>
              </a:rPr>
              <a:t>Full content loads only when a scenario matches.</a:t>
            </a:r>
            <a:endParaRPr lang="en-US" sz="1050"/>
          </a:p>
        </p:txBody>
      </p:sp>
      <p:sp>
        <p:nvSpPr>
          <p:cNvPr id="119" name="Text Placeholder 4">
            <a:extLst>
              <a:ext uri="{FF2B5EF4-FFF2-40B4-BE49-F238E27FC236}">
                <a16:creationId xmlns:a16="http://schemas.microsoft.com/office/drawing/2014/main" id="{069C22D8-F418-419D-8F26-D0F3CB642099}"/>
              </a:ext>
            </a:extLst>
          </p:cNvPr>
          <p:cNvSpPr txBox="1">
            <a:spLocks/>
          </p:cNvSpPr>
          <p:nvPr/>
        </p:nvSpPr>
        <p:spPr>
          <a:xfrm>
            <a:off x="1939924" y="6347459"/>
            <a:ext cx="9680575" cy="153888"/>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en-NL" sz="1000"/>
              <a:t>Reusable assets, like skills, instructions, and descriptions, still need evaluation per runtime and model combination.</a:t>
            </a:r>
          </a:p>
        </p:txBody>
      </p:sp>
      <p:sp>
        <p:nvSpPr>
          <p:cNvPr id="4" name="Eyebrow">
            <a:extLst>
              <a:ext uri="{FF2B5EF4-FFF2-40B4-BE49-F238E27FC236}">
                <a16:creationId xmlns:a16="http://schemas.microsoft.com/office/drawing/2014/main" id="{466A53F4-6B09-688B-12DB-24482FB89153}"/>
              </a:ext>
            </a:extLst>
          </p:cNvPr>
          <p:cNvSpPr/>
          <p:nvPr/>
        </p:nvSpPr>
        <p:spPr>
          <a:xfrm>
            <a:off x="517550" y="310896"/>
            <a:ext cx="8229600" cy="153888"/>
          </a:xfrm>
          <a:prstGeom prst="rect">
            <a:avLst/>
          </a:prstGeom>
        </p:spPr>
        <p:txBody>
          <a:bodyPr vert="horz" wrap="square" lIns="0" tIns="0" rIns="0" bIns="0" rtlCol="0">
            <a:spAutoFit/>
          </a:bodyPr>
          <a:lstStyle/>
          <a:p>
            <a:pPr defTabSz="932742">
              <a:spcBef>
                <a:spcPct val="20000"/>
              </a:spcBef>
              <a:buSzPct val="90000"/>
            </a:pPr>
            <a:r>
              <a:rPr lang="en-US" sz="1000" cap="all">
                <a:solidFill>
                  <a:srgbClr val="4B5563"/>
                </a:solidFill>
                <a:latin typeface="Aptos"/>
                <a:cs typeface="Segoe Sans Display" pitchFamily="2" charset="0"/>
              </a:rPr>
              <a:t>AGENTS · BUILDING · SKILLS</a:t>
            </a:r>
          </a:p>
        </p:txBody>
      </p:sp>
      <p:sp>
        <p:nvSpPr>
          <p:cNvPr id="5" name="Takeaway Banner">
            <a:extLst>
              <a:ext uri="{FF2B5EF4-FFF2-40B4-BE49-F238E27FC236}">
                <a16:creationId xmlns:a16="http://schemas.microsoft.com/office/drawing/2014/main" id="{8BC893B1-CD0D-ABAB-AD06-0C3DFA67ABAD}"/>
              </a:ext>
            </a:extLst>
          </p:cNvPr>
          <p:cNvSpPr/>
          <p:nvPr/>
        </p:nvSpPr>
        <p:spPr>
          <a:xfrm>
            <a:off x="549554" y="5775640"/>
            <a:ext cx="11091672" cy="402336"/>
          </a:xfrm>
          <a:prstGeom prst="roundRect">
            <a:avLst>
              <a:gd name="adj" fmla="val 12000"/>
            </a:avLst>
          </a:prstGeom>
          <a:solidFill>
            <a:srgbClr val="FAF8FA"/>
          </a:solidFill>
          <a:ln w="12700">
            <a:solidFill>
              <a:schemeClr val="bg1"/>
            </a:solidFill>
          </a:ln>
          <a:effectLst>
            <a:outerShdw blurRad="50800" dist="38100" dir="5400000" algn="t" rotWithShape="0">
              <a:prstClr val="black">
                <a:alpha val="40000"/>
              </a:prstClr>
            </a:outerShdw>
          </a:effectLst>
        </p:spPr>
        <p:txBody>
          <a:bodyPr lIns="182880" tIns="18288" rIns="182880" bIns="18288" rtlCol="0" anchor="ctr"/>
          <a:lstStyle/>
          <a:p>
            <a:pPr algn="ctr"/>
            <a:r>
              <a:rPr lang="en-GB" sz="1300" b="1">
                <a:latin typeface="+mj-lt"/>
                <a:cs typeface="Segoe UI" pitchFamily="34" charset="0"/>
              </a:rPr>
              <a:t>A Skill is just instructions and resources, loaded on demand. Keep it scenario-specific, name it precisely, and test that it fires.</a:t>
            </a:r>
          </a:p>
        </p:txBody>
      </p:sp>
    </p:spTree>
    <p:extLst>
      <p:ext uri="{BB962C8B-B14F-4D97-AF65-F5344CB8AC3E}">
        <p14:creationId xmlns:p14="http://schemas.microsoft.com/office/powerpoint/2010/main" val="189371272"/>
      </p:ext>
    </p:extLst>
  </p:cSld>
  <p:clrMapOvr>
    <a:masterClrMapping/>
  </p:clrMapOvr>
  <p:transition>
    <p:fade/>
  </p:transition>
  <p:extLst>
    <p:ext uri="{6950BFC3-D8DA-4A85-94F7-54DA5524770B}"/>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yebrow"/>
          <p:cNvSpPr/>
          <p:nvPr/>
        </p:nvSpPr>
        <p:spPr>
          <a:xfrm>
            <a:off x="571500" y="243056"/>
            <a:ext cx="8229600" cy="153888"/>
          </a:xfrm>
          <a:prstGeom prst="rect">
            <a:avLst/>
          </a:prstGeom>
        </p:spPr>
        <p:txBody>
          <a:bodyPr vert="horz" wrap="square" lIns="0" tIns="0" rIns="0" bIns="0" rtlCol="0">
            <a:spAutoFit/>
          </a:bodyPr>
          <a:lstStyle/>
          <a:p>
            <a:pPr defTabSz="932742">
              <a:spcBef>
                <a:spcPct val="20000"/>
              </a:spcBef>
              <a:buSzPct val="90000"/>
            </a:pPr>
            <a:r>
              <a:rPr lang="en-US" sz="1000" cap="all">
                <a:solidFill>
                  <a:srgbClr val="4B5563"/>
                </a:solidFill>
                <a:latin typeface="Aptos"/>
                <a:cs typeface="Segoe Sans Display" pitchFamily="2" charset="0"/>
              </a:rPr>
              <a:t>AGENTS · BUILDING · KNOWLEDGE</a:t>
            </a:r>
          </a:p>
        </p:txBody>
      </p:sp>
      <p:sp>
        <p:nvSpPr>
          <p:cNvPr id="2" name="Title 1"/>
          <p:cNvSpPr>
            <a:spLocks noGrp="1"/>
          </p:cNvSpPr>
          <p:nvPr>
            <p:ph type="title"/>
          </p:nvPr>
        </p:nvSpPr>
        <p:spPr>
          <a:xfrm>
            <a:off x="571500" y="380000"/>
            <a:ext cx="11049000" cy="430887"/>
          </a:xfrm>
        </p:spPr>
        <p:txBody>
          <a:bodyPr/>
          <a:lstStyle/>
          <a:p>
            <a:r>
              <a:rPr lang="en-GB" sz="2800"/>
              <a:t>Understanding knowledge and information retrieval</a:t>
            </a:r>
          </a:p>
        </p:txBody>
      </p:sp>
      <p:sp>
        <p:nvSpPr>
          <p:cNvPr id="3" name="Subhead"/>
          <p:cNvSpPr txBox="1"/>
          <p:nvPr/>
        </p:nvSpPr>
        <p:spPr>
          <a:xfrm>
            <a:off x="571500" y="895335"/>
            <a:ext cx="11049000" cy="470000"/>
          </a:xfrm>
          <a:prstGeom prst="rect">
            <a:avLst/>
          </a:prstGeom>
          <a:noFill/>
        </p:spPr>
        <p:txBody>
          <a:bodyPr wrap="square" lIns="0" tIns="0" rIns="0" bIns="0" anchor="t">
            <a:noAutofit/>
          </a:bodyPr>
          <a:lstStyle/>
          <a:p>
            <a:r>
              <a:rPr lang="en-GB" sz="1400">
                <a:solidFill>
                  <a:srgbClr val="595959"/>
                </a:solidFill>
                <a:latin typeface="+mn-lt"/>
              </a:rPr>
              <a:t>Copilot Studio grounds agent responses in two ways: native knowledge</a:t>
            </a:r>
            <a:r>
              <a:rPr lang="en-GB" sz="1400">
                <a:solidFill>
                  <a:srgbClr val="595959"/>
                </a:solidFill>
              </a:rPr>
              <a:t> </a:t>
            </a:r>
            <a:r>
              <a:rPr lang="en-GB" sz="1400">
                <a:solidFill>
                  <a:srgbClr val="595959"/>
                </a:solidFill>
                <a:latin typeface="+mn-lt"/>
              </a:rPr>
              <a:t>and tools</a:t>
            </a:r>
          </a:p>
        </p:txBody>
      </p:sp>
      <p:sp>
        <p:nvSpPr>
          <p:cNvPr id="10" name="Left Panel">
            <a:extLst>
              <a:ext uri="{C183D7F6-B498-43B3-948B-1728B52AA6E4}">
                <adec:decorative xmlns:adec="http://schemas.microsoft.com/office/drawing/2017/decorative" val="1"/>
              </a:ext>
            </a:extLst>
          </p:cNvPr>
          <p:cNvSpPr/>
          <p:nvPr/>
        </p:nvSpPr>
        <p:spPr>
          <a:xfrm>
            <a:off x="571500" y="1336802"/>
            <a:ext cx="5424500" cy="4230000"/>
          </a:xfrm>
          <a:prstGeom prst="roundRect">
            <a:avLst>
              <a:gd name="adj" fmla="val 3200"/>
            </a:avLst>
          </a:prstGeom>
          <a:solidFill>
            <a:srgbClr val="FFFFFF"/>
          </a:solidFill>
          <a:ln w="12700">
            <a:solidFill>
              <a:schemeClr val="accent1">
                <a:alpha val="45000"/>
              </a:schemeClr>
            </a:solidFill>
          </a:ln>
          <a:effectLst>
            <a:outerShdw blurRad="90000" dist="38100" dir="5400000" rotWithShape="0">
              <a:srgbClr val="091F2C">
                <a:alpha val="12000"/>
              </a:srgbClr>
            </a:outerShdw>
          </a:effectLst>
        </p:spPr>
        <p:txBody>
          <a:bodyPr rtlCol="0" anchor="t"/>
          <a:lstStyle/>
          <a:p>
            <a:endParaRPr lang="en-GB"/>
          </a:p>
        </p:txBody>
      </p:sp>
      <p:sp>
        <p:nvSpPr>
          <p:cNvPr id="11" name="Left Heading"/>
          <p:cNvSpPr txBox="1"/>
          <p:nvPr/>
        </p:nvSpPr>
        <p:spPr>
          <a:xfrm>
            <a:off x="831500" y="1516802"/>
            <a:ext cx="4904500" cy="330000"/>
          </a:xfrm>
          <a:prstGeom prst="rect">
            <a:avLst/>
          </a:prstGeom>
          <a:noFill/>
        </p:spPr>
        <p:txBody>
          <a:bodyPr wrap="square" lIns="0" tIns="0" rIns="0" bIns="0" anchor="t">
            <a:noAutofit/>
          </a:bodyPr>
          <a:lstStyle/>
          <a:p>
            <a:r>
              <a:rPr lang="en-GB" sz="1600" b="1">
                <a:solidFill>
                  <a:srgbClr val="0078D4"/>
                </a:solidFill>
                <a:latin typeface="+mj-lt"/>
              </a:rPr>
              <a:t>Knowledge </a:t>
            </a:r>
            <a:r>
              <a:rPr lang="en-GB" sz="1600" b="1">
                <a:solidFill>
                  <a:srgbClr val="9AA4AF"/>
                </a:solidFill>
                <a:latin typeface="+mj-lt"/>
              </a:rPr>
              <a:t>·  </a:t>
            </a:r>
            <a:r>
              <a:rPr lang="en-GB" sz="1600" b="1">
                <a:solidFill>
                  <a:schemeClr val="tx2">
                    <a:lumMod val="50000"/>
                    <a:lumOff val="50000"/>
                  </a:schemeClr>
                </a:solidFill>
                <a:latin typeface="+mj-lt"/>
              </a:rPr>
              <a:t>Context-grounding sources</a:t>
            </a:r>
          </a:p>
        </p:txBody>
      </p:sp>
      <p:sp>
        <p:nvSpPr>
          <p:cNvPr id="12" name="Left Accent"/>
          <p:cNvSpPr/>
          <p:nvPr/>
        </p:nvSpPr>
        <p:spPr>
          <a:xfrm>
            <a:off x="831500" y="1906802"/>
            <a:ext cx="760000" cy="54000"/>
          </a:xfrm>
          <a:prstGeom prst="rect">
            <a:avLst/>
          </a:prstGeom>
          <a:solidFill>
            <a:srgbClr val="0078D4"/>
          </a:solidFill>
          <a:ln>
            <a:noFill/>
          </a:ln>
        </p:spPr>
        <p:txBody>
          <a:bodyPr rtlCol="0" anchor="ctr"/>
          <a:lstStyle/>
          <a:p>
            <a:endParaRPr lang="en-GB"/>
          </a:p>
        </p:txBody>
      </p:sp>
      <p:sp>
        <p:nvSpPr>
          <p:cNvPr id="13" name="Left Framing"/>
          <p:cNvSpPr txBox="1"/>
          <p:nvPr/>
        </p:nvSpPr>
        <p:spPr>
          <a:xfrm>
            <a:off x="831500" y="2080762"/>
            <a:ext cx="4904500" cy="716040"/>
          </a:xfrm>
          <a:prstGeom prst="rect">
            <a:avLst/>
          </a:prstGeom>
          <a:noFill/>
        </p:spPr>
        <p:txBody>
          <a:bodyPr wrap="square" lIns="0" tIns="0" rIns="0" bIns="0" anchor="t">
            <a:noAutofit/>
          </a:bodyPr>
          <a:lstStyle/>
          <a:p>
            <a:r>
              <a:rPr lang="en-GB" sz="1050">
                <a:solidFill>
                  <a:srgbClr val="404040"/>
                </a:solidFill>
              </a:rPr>
              <a:t>The knowledge sources you enable and configure within ‘Knowledge’. Results ground responses after a search &amp; rank driven mechanism to obtaining information.</a:t>
            </a:r>
          </a:p>
        </p:txBody>
      </p:sp>
      <p:sp>
        <p:nvSpPr>
          <p:cNvPr id="21" name="Row 1"/>
          <p:cNvSpPr txBox="1"/>
          <p:nvPr/>
        </p:nvSpPr>
        <p:spPr>
          <a:xfrm>
            <a:off x="831500" y="2530782"/>
            <a:ext cx="4994265" cy="2792896"/>
          </a:xfrm>
          <a:prstGeom prst="rect">
            <a:avLst/>
          </a:prstGeom>
          <a:noFill/>
        </p:spPr>
        <p:txBody>
          <a:bodyPr wrap="square" lIns="0" tIns="0" rIns="0" bIns="0" anchor="t">
            <a:noAutofit/>
          </a:bodyPr>
          <a:lstStyle/>
          <a:p>
            <a:pPr marL="171450" indent="-171450">
              <a:lnSpc>
                <a:spcPct val="200000"/>
              </a:lnSpc>
              <a:buClr>
                <a:schemeClr val="accent1"/>
              </a:buClr>
              <a:buSzPct val="150000"/>
              <a:buFont typeface="Arial" panose="020B0604020202020204" pitchFamily="34" charset="0"/>
              <a:buChar char="•"/>
            </a:pPr>
            <a:r>
              <a:rPr lang="en-GB" sz="1050" b="1">
                <a:solidFill>
                  <a:srgbClr val="1A1A1A"/>
                </a:solidFill>
              </a:rPr>
              <a:t>SharePoint </a:t>
            </a:r>
            <a:r>
              <a:rPr lang="en-GB" sz="1050">
                <a:solidFill>
                  <a:srgbClr val="595959"/>
                </a:solidFill>
              </a:rPr>
              <a:t>– support for files and lists as knowledge</a:t>
            </a:r>
          </a:p>
          <a:p>
            <a:pPr marL="171450" indent="-171450">
              <a:lnSpc>
                <a:spcPct val="200000"/>
              </a:lnSpc>
              <a:buClr>
                <a:schemeClr val="accent1"/>
              </a:buClr>
              <a:buSzPct val="150000"/>
              <a:buFont typeface="Arial" panose="020B0604020202020204" pitchFamily="34" charset="0"/>
              <a:buChar char="•"/>
            </a:pPr>
            <a:r>
              <a:rPr lang="en-GB" sz="1050" b="1">
                <a:solidFill>
                  <a:srgbClr val="1A1A1A"/>
                </a:solidFill>
              </a:rPr>
              <a:t>OneDrive</a:t>
            </a:r>
            <a:r>
              <a:rPr lang="en-GB" sz="1050">
                <a:solidFill>
                  <a:srgbClr val="595959"/>
                </a:solidFill>
              </a:rPr>
              <a:t> – support for documents and files</a:t>
            </a:r>
          </a:p>
          <a:p>
            <a:pPr marL="171450" indent="-171450">
              <a:lnSpc>
                <a:spcPct val="200000"/>
              </a:lnSpc>
              <a:buClr>
                <a:schemeClr val="accent1"/>
              </a:buClr>
              <a:buSzPct val="150000"/>
              <a:buFont typeface="Arial" panose="020B0604020202020204" pitchFamily="34" charset="0"/>
              <a:buChar char="•"/>
            </a:pPr>
            <a:r>
              <a:rPr lang="en-GB" sz="1050" b="1">
                <a:solidFill>
                  <a:srgbClr val="1A1A1A"/>
                </a:solidFill>
              </a:rPr>
              <a:t>Files &amp; documents</a:t>
            </a:r>
            <a:r>
              <a:rPr lang="en-GB" sz="1050">
                <a:solidFill>
                  <a:srgbClr val="595959"/>
                </a:solidFill>
              </a:rPr>
              <a:t> – upload PDF, Word, Excel and PowerPoint files</a:t>
            </a:r>
          </a:p>
          <a:p>
            <a:pPr marL="171450" indent="-171450">
              <a:lnSpc>
                <a:spcPct val="200000"/>
              </a:lnSpc>
              <a:buClr>
                <a:schemeClr val="accent1"/>
              </a:buClr>
              <a:buSzPct val="150000"/>
              <a:buFont typeface="Arial" panose="020B0604020202020204" pitchFamily="34" charset="0"/>
              <a:buChar char="•"/>
            </a:pPr>
            <a:r>
              <a:rPr lang="en-GB" sz="1050" b="1">
                <a:solidFill>
                  <a:srgbClr val="1A1A1A"/>
                </a:solidFill>
              </a:rPr>
              <a:t>Public websites</a:t>
            </a:r>
            <a:r>
              <a:rPr lang="en-GB" sz="1050">
                <a:solidFill>
                  <a:srgbClr val="595959"/>
                </a:solidFill>
              </a:rPr>
              <a:t> – scope to specific sites or search all websites using Bing Search</a:t>
            </a:r>
          </a:p>
          <a:p>
            <a:pPr marL="171450" indent="-171450">
              <a:lnSpc>
                <a:spcPct val="200000"/>
              </a:lnSpc>
              <a:buClr>
                <a:schemeClr val="accent1"/>
              </a:buClr>
              <a:buSzPct val="150000"/>
              <a:buFont typeface="Arial" panose="020B0604020202020204" pitchFamily="34" charset="0"/>
              <a:buChar char="•"/>
            </a:pPr>
            <a:r>
              <a:rPr lang="en-GB" sz="1050" b="1">
                <a:solidFill>
                  <a:srgbClr val="1A1A1A"/>
                </a:solidFill>
              </a:rPr>
              <a:t>ServiceNow </a:t>
            </a:r>
            <a:r>
              <a:rPr lang="en-GB" sz="1050">
                <a:solidFill>
                  <a:srgbClr val="595959"/>
                </a:solidFill>
              </a:rPr>
              <a:t>– scheduled refresh enabled index via Copilot Connectors for service management content</a:t>
            </a:r>
          </a:p>
          <a:p>
            <a:pPr marL="171450" indent="-171450">
              <a:lnSpc>
                <a:spcPct val="200000"/>
              </a:lnSpc>
              <a:buClr>
                <a:schemeClr val="accent1"/>
              </a:buClr>
              <a:buSzPct val="150000"/>
              <a:buFont typeface="Arial" panose="020B0604020202020204" pitchFamily="34" charset="0"/>
              <a:buChar char="•"/>
            </a:pPr>
            <a:r>
              <a:rPr lang="en-GB" sz="1050" b="1">
                <a:solidFill>
                  <a:srgbClr val="1A1A1A"/>
                </a:solidFill>
              </a:rPr>
              <a:t>Confluence </a:t>
            </a:r>
            <a:r>
              <a:rPr lang="en-GB" sz="1050">
                <a:solidFill>
                  <a:srgbClr val="595959"/>
                </a:solidFill>
              </a:rPr>
              <a:t>– scheduled refresh enabled index via Copilot Connectors for team documentation and knowledge base articles</a:t>
            </a:r>
          </a:p>
          <a:p>
            <a:pPr marL="171450" indent="-171450">
              <a:lnSpc>
                <a:spcPct val="200000"/>
              </a:lnSpc>
              <a:buClr>
                <a:schemeClr val="accent1"/>
              </a:buClr>
              <a:buSzPct val="150000"/>
              <a:buFont typeface="Arial" panose="020B0604020202020204" pitchFamily="34" charset="0"/>
              <a:buChar char="•"/>
            </a:pPr>
            <a:endParaRPr lang="en-GB" sz="1050">
              <a:solidFill>
                <a:srgbClr val="595959"/>
              </a:solidFill>
            </a:endParaRPr>
          </a:p>
          <a:p>
            <a:pPr marL="171450" indent="-171450">
              <a:lnSpc>
                <a:spcPct val="200000"/>
              </a:lnSpc>
              <a:buClr>
                <a:schemeClr val="accent1"/>
              </a:buClr>
              <a:buSzPct val="150000"/>
              <a:buFont typeface="Arial" panose="020B0604020202020204" pitchFamily="34" charset="0"/>
              <a:buChar char="•"/>
            </a:pPr>
            <a:endParaRPr lang="en-GB" sz="1050">
              <a:solidFill>
                <a:srgbClr val="595959"/>
              </a:solidFill>
            </a:endParaRPr>
          </a:p>
          <a:p>
            <a:pPr marL="171450" indent="-171450">
              <a:lnSpc>
                <a:spcPct val="200000"/>
              </a:lnSpc>
              <a:buClr>
                <a:schemeClr val="accent1"/>
              </a:buClr>
              <a:buSzPct val="150000"/>
              <a:buFont typeface="Arial" panose="020B0604020202020204" pitchFamily="34" charset="0"/>
              <a:buChar char="•"/>
            </a:pPr>
            <a:endParaRPr lang="en-GB" sz="1050">
              <a:solidFill>
                <a:srgbClr val="595959"/>
              </a:solidFill>
            </a:endParaRPr>
          </a:p>
          <a:p>
            <a:pPr marL="171450" indent="-171450">
              <a:lnSpc>
                <a:spcPct val="200000"/>
              </a:lnSpc>
              <a:buClr>
                <a:schemeClr val="accent1"/>
              </a:buClr>
              <a:buSzPct val="150000"/>
              <a:buFont typeface="Arial" panose="020B0604020202020204" pitchFamily="34" charset="0"/>
              <a:buChar char="•"/>
            </a:pPr>
            <a:endParaRPr lang="en-GB" sz="1050">
              <a:solidFill>
                <a:srgbClr val="595959"/>
              </a:solidFill>
            </a:endParaRPr>
          </a:p>
        </p:txBody>
      </p:sp>
      <p:sp>
        <p:nvSpPr>
          <p:cNvPr id="50" name="Right Panel">
            <a:extLst>
              <a:ext uri="{C183D7F6-B498-43B3-948B-1728B52AA6E4}">
                <adec:decorative xmlns:adec="http://schemas.microsoft.com/office/drawing/2017/decorative" val="1"/>
              </a:ext>
            </a:extLst>
          </p:cNvPr>
          <p:cNvSpPr/>
          <p:nvPr/>
        </p:nvSpPr>
        <p:spPr>
          <a:xfrm>
            <a:off x="6196000" y="1336802"/>
            <a:ext cx="5424500" cy="4230000"/>
          </a:xfrm>
          <a:prstGeom prst="roundRect">
            <a:avLst>
              <a:gd name="adj" fmla="val 3200"/>
            </a:avLst>
          </a:prstGeom>
          <a:solidFill>
            <a:schemeClr val="bg1"/>
          </a:solidFill>
          <a:ln w="12700">
            <a:solidFill>
              <a:schemeClr val="accent4">
                <a:lumMod val="75000"/>
                <a:alpha val="45000"/>
              </a:schemeClr>
            </a:solidFill>
          </a:ln>
          <a:effectLst>
            <a:outerShdw blurRad="90000" dist="38100" dir="5400000" rotWithShape="0">
              <a:srgbClr val="091F2C">
                <a:alpha val="12000"/>
              </a:srgbClr>
            </a:outerShdw>
          </a:effectLst>
        </p:spPr>
        <p:txBody>
          <a:bodyPr rtlCol="0" anchor="t"/>
          <a:lstStyle/>
          <a:p>
            <a:endParaRPr lang="en-GB"/>
          </a:p>
        </p:txBody>
      </p:sp>
      <p:sp>
        <p:nvSpPr>
          <p:cNvPr id="51" name="Right Heading"/>
          <p:cNvSpPr txBox="1">
            <a:spLocks/>
          </p:cNvSpPr>
          <p:nvPr/>
        </p:nvSpPr>
        <p:spPr>
          <a:xfrm>
            <a:off x="6456000" y="1516802"/>
            <a:ext cx="4904500" cy="330000"/>
          </a:xfrm>
          <a:prstGeom prst="rect">
            <a:avLst/>
          </a:prstGeom>
          <a:noFill/>
        </p:spPr>
        <p:txBody>
          <a:bodyPr wrap="square" lIns="0" tIns="0" rIns="0" bIns="0" anchor="t">
            <a:noAutofit/>
          </a:bodyPr>
          <a:lstStyle/>
          <a:p>
            <a:r>
              <a:rPr lang="en-GB" sz="1600" b="1">
                <a:solidFill>
                  <a:srgbClr val="8764B8"/>
                </a:solidFill>
                <a:latin typeface="+mj-lt"/>
              </a:rPr>
              <a:t>Tools </a:t>
            </a:r>
            <a:r>
              <a:rPr lang="en-GB" sz="1600" b="1">
                <a:solidFill>
                  <a:srgbClr val="9AA4AF"/>
                </a:solidFill>
                <a:latin typeface="+mj-lt"/>
              </a:rPr>
              <a:t>·  </a:t>
            </a:r>
            <a:r>
              <a:rPr lang="en-GB" sz="1600" b="1">
                <a:solidFill>
                  <a:schemeClr val="tx2">
                    <a:lumMod val="50000"/>
                    <a:lumOff val="50000"/>
                  </a:schemeClr>
                </a:solidFill>
                <a:latin typeface="+mj-lt"/>
              </a:rPr>
              <a:t>Search, or collect specific data</a:t>
            </a:r>
          </a:p>
        </p:txBody>
      </p:sp>
      <p:sp>
        <p:nvSpPr>
          <p:cNvPr id="52" name="Right Accent"/>
          <p:cNvSpPr>
            <a:spLocks/>
          </p:cNvSpPr>
          <p:nvPr/>
        </p:nvSpPr>
        <p:spPr>
          <a:xfrm>
            <a:off x="6456000" y="1906802"/>
            <a:ext cx="760000" cy="54000"/>
          </a:xfrm>
          <a:prstGeom prst="rect">
            <a:avLst/>
          </a:prstGeom>
          <a:solidFill>
            <a:srgbClr val="8764B8"/>
          </a:solidFill>
          <a:ln>
            <a:noFill/>
          </a:ln>
        </p:spPr>
        <p:txBody>
          <a:bodyPr rtlCol="0" anchor="ctr"/>
          <a:lstStyle/>
          <a:p>
            <a:endParaRPr lang="en-GB"/>
          </a:p>
        </p:txBody>
      </p:sp>
      <p:sp>
        <p:nvSpPr>
          <p:cNvPr id="53" name="Right Framing"/>
          <p:cNvSpPr txBox="1"/>
          <p:nvPr/>
        </p:nvSpPr>
        <p:spPr>
          <a:xfrm>
            <a:off x="6456000" y="2078094"/>
            <a:ext cx="4904500" cy="330000"/>
          </a:xfrm>
          <a:prstGeom prst="rect">
            <a:avLst/>
          </a:prstGeom>
          <a:noFill/>
        </p:spPr>
        <p:txBody>
          <a:bodyPr wrap="square" lIns="0" tIns="0" rIns="0" bIns="0" anchor="t">
            <a:noAutofit/>
          </a:bodyPr>
          <a:lstStyle/>
          <a:p>
            <a:r>
              <a:rPr lang="en-GB" sz="1050">
                <a:solidFill>
                  <a:srgbClr val="404040"/>
                </a:solidFill>
              </a:rPr>
              <a:t>A lot of what used to be knowledge now lives in tools — in different flavours. One of the primary benefits often exposed by tools is access to real-time truth at the source. But this depends on the type of tool, and its underlying API.</a:t>
            </a:r>
          </a:p>
        </p:txBody>
      </p:sp>
      <p:grpSp>
        <p:nvGrpSpPr>
          <p:cNvPr id="15" name="Group 14">
            <a:extLst>
              <a:ext uri="{FF2B5EF4-FFF2-40B4-BE49-F238E27FC236}">
                <a16:creationId xmlns:a16="http://schemas.microsoft.com/office/drawing/2014/main" id="{067CEBF4-A969-03F1-517F-DC20131E43CA}"/>
              </a:ext>
            </a:extLst>
          </p:cNvPr>
          <p:cNvGrpSpPr/>
          <p:nvPr/>
        </p:nvGrpSpPr>
        <p:grpSpPr>
          <a:xfrm>
            <a:off x="6456000" y="2718488"/>
            <a:ext cx="4904500" cy="808000"/>
            <a:chOff x="6456000" y="2752000"/>
            <a:chExt cx="4904500" cy="938000"/>
          </a:xfrm>
        </p:grpSpPr>
        <p:sp>
          <p:nvSpPr>
            <p:cNvPr id="60" name="Tool Card A">
              <a:extLst>
                <a:ext uri="{C183D7F6-B498-43B3-948B-1728B52AA6E4}">
                  <adec:decorative xmlns:adec="http://schemas.microsoft.com/office/drawing/2017/decorative" val="1"/>
                </a:ext>
              </a:extLst>
            </p:cNvPr>
            <p:cNvSpPr/>
            <p:nvPr/>
          </p:nvSpPr>
          <p:spPr>
            <a:xfrm>
              <a:off x="6456000" y="2752000"/>
              <a:ext cx="4904500" cy="938000"/>
            </a:xfrm>
            <a:prstGeom prst="roundRect">
              <a:avLst>
                <a:gd name="adj" fmla="val 6000"/>
              </a:avLst>
            </a:prstGeom>
            <a:solidFill>
              <a:srgbClr val="FFFFFF"/>
            </a:solidFill>
            <a:ln w="9525">
              <a:solidFill>
                <a:srgbClr val="399A91">
                  <a:alpha val="55000"/>
                </a:srgbClr>
              </a:solidFill>
            </a:ln>
            <a:effectLst>
              <a:outerShdw blurRad="80000" dist="25400" dir="5400000" rotWithShape="0">
                <a:srgbClr val="091F2C">
                  <a:alpha val="10000"/>
                </a:srgbClr>
              </a:outerShdw>
            </a:effectLst>
          </p:spPr>
          <p:txBody>
            <a:bodyPr rtlCol="0" anchor="t"/>
            <a:lstStyle/>
            <a:p>
              <a:endParaRPr lang="en-GB"/>
            </a:p>
          </p:txBody>
        </p:sp>
        <p:sp>
          <p:nvSpPr>
            <p:cNvPr id="61" name="Card A Title"/>
            <p:cNvSpPr txBox="1">
              <a:spLocks/>
            </p:cNvSpPr>
            <p:nvPr/>
          </p:nvSpPr>
          <p:spPr>
            <a:xfrm>
              <a:off x="6696000" y="2847708"/>
              <a:ext cx="4424500" cy="300000"/>
            </a:xfrm>
            <a:prstGeom prst="rect">
              <a:avLst/>
            </a:prstGeom>
            <a:noFill/>
          </p:spPr>
          <p:txBody>
            <a:bodyPr wrap="square" lIns="0" tIns="0" rIns="0" bIns="0" anchor="t">
              <a:noAutofit/>
            </a:bodyPr>
            <a:lstStyle/>
            <a:p>
              <a:r>
                <a:rPr lang="en-GB" sz="1250" b="1">
                  <a:solidFill>
                    <a:srgbClr val="2C7D75"/>
                  </a:solidFill>
                  <a:latin typeface="+mj-lt"/>
                </a:rPr>
                <a:t>Search-backed retrieval tools</a:t>
              </a:r>
            </a:p>
          </p:txBody>
        </p:sp>
        <p:sp>
          <p:nvSpPr>
            <p:cNvPr id="62" name="Card A Desc"/>
            <p:cNvSpPr txBox="1"/>
            <p:nvPr/>
          </p:nvSpPr>
          <p:spPr>
            <a:xfrm>
              <a:off x="6696000" y="3130000"/>
              <a:ext cx="4424500" cy="430000"/>
            </a:xfrm>
            <a:prstGeom prst="rect">
              <a:avLst/>
            </a:prstGeom>
            <a:noFill/>
          </p:spPr>
          <p:txBody>
            <a:bodyPr wrap="square" lIns="0" tIns="0" rIns="0" bIns="0" anchor="t">
              <a:noAutofit/>
            </a:bodyPr>
            <a:lstStyle/>
            <a:p>
              <a:r>
                <a:rPr lang="en-GB" sz="1050" b="1">
                  <a:solidFill>
                    <a:srgbClr val="2C7D75"/>
                  </a:solidFill>
                </a:rPr>
                <a:t>Easy to use like knowledge. </a:t>
              </a:r>
              <a:r>
                <a:rPr lang="en-GB" sz="1050">
                  <a:solidFill>
                    <a:srgbClr val="404040"/>
                  </a:solidFill>
                </a:rPr>
                <a:t>MCP servers or endpoints backed by search return semantic results to support with grounding answers contextually.</a:t>
              </a:r>
            </a:p>
          </p:txBody>
        </p:sp>
      </p:grpSp>
      <p:grpSp>
        <p:nvGrpSpPr>
          <p:cNvPr id="16" name="Group 15">
            <a:extLst>
              <a:ext uri="{FF2B5EF4-FFF2-40B4-BE49-F238E27FC236}">
                <a16:creationId xmlns:a16="http://schemas.microsoft.com/office/drawing/2014/main" id="{A195E394-1EFD-0742-3603-A2DBF525B975}"/>
              </a:ext>
            </a:extLst>
          </p:cNvPr>
          <p:cNvGrpSpPr/>
          <p:nvPr/>
        </p:nvGrpSpPr>
        <p:grpSpPr>
          <a:xfrm>
            <a:off x="6456000" y="3617083"/>
            <a:ext cx="4904500" cy="808001"/>
            <a:chOff x="6456000" y="3791996"/>
            <a:chExt cx="4904500" cy="938000"/>
          </a:xfrm>
        </p:grpSpPr>
        <p:sp>
          <p:nvSpPr>
            <p:cNvPr id="70" name="Tool Card B">
              <a:extLst>
                <a:ext uri="{C183D7F6-B498-43B3-948B-1728B52AA6E4}">
                  <adec:decorative xmlns:adec="http://schemas.microsoft.com/office/drawing/2017/decorative" val="1"/>
                </a:ext>
              </a:extLst>
            </p:cNvPr>
            <p:cNvSpPr/>
            <p:nvPr/>
          </p:nvSpPr>
          <p:spPr>
            <a:xfrm>
              <a:off x="6456000" y="3791996"/>
              <a:ext cx="4904500" cy="938000"/>
            </a:xfrm>
            <a:prstGeom prst="roundRect">
              <a:avLst>
                <a:gd name="adj" fmla="val 6000"/>
              </a:avLst>
            </a:prstGeom>
            <a:solidFill>
              <a:srgbClr val="FFFFFF"/>
            </a:solidFill>
            <a:ln w="9525">
              <a:solidFill>
                <a:srgbClr val="C03BC4">
                  <a:alpha val="55000"/>
                </a:srgbClr>
              </a:solidFill>
            </a:ln>
            <a:effectLst>
              <a:outerShdw blurRad="80000" dist="25400" dir="5400000" rotWithShape="0">
                <a:srgbClr val="091F2C">
                  <a:alpha val="10000"/>
                </a:srgbClr>
              </a:outerShdw>
            </a:effectLst>
          </p:spPr>
          <p:txBody>
            <a:bodyPr rtlCol="0" anchor="t"/>
            <a:lstStyle/>
            <a:p>
              <a:endParaRPr lang="en-GB"/>
            </a:p>
          </p:txBody>
        </p:sp>
        <p:sp>
          <p:nvSpPr>
            <p:cNvPr id="71" name="Card B Title"/>
            <p:cNvSpPr txBox="1">
              <a:spLocks/>
            </p:cNvSpPr>
            <p:nvPr/>
          </p:nvSpPr>
          <p:spPr>
            <a:xfrm>
              <a:off x="6696000" y="3887708"/>
              <a:ext cx="4424500" cy="300000"/>
            </a:xfrm>
            <a:prstGeom prst="rect">
              <a:avLst/>
            </a:prstGeom>
            <a:noFill/>
          </p:spPr>
          <p:txBody>
            <a:bodyPr wrap="square" lIns="0" tIns="0" rIns="0" bIns="0" anchor="t">
              <a:noAutofit/>
            </a:bodyPr>
            <a:lstStyle/>
            <a:p>
              <a:r>
                <a:rPr lang="en-GB" sz="1250" b="1">
                  <a:solidFill>
                    <a:srgbClr val="A22AA6"/>
                  </a:solidFill>
                  <a:latin typeface="+mj-lt"/>
                </a:rPr>
                <a:t>MCP tools &amp; Connector actions</a:t>
              </a:r>
            </a:p>
          </p:txBody>
        </p:sp>
        <p:sp>
          <p:nvSpPr>
            <p:cNvPr id="72" name="Card B Desc"/>
            <p:cNvSpPr txBox="1"/>
            <p:nvPr/>
          </p:nvSpPr>
          <p:spPr>
            <a:xfrm>
              <a:off x="6696000" y="4170000"/>
              <a:ext cx="4424500" cy="430000"/>
            </a:xfrm>
            <a:prstGeom prst="rect">
              <a:avLst/>
            </a:prstGeom>
            <a:noFill/>
          </p:spPr>
          <p:txBody>
            <a:bodyPr wrap="square" lIns="0" tIns="0" rIns="0" bIns="0" anchor="t">
              <a:noAutofit/>
            </a:bodyPr>
            <a:lstStyle/>
            <a:p>
              <a:r>
                <a:rPr lang="en-GB" sz="1050" b="1">
                  <a:solidFill>
                    <a:srgbClr val="A22AA6"/>
                  </a:solidFill>
                </a:rPr>
                <a:t>Tools when you need specifics. </a:t>
              </a:r>
              <a:r>
                <a:rPr lang="en-GB" sz="1050">
                  <a:solidFill>
                    <a:srgbClr val="404040"/>
                  </a:solidFill>
                </a:rPr>
                <a:t>Connector actions &amp; APIs fetch specific data in real time; makers add instructions &amp; skills to shape responses.</a:t>
              </a:r>
            </a:p>
          </p:txBody>
        </p:sp>
      </p:grpSp>
      <p:sp>
        <p:nvSpPr>
          <p:cNvPr id="90" name="Tool Card C">
            <a:extLst>
              <a:ext uri="{C183D7F6-B498-43B3-948B-1728B52AA6E4}">
                <adec:decorative xmlns:adec="http://schemas.microsoft.com/office/drawing/2017/decorative" val="1"/>
              </a:ext>
            </a:extLst>
          </p:cNvPr>
          <p:cNvSpPr/>
          <p:nvPr/>
        </p:nvSpPr>
        <p:spPr>
          <a:xfrm>
            <a:off x="6456000" y="4515678"/>
            <a:ext cx="4904500" cy="808000"/>
          </a:xfrm>
          <a:prstGeom prst="roundRect">
            <a:avLst>
              <a:gd name="adj" fmla="val 6000"/>
            </a:avLst>
          </a:prstGeom>
          <a:solidFill>
            <a:srgbClr val="FFFFFF"/>
          </a:solidFill>
          <a:ln w="9525">
            <a:solidFill>
              <a:srgbClr val="0078D4">
                <a:alpha val="55000"/>
              </a:srgbClr>
            </a:solidFill>
          </a:ln>
          <a:effectLst>
            <a:outerShdw blurRad="80000" dist="25400" dir="5400000" rotWithShape="0">
              <a:srgbClr val="091F2C">
                <a:alpha val="10000"/>
              </a:srgbClr>
            </a:outerShdw>
          </a:effectLst>
        </p:spPr>
        <p:txBody>
          <a:bodyPr rtlCol="0" anchor="t"/>
          <a:lstStyle/>
          <a:p>
            <a:endParaRPr lang="en-GB"/>
          </a:p>
        </p:txBody>
      </p:sp>
      <p:sp>
        <p:nvSpPr>
          <p:cNvPr id="91" name="Card C Title"/>
          <p:cNvSpPr txBox="1">
            <a:spLocks/>
          </p:cNvSpPr>
          <p:nvPr/>
        </p:nvSpPr>
        <p:spPr>
          <a:xfrm>
            <a:off x="6696000" y="4611386"/>
            <a:ext cx="4424500" cy="300000"/>
          </a:xfrm>
          <a:prstGeom prst="rect">
            <a:avLst/>
          </a:prstGeom>
          <a:noFill/>
        </p:spPr>
        <p:txBody>
          <a:bodyPr wrap="square" lIns="0" tIns="0" rIns="0" bIns="0" anchor="t">
            <a:noAutofit/>
          </a:bodyPr>
          <a:lstStyle/>
          <a:p>
            <a:r>
              <a:rPr lang="en-GB" sz="1250" b="1">
                <a:solidFill>
                  <a:srgbClr val="0067B8"/>
                </a:solidFill>
                <a:latin typeface="+mj-lt"/>
              </a:rPr>
              <a:t>Microsoft IQ</a:t>
            </a:r>
          </a:p>
        </p:txBody>
      </p:sp>
      <p:sp>
        <p:nvSpPr>
          <p:cNvPr id="92" name="Card C Desc"/>
          <p:cNvSpPr txBox="1"/>
          <p:nvPr/>
        </p:nvSpPr>
        <p:spPr>
          <a:xfrm>
            <a:off x="6696000" y="4893678"/>
            <a:ext cx="4424500" cy="430000"/>
          </a:xfrm>
          <a:prstGeom prst="rect">
            <a:avLst/>
          </a:prstGeom>
          <a:noFill/>
        </p:spPr>
        <p:txBody>
          <a:bodyPr wrap="square" lIns="0" tIns="0" rIns="0" bIns="0" anchor="t">
            <a:noAutofit/>
          </a:bodyPr>
          <a:lstStyle/>
          <a:p>
            <a:r>
              <a:rPr lang="en-GB" sz="1050" b="1">
                <a:solidFill>
                  <a:srgbClr val="0067B8"/>
                </a:solidFill>
              </a:rPr>
              <a:t>Access to context. </a:t>
            </a:r>
            <a:r>
              <a:rPr lang="en-GB" sz="1050">
                <a:solidFill>
                  <a:srgbClr val="404040"/>
                </a:solidFill>
              </a:rPr>
              <a:t>Work IQ adds two managed MCP servers as agent tools providing Microsoft 365 org context for user relevance.</a:t>
            </a:r>
          </a:p>
        </p:txBody>
      </p:sp>
      <p:sp>
        <p:nvSpPr>
          <p:cNvPr id="5" name="Takeaway Banner">
            <a:extLst>
              <a:ext uri="{FF2B5EF4-FFF2-40B4-BE49-F238E27FC236}">
                <a16:creationId xmlns:a16="http://schemas.microsoft.com/office/drawing/2014/main" id="{9CBA4903-933A-9553-5AB5-65514EB1A3A5}"/>
              </a:ext>
            </a:extLst>
          </p:cNvPr>
          <p:cNvSpPr/>
          <p:nvPr/>
        </p:nvSpPr>
        <p:spPr>
          <a:xfrm>
            <a:off x="571500" y="5684094"/>
            <a:ext cx="11049000" cy="543980"/>
          </a:xfrm>
          <a:prstGeom prst="roundRect">
            <a:avLst>
              <a:gd name="adj" fmla="val 12000"/>
            </a:avLst>
          </a:prstGeom>
          <a:solidFill>
            <a:srgbClr val="FAF8FA"/>
          </a:solidFill>
          <a:ln w="12700">
            <a:solidFill>
              <a:schemeClr val="bg1"/>
            </a:solidFill>
          </a:ln>
          <a:effectLst>
            <a:outerShdw blurRad="50800" dist="38100" dir="5400000" algn="t" rotWithShape="0">
              <a:prstClr val="black">
                <a:alpha val="40000"/>
              </a:prstClr>
            </a:outerShdw>
          </a:effectLst>
        </p:spPr>
        <p:txBody>
          <a:bodyPr lIns="182880" tIns="18288" rIns="182880" bIns="18288" rtlCol="0" anchor="ctr"/>
          <a:lstStyle/>
          <a:p>
            <a:pPr algn="ctr"/>
            <a:r>
              <a:rPr lang="en-GB" sz="1300" b="1">
                <a:latin typeface="+mj-lt"/>
                <a:cs typeface="Segoe UI" pitchFamily="34" charset="0"/>
              </a:rPr>
              <a:t>Knowledge is the agent’s context library for grounded answers. Tools are its control over specific retrieval for real-time and more deterministically controlled retrieval e.g. collecting and filtering one or more specific structured database records. </a:t>
            </a:r>
          </a:p>
        </p:txBody>
      </p:sp>
    </p:spTree>
    <p:extLst>
      <p:ext uri="{BB962C8B-B14F-4D97-AF65-F5344CB8AC3E}">
        <p14:creationId xmlns:p14="http://schemas.microsoft.com/office/powerpoint/2010/main" val="425662150"/>
      </p:ext>
    </p:extLst>
  </p:cSld>
  <p:clrMapOvr>
    <a:masterClrMapping/>
  </p:clrMapOvr>
  <p:transition>
    <p:fade/>
  </p:transition>
  <p:extLst>
    <p:ext uri="{6950BFC3-D8DA-4A85-94F7-54DA5524770B}"/>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7888A-7086-7C87-2E82-1D715E1475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4FD0CF-DED7-F37A-310F-5435926AF2D4}"/>
              </a:ext>
            </a:extLst>
          </p:cNvPr>
          <p:cNvSpPr>
            <a:spLocks noGrp="1"/>
          </p:cNvSpPr>
          <p:nvPr>
            <p:ph type="title"/>
          </p:nvPr>
        </p:nvSpPr>
        <p:spPr>
          <a:xfrm>
            <a:off x="571500" y="380000"/>
            <a:ext cx="11049000" cy="430887"/>
          </a:xfrm>
        </p:spPr>
        <p:txBody>
          <a:bodyPr/>
          <a:lstStyle/>
          <a:p>
            <a:r>
              <a:rPr lang="en-GB" sz="2800"/>
              <a:t>How the orchestrator retrieves SharePoint knowledge</a:t>
            </a:r>
          </a:p>
        </p:txBody>
      </p:sp>
      <p:sp>
        <p:nvSpPr>
          <p:cNvPr id="3" name="Subhead">
            <a:extLst>
              <a:ext uri="{FF2B5EF4-FFF2-40B4-BE49-F238E27FC236}">
                <a16:creationId xmlns:a16="http://schemas.microsoft.com/office/drawing/2014/main" id="{3418A93E-AC80-81A6-5A22-6031C318977B}"/>
              </a:ext>
            </a:extLst>
          </p:cNvPr>
          <p:cNvSpPr txBox="1"/>
          <p:nvPr/>
        </p:nvSpPr>
        <p:spPr>
          <a:xfrm>
            <a:off x="571500" y="950040"/>
            <a:ext cx="11049000" cy="430000"/>
          </a:xfrm>
          <a:prstGeom prst="rect">
            <a:avLst/>
          </a:prstGeom>
          <a:noFill/>
        </p:spPr>
        <p:txBody>
          <a:bodyPr wrap="square" lIns="0" tIns="0" rIns="0" bIns="0" anchor="t">
            <a:noAutofit/>
          </a:bodyPr>
          <a:lstStyle/>
          <a:p>
            <a:r>
              <a:rPr lang="en-GB" sz="1400">
                <a:solidFill>
                  <a:srgbClr val="595959"/>
                </a:solidFill>
                <a:latin typeface="+mn-lt"/>
              </a:rPr>
              <a:t>The GitHub Copilot harness pulls only the knowledge it needs. </a:t>
            </a:r>
            <a:r>
              <a:rPr lang="en-GB" sz="1400">
                <a:solidFill>
                  <a:srgbClr val="595959"/>
                </a:solidFill>
              </a:rPr>
              <a:t>It s</a:t>
            </a:r>
            <a:r>
              <a:rPr lang="en-GB" sz="1400">
                <a:solidFill>
                  <a:srgbClr val="595959"/>
                </a:solidFill>
                <a:latin typeface="+mn-lt"/>
              </a:rPr>
              <a:t>earches, ranks, then fetches the full files into its agent sandbox for the rest of the conversation.</a:t>
            </a:r>
          </a:p>
        </p:txBody>
      </p:sp>
      <p:sp>
        <p:nvSpPr>
          <p:cNvPr id="4" name="Container">
            <a:extLst>
              <a:ext uri="{FF2B5EF4-FFF2-40B4-BE49-F238E27FC236}">
                <a16:creationId xmlns:a16="http://schemas.microsoft.com/office/drawing/2014/main" id="{D5F56EAD-E26B-2596-B6E6-6D89694FAF69}"/>
              </a:ext>
              <a:ext uri="{C183D7F6-B498-43B3-948B-1728B52AA6E4}">
                <adec:decorative xmlns:adec="http://schemas.microsoft.com/office/drawing/2017/decorative" val="1"/>
              </a:ext>
            </a:extLst>
          </p:cNvPr>
          <p:cNvSpPr/>
          <p:nvPr/>
        </p:nvSpPr>
        <p:spPr bwMode="auto">
          <a:xfrm>
            <a:off x="571500" y="1522486"/>
            <a:ext cx="11049000" cy="4608492"/>
          </a:xfrm>
          <a:prstGeom prst="roundRect">
            <a:avLst>
              <a:gd name="adj" fmla="val 3200"/>
            </a:avLst>
          </a:prstGeom>
          <a:solidFill>
            <a:srgbClr val="FFFFFF"/>
          </a:solidFill>
          <a:ln w="12700" cap="flat" cmpd="sng" algn="ctr">
            <a:gradFill flip="none" rotWithShape="1">
              <a:gsLst>
                <a:gs pos="0">
                  <a:srgbClr val="0078D4"/>
                </a:gs>
                <a:gs pos="100000">
                  <a:srgbClr val="C03BC4"/>
                </a:gs>
              </a:gsLst>
              <a:lin ang="2700000" scaled="1"/>
              <a:tileRect/>
            </a:gradFill>
            <a:prstDash val="solid"/>
          </a:ln>
          <a:effectLst>
            <a:outerShdw blurRad="114300" dist="101600" dir="2700000" algn="tl" rotWithShape="0">
              <a:srgbClr val="091F2C">
                <a:alpha val="10000"/>
              </a:srgbClr>
            </a:outerShdw>
          </a:effectLst>
        </p:spPr>
        <p:txBody>
          <a:bodyPr rtlCol="0" anchor="t"/>
          <a:lstStyle/>
          <a:p>
            <a:endParaRPr lang="en-GB"/>
          </a:p>
        </p:txBody>
      </p:sp>
      <p:cxnSp>
        <p:nvCxnSpPr>
          <p:cNvPr id="30" name="Arrow 1">
            <a:extLst>
              <a:ext uri="{FF2B5EF4-FFF2-40B4-BE49-F238E27FC236}">
                <a16:creationId xmlns:a16="http://schemas.microsoft.com/office/drawing/2014/main" id="{85594B73-1203-29FB-715D-CBEB07D5AF8D}"/>
              </a:ext>
              <a:ext uri="{C183D7F6-B498-43B3-948B-1728B52AA6E4}">
                <adec:decorative xmlns:adec="http://schemas.microsoft.com/office/drawing/2017/decorative" val="1"/>
              </a:ext>
            </a:extLst>
          </p:cNvPr>
          <p:cNvCxnSpPr/>
          <p:nvPr/>
        </p:nvCxnSpPr>
        <p:spPr>
          <a:xfrm>
            <a:off x="3161500" y="3102485"/>
            <a:ext cx="320000" cy="0"/>
          </a:xfrm>
          <a:prstGeom prst="straightConnector1">
            <a:avLst/>
          </a:prstGeom>
          <a:ln w="22225" cap="rnd">
            <a:solidFill>
              <a:srgbClr val="8A8886"/>
            </a:solidFill>
            <a:headEnd type="none"/>
            <a:tailEnd type="arrow" w="lg" len="med"/>
          </a:ln>
        </p:spPr>
        <p:style>
          <a:lnRef idx="1">
            <a:schemeClr val="accent1"/>
          </a:lnRef>
          <a:fillRef idx="0">
            <a:schemeClr val="accent1"/>
          </a:fillRef>
          <a:effectRef idx="0">
            <a:schemeClr val="accent1"/>
          </a:effectRef>
          <a:fontRef idx="minor">
            <a:schemeClr val="tx1"/>
          </a:fontRef>
        </p:style>
      </p:cxnSp>
      <p:cxnSp>
        <p:nvCxnSpPr>
          <p:cNvPr id="31" name="Arrow 2">
            <a:extLst>
              <a:ext uri="{FF2B5EF4-FFF2-40B4-BE49-F238E27FC236}">
                <a16:creationId xmlns:a16="http://schemas.microsoft.com/office/drawing/2014/main" id="{7A2F9894-2C27-33FC-2AB0-AE6A80C836D0}"/>
              </a:ext>
              <a:ext uri="{C183D7F6-B498-43B3-948B-1728B52AA6E4}">
                <adec:decorative xmlns:adec="http://schemas.microsoft.com/office/drawing/2017/decorative" val="1"/>
              </a:ext>
            </a:extLst>
          </p:cNvPr>
          <p:cNvCxnSpPr/>
          <p:nvPr/>
        </p:nvCxnSpPr>
        <p:spPr>
          <a:xfrm>
            <a:off x="5911500" y="3102485"/>
            <a:ext cx="320000" cy="0"/>
          </a:xfrm>
          <a:prstGeom prst="straightConnector1">
            <a:avLst/>
          </a:prstGeom>
          <a:ln w="22225" cap="rnd">
            <a:solidFill>
              <a:srgbClr val="8A8886"/>
            </a:solidFill>
            <a:headEnd type="none"/>
            <a:tailEnd type="arrow" w="lg" len="med"/>
          </a:ln>
        </p:spPr>
        <p:style>
          <a:lnRef idx="1">
            <a:schemeClr val="accent1"/>
          </a:lnRef>
          <a:fillRef idx="0">
            <a:schemeClr val="accent1"/>
          </a:fillRef>
          <a:effectRef idx="0">
            <a:schemeClr val="accent1"/>
          </a:effectRef>
          <a:fontRef idx="minor">
            <a:schemeClr val="tx1"/>
          </a:fontRef>
        </p:style>
      </p:cxnSp>
      <p:cxnSp>
        <p:nvCxnSpPr>
          <p:cNvPr id="32" name="Arrow 3">
            <a:extLst>
              <a:ext uri="{FF2B5EF4-FFF2-40B4-BE49-F238E27FC236}">
                <a16:creationId xmlns:a16="http://schemas.microsoft.com/office/drawing/2014/main" id="{FEE1AC83-9CA9-149E-E288-E73A33DA33A7}"/>
              </a:ext>
              <a:ext uri="{C183D7F6-B498-43B3-948B-1728B52AA6E4}">
                <adec:decorative xmlns:adec="http://schemas.microsoft.com/office/drawing/2017/decorative" val="1"/>
              </a:ext>
            </a:extLst>
          </p:cNvPr>
          <p:cNvCxnSpPr/>
          <p:nvPr/>
        </p:nvCxnSpPr>
        <p:spPr>
          <a:xfrm>
            <a:off x="8661500" y="3102485"/>
            <a:ext cx="320000" cy="0"/>
          </a:xfrm>
          <a:prstGeom prst="straightConnector1">
            <a:avLst/>
          </a:prstGeom>
          <a:ln w="22225" cap="rnd">
            <a:solidFill>
              <a:srgbClr val="8A8886"/>
            </a:solidFill>
            <a:headEnd type="none"/>
            <a:tailEnd type="arrow" w="lg" len="med"/>
          </a:ln>
        </p:spPr>
        <p:style>
          <a:lnRef idx="1">
            <a:schemeClr val="accent1"/>
          </a:lnRef>
          <a:fillRef idx="0">
            <a:schemeClr val="accent1"/>
          </a:fillRef>
          <a:effectRef idx="0">
            <a:schemeClr val="accent1"/>
          </a:effectRef>
          <a:fontRef idx="minor">
            <a:schemeClr val="tx1"/>
          </a:fontRef>
        </p:style>
      </p:cxnSp>
      <p:sp>
        <p:nvSpPr>
          <p:cNvPr id="40" name="Card 1">
            <a:extLst>
              <a:ext uri="{FF2B5EF4-FFF2-40B4-BE49-F238E27FC236}">
                <a16:creationId xmlns:a16="http://schemas.microsoft.com/office/drawing/2014/main" id="{40F7160C-0AE6-8DB4-338D-E0F3495B2DCE}"/>
              </a:ext>
              <a:ext uri="{C183D7F6-B498-43B3-948B-1728B52AA6E4}">
                <adec:decorative xmlns:adec="http://schemas.microsoft.com/office/drawing/2017/decorative" val="1"/>
              </a:ext>
            </a:extLst>
          </p:cNvPr>
          <p:cNvSpPr/>
          <p:nvPr/>
        </p:nvSpPr>
        <p:spPr>
          <a:xfrm>
            <a:off x="791500" y="1812485"/>
            <a:ext cx="2300000" cy="2640000"/>
          </a:xfrm>
          <a:prstGeom prst="roundRect">
            <a:avLst>
              <a:gd name="adj" fmla="val 7000"/>
            </a:avLst>
          </a:prstGeom>
          <a:solidFill>
            <a:srgbClr val="FFFFFF"/>
          </a:solidFill>
          <a:ln w="9525">
            <a:solidFill>
              <a:srgbClr val="0078D4">
                <a:alpha val="45000"/>
              </a:srgbClr>
            </a:solidFill>
          </a:ln>
          <a:effectLst>
            <a:outerShdw blurRad="90000" dist="38100" dir="5400000" rotWithShape="0">
              <a:srgbClr val="091F2C">
                <a:alpha val="12000"/>
              </a:srgbClr>
            </a:outerShdw>
          </a:effectLst>
        </p:spPr>
        <p:txBody>
          <a:bodyPr rtlCol="0" anchor="t"/>
          <a:lstStyle/>
          <a:p>
            <a:endParaRPr lang="en-GB"/>
          </a:p>
        </p:txBody>
      </p:sp>
      <p:sp>
        <p:nvSpPr>
          <p:cNvPr id="41" name="Badge 1">
            <a:extLst>
              <a:ext uri="{FF2B5EF4-FFF2-40B4-BE49-F238E27FC236}">
                <a16:creationId xmlns:a16="http://schemas.microsoft.com/office/drawing/2014/main" id="{F2D4C096-5A28-3934-D0E9-8AEA2775CF09}"/>
              </a:ext>
            </a:extLst>
          </p:cNvPr>
          <p:cNvSpPr/>
          <p:nvPr/>
        </p:nvSpPr>
        <p:spPr>
          <a:xfrm>
            <a:off x="1621500" y="1952485"/>
            <a:ext cx="640000" cy="640000"/>
          </a:xfrm>
          <a:prstGeom prst="ellipse">
            <a:avLst/>
          </a:prstGeom>
          <a:solidFill>
            <a:srgbClr val="0078D4"/>
          </a:solidFill>
          <a:ln>
            <a:noFill/>
          </a:ln>
        </p:spPr>
        <p:txBody>
          <a:bodyPr lIns="0" tIns="0" rIns="0" bIns="0" rtlCol="0" anchor="ctr"/>
          <a:lstStyle/>
          <a:p>
            <a:endParaRPr lang="en-GB"/>
          </a:p>
        </p:txBody>
      </p:sp>
      <p:sp>
        <p:nvSpPr>
          <p:cNvPr id="42" name="Card 1 Title">
            <a:extLst>
              <a:ext uri="{FF2B5EF4-FFF2-40B4-BE49-F238E27FC236}">
                <a16:creationId xmlns:a16="http://schemas.microsoft.com/office/drawing/2014/main" id="{5DEA50AD-0B79-C964-4FD6-6387D8C66404}"/>
              </a:ext>
            </a:extLst>
          </p:cNvPr>
          <p:cNvSpPr txBox="1"/>
          <p:nvPr/>
        </p:nvSpPr>
        <p:spPr>
          <a:xfrm>
            <a:off x="871500" y="2692485"/>
            <a:ext cx="2140000" cy="430000"/>
          </a:xfrm>
          <a:prstGeom prst="rect">
            <a:avLst/>
          </a:prstGeom>
          <a:noFill/>
        </p:spPr>
        <p:txBody>
          <a:bodyPr wrap="square" lIns="0" tIns="0" rIns="0" bIns="0" anchor="t">
            <a:noAutofit/>
          </a:bodyPr>
          <a:lstStyle/>
          <a:p>
            <a:pPr algn="ctr"/>
            <a:r>
              <a:rPr lang="en-GB" sz="1500" b="1">
                <a:solidFill>
                  <a:srgbClr val="0078D4"/>
                </a:solidFill>
                <a:latin typeface="+mj-lt"/>
              </a:rPr>
              <a:t>Search knowledge</a:t>
            </a:r>
          </a:p>
        </p:txBody>
      </p:sp>
      <p:sp>
        <p:nvSpPr>
          <p:cNvPr id="43" name="Card 1 Desc">
            <a:extLst>
              <a:ext uri="{FF2B5EF4-FFF2-40B4-BE49-F238E27FC236}">
                <a16:creationId xmlns:a16="http://schemas.microsoft.com/office/drawing/2014/main" id="{14EA42EC-CEC3-DA76-1B78-DD690AC6C647}"/>
              </a:ext>
            </a:extLst>
          </p:cNvPr>
          <p:cNvSpPr txBox="1"/>
          <p:nvPr/>
        </p:nvSpPr>
        <p:spPr>
          <a:xfrm>
            <a:off x="911500" y="3182485"/>
            <a:ext cx="2060000" cy="1180000"/>
          </a:xfrm>
          <a:prstGeom prst="rect">
            <a:avLst/>
          </a:prstGeom>
          <a:noFill/>
        </p:spPr>
        <p:txBody>
          <a:bodyPr wrap="square" lIns="0" tIns="0" rIns="0" bIns="0" anchor="t">
            <a:noAutofit/>
          </a:bodyPr>
          <a:lstStyle/>
          <a:p>
            <a:pPr algn="ctr"/>
            <a:r>
              <a:rPr lang="en-GB" sz="1050">
                <a:solidFill>
                  <a:srgbClr val="404040"/>
                </a:solidFill>
                <a:latin typeface="+mn-lt"/>
              </a:rPr>
              <a:t>Runs semantic </a:t>
            </a:r>
            <a:r>
              <a:rPr lang="en-GB" sz="1050" b="1">
                <a:solidFill>
                  <a:schemeClr val="accent1"/>
                </a:solidFill>
                <a:latin typeface="+mn-lt"/>
              </a:rPr>
              <a:t>searches</a:t>
            </a:r>
            <a:r>
              <a:rPr lang="en-GB" sz="1050">
                <a:solidFill>
                  <a:srgbClr val="404040"/>
                </a:solidFill>
                <a:latin typeface="+mn-lt"/>
              </a:rPr>
              <a:t> across the SharePoint knowledge sources and gets matching snippets back.</a:t>
            </a:r>
          </a:p>
        </p:txBody>
      </p:sp>
      <p:sp>
        <p:nvSpPr>
          <p:cNvPr id="50" name="Card 2">
            <a:extLst>
              <a:ext uri="{FF2B5EF4-FFF2-40B4-BE49-F238E27FC236}">
                <a16:creationId xmlns:a16="http://schemas.microsoft.com/office/drawing/2014/main" id="{CAD992E6-DBB7-A217-71D9-608FBBF415C7}"/>
              </a:ext>
              <a:ext uri="{C183D7F6-B498-43B3-948B-1728B52AA6E4}">
                <adec:decorative xmlns:adec="http://schemas.microsoft.com/office/drawing/2017/decorative" val="1"/>
              </a:ext>
            </a:extLst>
          </p:cNvPr>
          <p:cNvSpPr/>
          <p:nvPr/>
        </p:nvSpPr>
        <p:spPr>
          <a:xfrm>
            <a:off x="3541500" y="1812485"/>
            <a:ext cx="2300000" cy="2640000"/>
          </a:xfrm>
          <a:prstGeom prst="roundRect">
            <a:avLst>
              <a:gd name="adj" fmla="val 7000"/>
            </a:avLst>
          </a:prstGeom>
          <a:solidFill>
            <a:srgbClr val="FFFFFF"/>
          </a:solidFill>
          <a:ln w="9525">
            <a:solidFill>
              <a:srgbClr val="8764B8">
                <a:alpha val="45000"/>
              </a:srgbClr>
            </a:solidFill>
          </a:ln>
          <a:effectLst>
            <a:outerShdw blurRad="90000" dist="38100" dir="5400000" rotWithShape="0">
              <a:srgbClr val="091F2C">
                <a:alpha val="12000"/>
              </a:srgbClr>
            </a:outerShdw>
          </a:effectLst>
        </p:spPr>
        <p:txBody>
          <a:bodyPr rtlCol="0" anchor="t"/>
          <a:lstStyle/>
          <a:p>
            <a:endParaRPr lang="en-GB"/>
          </a:p>
        </p:txBody>
      </p:sp>
      <p:sp>
        <p:nvSpPr>
          <p:cNvPr id="51" name="Badge 2">
            <a:extLst>
              <a:ext uri="{FF2B5EF4-FFF2-40B4-BE49-F238E27FC236}">
                <a16:creationId xmlns:a16="http://schemas.microsoft.com/office/drawing/2014/main" id="{09949790-8099-1F11-E780-D4490BF5FAE9}"/>
              </a:ext>
            </a:extLst>
          </p:cNvPr>
          <p:cNvSpPr/>
          <p:nvPr/>
        </p:nvSpPr>
        <p:spPr>
          <a:xfrm>
            <a:off x="4371500" y="1952485"/>
            <a:ext cx="640000" cy="640000"/>
          </a:xfrm>
          <a:prstGeom prst="ellipse">
            <a:avLst/>
          </a:prstGeom>
          <a:solidFill>
            <a:srgbClr val="8764B8"/>
          </a:solidFill>
          <a:ln>
            <a:noFill/>
          </a:ln>
        </p:spPr>
        <p:txBody>
          <a:bodyPr lIns="0" tIns="0" rIns="0" bIns="0" rtlCol="0" anchor="ctr"/>
          <a:lstStyle/>
          <a:p>
            <a:endParaRPr lang="en-GB"/>
          </a:p>
        </p:txBody>
      </p:sp>
      <p:sp>
        <p:nvSpPr>
          <p:cNvPr id="52" name="Card 2 Title">
            <a:extLst>
              <a:ext uri="{FF2B5EF4-FFF2-40B4-BE49-F238E27FC236}">
                <a16:creationId xmlns:a16="http://schemas.microsoft.com/office/drawing/2014/main" id="{9CF7D12C-F68D-2075-3E2D-AC8D4F97A0CA}"/>
              </a:ext>
            </a:extLst>
          </p:cNvPr>
          <p:cNvSpPr txBox="1"/>
          <p:nvPr/>
        </p:nvSpPr>
        <p:spPr>
          <a:xfrm>
            <a:off x="3621500" y="2692485"/>
            <a:ext cx="2140000" cy="430000"/>
          </a:xfrm>
          <a:prstGeom prst="rect">
            <a:avLst/>
          </a:prstGeom>
          <a:noFill/>
        </p:spPr>
        <p:txBody>
          <a:bodyPr wrap="square" lIns="0" tIns="0" rIns="0" bIns="0" anchor="t">
            <a:noAutofit/>
          </a:bodyPr>
          <a:lstStyle/>
          <a:p>
            <a:pPr algn="ctr"/>
            <a:r>
              <a:rPr lang="en-GB" sz="1500" b="1">
                <a:solidFill>
                  <a:srgbClr val="8764B8"/>
                </a:solidFill>
                <a:latin typeface="+mj-lt"/>
              </a:rPr>
              <a:t>Rank documents</a:t>
            </a:r>
          </a:p>
        </p:txBody>
      </p:sp>
      <p:sp>
        <p:nvSpPr>
          <p:cNvPr id="53" name="Card 2 Desc">
            <a:extLst>
              <a:ext uri="{FF2B5EF4-FFF2-40B4-BE49-F238E27FC236}">
                <a16:creationId xmlns:a16="http://schemas.microsoft.com/office/drawing/2014/main" id="{A36D0D37-0805-2030-EE52-7868ADB1BEB9}"/>
              </a:ext>
            </a:extLst>
          </p:cNvPr>
          <p:cNvSpPr txBox="1"/>
          <p:nvPr/>
        </p:nvSpPr>
        <p:spPr>
          <a:xfrm>
            <a:off x="3661500" y="3182485"/>
            <a:ext cx="2060000" cy="1180000"/>
          </a:xfrm>
          <a:prstGeom prst="rect">
            <a:avLst/>
          </a:prstGeom>
          <a:noFill/>
        </p:spPr>
        <p:txBody>
          <a:bodyPr wrap="square" lIns="0" tIns="0" rIns="0" bIns="0" anchor="t">
            <a:noAutofit/>
          </a:bodyPr>
          <a:lstStyle/>
          <a:p>
            <a:pPr algn="ctr"/>
            <a:r>
              <a:rPr lang="en-GB" sz="1050" b="1">
                <a:solidFill>
                  <a:schemeClr val="accent4"/>
                </a:solidFill>
                <a:latin typeface="+mn-lt"/>
              </a:rPr>
              <a:t>Ranks</a:t>
            </a:r>
            <a:r>
              <a:rPr lang="en-GB" sz="1050">
                <a:solidFill>
                  <a:srgbClr val="404040"/>
                </a:solidFill>
                <a:latin typeface="+mn-lt"/>
              </a:rPr>
              <a:t> those snippets to decide which documents are genuinely relevant to the task.</a:t>
            </a:r>
          </a:p>
        </p:txBody>
      </p:sp>
      <p:sp>
        <p:nvSpPr>
          <p:cNvPr id="60" name="Card 3">
            <a:extLst>
              <a:ext uri="{FF2B5EF4-FFF2-40B4-BE49-F238E27FC236}">
                <a16:creationId xmlns:a16="http://schemas.microsoft.com/office/drawing/2014/main" id="{A8888FD8-BBFE-AF34-A284-9CF779A60B0E}"/>
              </a:ext>
              <a:ext uri="{C183D7F6-B498-43B3-948B-1728B52AA6E4}">
                <adec:decorative xmlns:adec="http://schemas.microsoft.com/office/drawing/2017/decorative" val="1"/>
              </a:ext>
            </a:extLst>
          </p:cNvPr>
          <p:cNvSpPr/>
          <p:nvPr/>
        </p:nvSpPr>
        <p:spPr>
          <a:xfrm>
            <a:off x="6291500" y="1812485"/>
            <a:ext cx="2300000" cy="2640000"/>
          </a:xfrm>
          <a:prstGeom prst="roundRect">
            <a:avLst>
              <a:gd name="adj" fmla="val 7000"/>
            </a:avLst>
          </a:prstGeom>
          <a:solidFill>
            <a:srgbClr val="FFFFFF"/>
          </a:solidFill>
          <a:ln w="9525">
            <a:solidFill>
              <a:srgbClr val="399A91">
                <a:alpha val="45000"/>
              </a:srgbClr>
            </a:solidFill>
          </a:ln>
          <a:effectLst>
            <a:outerShdw blurRad="90000" dist="38100" dir="5400000" rotWithShape="0">
              <a:srgbClr val="091F2C">
                <a:alpha val="12000"/>
              </a:srgbClr>
            </a:outerShdw>
          </a:effectLst>
        </p:spPr>
        <p:txBody>
          <a:bodyPr rtlCol="0" anchor="t"/>
          <a:lstStyle/>
          <a:p>
            <a:endParaRPr lang="en-GB"/>
          </a:p>
        </p:txBody>
      </p:sp>
      <p:sp>
        <p:nvSpPr>
          <p:cNvPr id="61" name="Badge 3">
            <a:extLst>
              <a:ext uri="{FF2B5EF4-FFF2-40B4-BE49-F238E27FC236}">
                <a16:creationId xmlns:a16="http://schemas.microsoft.com/office/drawing/2014/main" id="{249D8E1D-BBDA-9537-02E3-A077C8E0C0FF}"/>
              </a:ext>
            </a:extLst>
          </p:cNvPr>
          <p:cNvSpPr/>
          <p:nvPr/>
        </p:nvSpPr>
        <p:spPr>
          <a:xfrm>
            <a:off x="7121500" y="1952485"/>
            <a:ext cx="640000" cy="640000"/>
          </a:xfrm>
          <a:prstGeom prst="ellipse">
            <a:avLst/>
          </a:prstGeom>
          <a:solidFill>
            <a:srgbClr val="399A91"/>
          </a:solidFill>
          <a:ln>
            <a:noFill/>
          </a:ln>
        </p:spPr>
        <p:txBody>
          <a:bodyPr lIns="0" tIns="0" rIns="0" bIns="0" rtlCol="0" anchor="ctr"/>
          <a:lstStyle/>
          <a:p>
            <a:endParaRPr lang="en-GB"/>
          </a:p>
        </p:txBody>
      </p:sp>
      <p:sp>
        <p:nvSpPr>
          <p:cNvPr id="62" name="Card 3 Title">
            <a:extLst>
              <a:ext uri="{FF2B5EF4-FFF2-40B4-BE49-F238E27FC236}">
                <a16:creationId xmlns:a16="http://schemas.microsoft.com/office/drawing/2014/main" id="{87A5ECF6-E8AC-B015-2165-2266A8B00552}"/>
              </a:ext>
            </a:extLst>
          </p:cNvPr>
          <p:cNvSpPr txBox="1"/>
          <p:nvPr/>
        </p:nvSpPr>
        <p:spPr>
          <a:xfrm>
            <a:off x="6371500" y="2692485"/>
            <a:ext cx="2140000" cy="430000"/>
          </a:xfrm>
          <a:prstGeom prst="rect">
            <a:avLst/>
          </a:prstGeom>
          <a:noFill/>
        </p:spPr>
        <p:txBody>
          <a:bodyPr wrap="square" lIns="0" tIns="0" rIns="0" bIns="0" anchor="t">
            <a:noAutofit/>
          </a:bodyPr>
          <a:lstStyle/>
          <a:p>
            <a:pPr algn="ctr"/>
            <a:r>
              <a:rPr lang="en-GB" sz="1500" b="1">
                <a:solidFill>
                  <a:srgbClr val="2C7D75"/>
                </a:solidFill>
                <a:latin typeface="+mj-lt"/>
              </a:rPr>
              <a:t>Fetch full files</a:t>
            </a:r>
          </a:p>
        </p:txBody>
      </p:sp>
      <p:sp>
        <p:nvSpPr>
          <p:cNvPr id="63" name="Card 3 Desc">
            <a:extLst>
              <a:ext uri="{FF2B5EF4-FFF2-40B4-BE49-F238E27FC236}">
                <a16:creationId xmlns:a16="http://schemas.microsoft.com/office/drawing/2014/main" id="{9C89B065-A5ED-E250-FD3C-A5B183529D2C}"/>
              </a:ext>
            </a:extLst>
          </p:cNvPr>
          <p:cNvSpPr txBox="1"/>
          <p:nvPr/>
        </p:nvSpPr>
        <p:spPr>
          <a:xfrm>
            <a:off x="6411500" y="3182485"/>
            <a:ext cx="2060000" cy="1180000"/>
          </a:xfrm>
          <a:prstGeom prst="rect">
            <a:avLst/>
          </a:prstGeom>
          <a:noFill/>
        </p:spPr>
        <p:txBody>
          <a:bodyPr wrap="square" lIns="0" tIns="0" rIns="0" bIns="0" anchor="t">
            <a:noAutofit/>
          </a:bodyPr>
          <a:lstStyle/>
          <a:p>
            <a:pPr algn="ctr"/>
            <a:r>
              <a:rPr lang="en-GB" sz="1050">
                <a:solidFill>
                  <a:srgbClr val="404040"/>
                </a:solidFill>
              </a:rPr>
              <a:t>Downloads</a:t>
            </a:r>
            <a:r>
              <a:rPr lang="en-GB" sz="1050">
                <a:solidFill>
                  <a:srgbClr val="404040"/>
                </a:solidFill>
                <a:latin typeface="+mn-lt"/>
              </a:rPr>
              <a:t> the </a:t>
            </a:r>
            <a:r>
              <a:rPr lang="en-GB" sz="1050" b="1">
                <a:solidFill>
                  <a:srgbClr val="2C7D75"/>
                </a:solidFill>
                <a:latin typeface="+mn-lt"/>
              </a:rPr>
              <a:t>full files </a:t>
            </a:r>
            <a:r>
              <a:rPr lang="en-GB" sz="1050">
                <a:solidFill>
                  <a:srgbClr val="404040"/>
                </a:solidFill>
                <a:latin typeface="+mn-lt"/>
              </a:rPr>
              <a:t>to the agent’s sandbox container, to enable processing for use in the conversation.</a:t>
            </a:r>
          </a:p>
        </p:txBody>
      </p:sp>
      <p:sp>
        <p:nvSpPr>
          <p:cNvPr id="70" name="Card 4">
            <a:extLst>
              <a:ext uri="{FF2B5EF4-FFF2-40B4-BE49-F238E27FC236}">
                <a16:creationId xmlns:a16="http://schemas.microsoft.com/office/drawing/2014/main" id="{39FDA455-60C7-8A68-FF28-0151A82BEE42}"/>
              </a:ext>
              <a:ext uri="{C183D7F6-B498-43B3-948B-1728B52AA6E4}">
                <adec:decorative xmlns:adec="http://schemas.microsoft.com/office/drawing/2017/decorative" val="1"/>
              </a:ext>
            </a:extLst>
          </p:cNvPr>
          <p:cNvSpPr/>
          <p:nvPr/>
        </p:nvSpPr>
        <p:spPr>
          <a:xfrm>
            <a:off x="9041500" y="1812485"/>
            <a:ext cx="2300000" cy="2640000"/>
          </a:xfrm>
          <a:prstGeom prst="roundRect">
            <a:avLst>
              <a:gd name="adj" fmla="val 7000"/>
            </a:avLst>
          </a:prstGeom>
          <a:solidFill>
            <a:srgbClr val="FFFFFF"/>
          </a:solidFill>
          <a:ln w="9525">
            <a:solidFill>
              <a:srgbClr val="C03BC4">
                <a:alpha val="45000"/>
              </a:srgbClr>
            </a:solidFill>
          </a:ln>
          <a:effectLst>
            <a:outerShdw blurRad="90000" dist="38100" dir="5400000" rotWithShape="0">
              <a:srgbClr val="091F2C">
                <a:alpha val="12000"/>
              </a:srgbClr>
            </a:outerShdw>
          </a:effectLst>
        </p:spPr>
        <p:txBody>
          <a:bodyPr rtlCol="0" anchor="t"/>
          <a:lstStyle/>
          <a:p>
            <a:endParaRPr lang="en-GB"/>
          </a:p>
        </p:txBody>
      </p:sp>
      <p:sp>
        <p:nvSpPr>
          <p:cNvPr id="71" name="Badge 4">
            <a:extLst>
              <a:ext uri="{FF2B5EF4-FFF2-40B4-BE49-F238E27FC236}">
                <a16:creationId xmlns:a16="http://schemas.microsoft.com/office/drawing/2014/main" id="{197E0636-A3F0-911D-3996-6F50C549C7DF}"/>
              </a:ext>
            </a:extLst>
          </p:cNvPr>
          <p:cNvSpPr/>
          <p:nvPr/>
        </p:nvSpPr>
        <p:spPr>
          <a:xfrm>
            <a:off x="9871500" y="1952485"/>
            <a:ext cx="640000" cy="640000"/>
          </a:xfrm>
          <a:prstGeom prst="ellipse">
            <a:avLst/>
          </a:prstGeom>
          <a:solidFill>
            <a:srgbClr val="C03BC4"/>
          </a:solidFill>
          <a:ln>
            <a:noFill/>
          </a:ln>
        </p:spPr>
        <p:txBody>
          <a:bodyPr lIns="0" tIns="0" rIns="0" bIns="0" rtlCol="0" anchor="ctr"/>
          <a:lstStyle/>
          <a:p>
            <a:endParaRPr lang="en-GB"/>
          </a:p>
        </p:txBody>
      </p:sp>
      <p:sp>
        <p:nvSpPr>
          <p:cNvPr id="72" name="Card 4 Title">
            <a:extLst>
              <a:ext uri="{FF2B5EF4-FFF2-40B4-BE49-F238E27FC236}">
                <a16:creationId xmlns:a16="http://schemas.microsoft.com/office/drawing/2014/main" id="{14B8C44E-F99D-61BA-3D39-F4D92657E3D8}"/>
              </a:ext>
            </a:extLst>
          </p:cNvPr>
          <p:cNvSpPr txBox="1"/>
          <p:nvPr/>
        </p:nvSpPr>
        <p:spPr>
          <a:xfrm>
            <a:off x="9121500" y="2692485"/>
            <a:ext cx="2140000" cy="430000"/>
          </a:xfrm>
          <a:prstGeom prst="rect">
            <a:avLst/>
          </a:prstGeom>
          <a:noFill/>
        </p:spPr>
        <p:txBody>
          <a:bodyPr wrap="square" lIns="0" tIns="0" rIns="0" bIns="0" anchor="t">
            <a:noAutofit/>
          </a:bodyPr>
          <a:lstStyle/>
          <a:p>
            <a:pPr algn="ctr"/>
            <a:r>
              <a:rPr lang="en-GB" sz="1500" b="1">
                <a:solidFill>
                  <a:srgbClr val="C03BC4"/>
                </a:solidFill>
                <a:latin typeface="+mj-lt"/>
              </a:rPr>
              <a:t>File processing</a:t>
            </a:r>
          </a:p>
        </p:txBody>
      </p:sp>
      <p:sp>
        <p:nvSpPr>
          <p:cNvPr id="73" name="Card 4 Desc">
            <a:extLst>
              <a:ext uri="{FF2B5EF4-FFF2-40B4-BE49-F238E27FC236}">
                <a16:creationId xmlns:a16="http://schemas.microsoft.com/office/drawing/2014/main" id="{D91675AF-FF00-22F1-BF1B-B478C44CF918}"/>
              </a:ext>
            </a:extLst>
          </p:cNvPr>
          <p:cNvSpPr txBox="1"/>
          <p:nvPr/>
        </p:nvSpPr>
        <p:spPr>
          <a:xfrm>
            <a:off x="9161500" y="3182485"/>
            <a:ext cx="2060000" cy="1180000"/>
          </a:xfrm>
          <a:prstGeom prst="rect">
            <a:avLst/>
          </a:prstGeom>
          <a:noFill/>
        </p:spPr>
        <p:txBody>
          <a:bodyPr wrap="square" lIns="0" tIns="0" rIns="0" bIns="0" anchor="t">
            <a:noAutofit/>
          </a:bodyPr>
          <a:lstStyle/>
          <a:p>
            <a:pPr algn="ctr"/>
            <a:r>
              <a:rPr lang="en-GB" sz="1050">
                <a:solidFill>
                  <a:srgbClr val="404040"/>
                </a:solidFill>
                <a:latin typeface="+mn-lt"/>
              </a:rPr>
              <a:t>Files are </a:t>
            </a:r>
            <a:r>
              <a:rPr lang="en-GB" sz="1050" b="1">
                <a:solidFill>
                  <a:schemeClr val="accent2"/>
                </a:solidFill>
                <a:latin typeface="+mn-lt"/>
              </a:rPr>
              <a:t>pre-processed</a:t>
            </a:r>
            <a:r>
              <a:rPr lang="en-GB" sz="1050" b="1">
                <a:solidFill>
                  <a:srgbClr val="404040"/>
                </a:solidFill>
              </a:rPr>
              <a:t> </a:t>
            </a:r>
            <a:r>
              <a:rPr lang="en-GB" sz="1050">
                <a:solidFill>
                  <a:srgbClr val="404040"/>
                </a:solidFill>
                <a:latin typeface="+mn-lt"/>
              </a:rPr>
              <a:t>with structure and metadata cached in the agent container to support ongoing fast responses.</a:t>
            </a:r>
          </a:p>
        </p:txBody>
      </p:sp>
      <p:pic>
        <p:nvPicPr>
          <p:cNvPr id="90" name="Icon Search" descr="Search magnifying glass icon">
            <a:extLst>
              <a:ext uri="{FF2B5EF4-FFF2-40B4-BE49-F238E27FC236}">
                <a16:creationId xmlns:a16="http://schemas.microsoft.com/office/drawing/2014/main" id="{B6E3AA2F-E473-47C6-DA46-FC0287B45BD1}"/>
              </a:ext>
            </a:extLst>
          </p:cNvPr>
          <p:cNvPicPr>
            <a:picLocks noChangeAspect="1"/>
          </p:cNvPicPr>
          <p:nvPr/>
        </p:nvPicPr>
        <p:blipFill>
          <a:blip r:embed="rId3"/>
          <a:stretch>
            <a:fillRect/>
          </a:stretch>
        </p:blipFill>
        <p:spPr>
          <a:xfrm>
            <a:off x="1751500" y="2092485"/>
            <a:ext cx="380000" cy="380000"/>
          </a:xfrm>
          <a:prstGeom prst="rect">
            <a:avLst/>
          </a:prstGeom>
        </p:spPr>
      </p:pic>
      <p:pic>
        <p:nvPicPr>
          <p:cNvPr id="91" name="Icon Rank" descr="Ranked bar chart icon">
            <a:extLst>
              <a:ext uri="{FF2B5EF4-FFF2-40B4-BE49-F238E27FC236}">
                <a16:creationId xmlns:a16="http://schemas.microsoft.com/office/drawing/2014/main" id="{38A37040-EC2A-1A54-515B-F8897D59EADB}"/>
              </a:ext>
            </a:extLst>
          </p:cNvPr>
          <p:cNvPicPr>
            <a:picLocks noChangeAspect="1"/>
          </p:cNvPicPr>
          <p:nvPr/>
        </p:nvPicPr>
        <p:blipFill>
          <a:blip r:embed="rId4"/>
          <a:stretch>
            <a:fillRect/>
          </a:stretch>
        </p:blipFill>
        <p:spPr>
          <a:xfrm>
            <a:off x="4501500" y="2082485"/>
            <a:ext cx="380000" cy="380000"/>
          </a:xfrm>
          <a:prstGeom prst="rect">
            <a:avLst/>
          </a:prstGeom>
        </p:spPr>
      </p:pic>
      <p:pic>
        <p:nvPicPr>
          <p:cNvPr id="92" name="Icon Fetch" descr="Document with download arrow icon">
            <a:extLst>
              <a:ext uri="{FF2B5EF4-FFF2-40B4-BE49-F238E27FC236}">
                <a16:creationId xmlns:a16="http://schemas.microsoft.com/office/drawing/2014/main" id="{E9D34040-C2EF-916D-781F-FE62CE08617A}"/>
              </a:ext>
            </a:extLst>
          </p:cNvPr>
          <p:cNvPicPr>
            <a:picLocks noChangeAspect="1"/>
          </p:cNvPicPr>
          <p:nvPr/>
        </p:nvPicPr>
        <p:blipFill>
          <a:blip r:embed="rId5"/>
          <a:stretch>
            <a:fillRect/>
          </a:stretch>
        </p:blipFill>
        <p:spPr>
          <a:xfrm>
            <a:off x="7251500" y="2082485"/>
            <a:ext cx="380000" cy="380000"/>
          </a:xfrm>
          <a:prstGeom prst="rect">
            <a:avLst/>
          </a:prstGeom>
        </p:spPr>
      </p:pic>
      <p:pic>
        <p:nvPicPr>
          <p:cNvPr id="93" name="Icon Container" descr="Storage container box icon">
            <a:extLst>
              <a:ext uri="{FF2B5EF4-FFF2-40B4-BE49-F238E27FC236}">
                <a16:creationId xmlns:a16="http://schemas.microsoft.com/office/drawing/2014/main" id="{D7B3784E-2596-52F8-D304-2A1E5AA5BAC1}"/>
              </a:ext>
            </a:extLst>
          </p:cNvPr>
          <p:cNvPicPr>
            <a:picLocks noChangeAspect="1"/>
          </p:cNvPicPr>
          <p:nvPr/>
        </p:nvPicPr>
        <p:blipFill>
          <a:blip r:embed="rId6"/>
          <a:stretch>
            <a:fillRect/>
          </a:stretch>
        </p:blipFill>
        <p:spPr>
          <a:xfrm>
            <a:off x="10001500" y="2082485"/>
            <a:ext cx="380000" cy="380000"/>
          </a:xfrm>
          <a:prstGeom prst="rect">
            <a:avLst/>
          </a:prstGeom>
        </p:spPr>
      </p:pic>
      <p:sp>
        <p:nvSpPr>
          <p:cNvPr id="6" name="Eyebrow">
            <a:extLst>
              <a:ext uri="{FF2B5EF4-FFF2-40B4-BE49-F238E27FC236}">
                <a16:creationId xmlns:a16="http://schemas.microsoft.com/office/drawing/2014/main" id="{515FE5E2-B78A-DA20-051C-17BBB0C33F1D}"/>
              </a:ext>
            </a:extLst>
          </p:cNvPr>
          <p:cNvSpPr/>
          <p:nvPr/>
        </p:nvSpPr>
        <p:spPr>
          <a:xfrm>
            <a:off x="571500" y="243056"/>
            <a:ext cx="8229600" cy="153888"/>
          </a:xfrm>
          <a:prstGeom prst="rect">
            <a:avLst/>
          </a:prstGeom>
        </p:spPr>
        <p:txBody>
          <a:bodyPr vert="horz" wrap="square" lIns="0" tIns="0" rIns="0" bIns="0" rtlCol="0">
            <a:spAutoFit/>
          </a:bodyPr>
          <a:lstStyle/>
          <a:p>
            <a:pPr defTabSz="932742">
              <a:spcBef>
                <a:spcPct val="20000"/>
              </a:spcBef>
              <a:buSzPct val="90000"/>
            </a:pPr>
            <a:r>
              <a:rPr lang="en-US" sz="1000" cap="all">
                <a:solidFill>
                  <a:srgbClr val="4B5563"/>
                </a:solidFill>
                <a:latin typeface="Aptos"/>
                <a:cs typeface="Segoe Sans Display" pitchFamily="2" charset="0"/>
              </a:rPr>
              <a:t>AGENTS · BUILDING · KNOWLEDGE</a:t>
            </a:r>
          </a:p>
        </p:txBody>
      </p:sp>
      <p:sp>
        <p:nvSpPr>
          <p:cNvPr id="7" name="Takeaway Banner">
            <a:extLst>
              <a:ext uri="{FF2B5EF4-FFF2-40B4-BE49-F238E27FC236}">
                <a16:creationId xmlns:a16="http://schemas.microsoft.com/office/drawing/2014/main" id="{BF4F4EEC-A781-80D7-D4D1-0110F5185AA7}"/>
              </a:ext>
            </a:extLst>
          </p:cNvPr>
          <p:cNvSpPr/>
          <p:nvPr/>
        </p:nvSpPr>
        <p:spPr>
          <a:xfrm>
            <a:off x="791500" y="4804538"/>
            <a:ext cx="10550000" cy="974387"/>
          </a:xfrm>
          <a:prstGeom prst="roundRect">
            <a:avLst>
              <a:gd name="adj" fmla="val 12000"/>
            </a:avLst>
          </a:prstGeom>
          <a:solidFill>
            <a:srgbClr val="FAF8FA"/>
          </a:solidFill>
          <a:ln w="12700">
            <a:solidFill>
              <a:schemeClr val="bg1"/>
            </a:solidFill>
          </a:ln>
          <a:effectLst>
            <a:outerShdw blurRad="50800" dist="38100" dir="5400000" algn="t" rotWithShape="0">
              <a:schemeClr val="tx2">
                <a:lumMod val="50000"/>
                <a:lumOff val="50000"/>
                <a:alpha val="40000"/>
              </a:schemeClr>
            </a:outerShdw>
          </a:effectLst>
        </p:spPr>
        <p:txBody>
          <a:bodyPr lIns="182880" tIns="18288" rIns="182880" bIns="18288" rtlCol="0" anchor="ctr"/>
          <a:lstStyle/>
          <a:p>
            <a:pPr algn="ctr"/>
            <a:r>
              <a:rPr lang="en-GB" sz="1300" b="1">
                <a:latin typeface="+mj-lt"/>
                <a:cs typeface="Segoe UI" pitchFamily="34" charset="0"/>
              </a:rPr>
              <a:t>Available in the agent sandbox: </a:t>
            </a:r>
            <a:r>
              <a:rPr lang="en-GB" sz="1300">
                <a:cs typeface="Segoe UI" pitchFamily="34" charset="0"/>
              </a:rPr>
              <a:t>The full SharePoint files stay in the agent’s sandbox container for the rest of the conversation with their processed format, so follow-up questions are answered from what it already retrieved. Searches aren’t repeated unless additional information is needed.</a:t>
            </a:r>
          </a:p>
        </p:txBody>
      </p:sp>
    </p:spTree>
    <p:extLst>
      <p:ext uri="{BB962C8B-B14F-4D97-AF65-F5344CB8AC3E}">
        <p14:creationId xmlns:p14="http://schemas.microsoft.com/office/powerpoint/2010/main" val="3619089470"/>
      </p:ext>
    </p:extLst>
  </p:cSld>
  <p:clrMapOvr>
    <a:masterClrMapping/>
  </p:clrMapOvr>
  <p:transition>
    <p:fade/>
  </p:transition>
  <p:extLst>
    <p:ext uri="{6950BFC3-D8DA-4A85-94F7-54DA5524770B}"/>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EE841-A001-091F-7535-517C0DA15EA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EA4ACDE-060E-E612-1BFA-51ED29A25AE0}"/>
              </a:ext>
            </a:extLst>
          </p:cNvPr>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19" name="Eyebrow">
            <a:extLst>
              <a:ext uri="{FF2B5EF4-FFF2-40B4-BE49-F238E27FC236}">
                <a16:creationId xmlns:a16="http://schemas.microsoft.com/office/drawing/2014/main" id="{AD178DE9-92AF-67FC-150E-869E59104FD3}"/>
              </a:ext>
            </a:extLst>
          </p:cNvPr>
          <p:cNvSpPr/>
          <p:nvPr/>
        </p:nvSpPr>
        <p:spPr>
          <a:xfrm>
            <a:off x="502920" y="310896"/>
            <a:ext cx="8229600" cy="153888"/>
          </a:xfrm>
          <a:prstGeom prst="rect">
            <a:avLst/>
          </a:prstGeom>
        </p:spPr>
        <p:txBody>
          <a:bodyPr vert="horz" wrap="square" lIns="0" tIns="0" rIns="0" bIns="0" rtlCol="0">
            <a:sp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r>
              <a:rPr kumimoji="0" sz="1050" b="0" i="0" u="none" strike="noStrike" kern="1200" cap="none" spc="0" normalizeH="0" baseline="0" noProof="0">
                <a:ln>
                  <a:noFill/>
                </a:ln>
                <a:solidFill>
                  <a:srgbClr val="394656"/>
                </a:solidFill>
                <a:effectLst/>
                <a:uLnTx/>
                <a:uFillTx/>
                <a:latin typeface="Aptos"/>
                <a:ea typeface="+mn-ea"/>
                <a:cs typeface="+mn-cs"/>
              </a:rPr>
              <a:t>AGENTS · BUILDING · MEMORY</a:t>
            </a:r>
          </a:p>
        </p:txBody>
      </p:sp>
      <p:sp>
        <p:nvSpPr>
          <p:cNvPr id="20" name="TextBox 19"/>
          <p:cNvSpPr txBox="1"/>
          <p:nvPr/>
        </p:nvSpPr>
        <p:spPr>
          <a:xfrm>
            <a:off x="493776" y="566928"/>
            <a:ext cx="10881360" cy="43088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61827"/>
                </a:solidFill>
                <a:effectLst/>
                <a:uLnTx/>
                <a:uFillTx/>
                <a:latin typeface="+mj-lt"/>
                <a:ea typeface="+mn-ea"/>
                <a:cs typeface="+mn-cs"/>
              </a:rPr>
              <a:t>Memory: persistent context per user, per agent</a:t>
            </a:r>
          </a:p>
        </p:txBody>
      </p:sp>
      <p:sp>
        <p:nvSpPr>
          <p:cNvPr id="21" name="TextBox 20"/>
          <p:cNvSpPr txBox="1"/>
          <p:nvPr/>
        </p:nvSpPr>
        <p:spPr>
          <a:xfrm>
            <a:off x="502920" y="1097280"/>
            <a:ext cx="10698480" cy="227755"/>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srgbClr val="576270"/>
                </a:solidFill>
                <a:effectLst/>
                <a:uLnTx/>
                <a:uFillTx/>
                <a:ea typeface="+mn-ea"/>
                <a:cs typeface="+mn-cs"/>
              </a:rPr>
              <a:t>When Memory is enabled, the orchestrator can remember context from previous interactions and apply it in future turns.</a:t>
            </a:r>
          </a:p>
        </p:txBody>
      </p:sp>
      <p:grpSp>
        <p:nvGrpSpPr>
          <p:cNvPr id="5" name="Group 4">
            <a:extLst>
              <a:ext uri="{FF2B5EF4-FFF2-40B4-BE49-F238E27FC236}">
                <a16:creationId xmlns:a16="http://schemas.microsoft.com/office/drawing/2014/main" id="{4F163BE1-39A8-EA5F-797B-181490778D53}"/>
              </a:ext>
            </a:extLst>
          </p:cNvPr>
          <p:cNvGrpSpPr/>
          <p:nvPr/>
        </p:nvGrpSpPr>
        <p:grpSpPr>
          <a:xfrm>
            <a:off x="745236" y="1581912"/>
            <a:ext cx="10716768" cy="3739896"/>
            <a:chOff x="656082" y="1581912"/>
            <a:chExt cx="10716768" cy="3739896"/>
          </a:xfrm>
        </p:grpSpPr>
        <p:grpSp>
          <p:nvGrpSpPr>
            <p:cNvPr id="4" name="Group 3">
              <a:extLst>
                <a:ext uri="{FF2B5EF4-FFF2-40B4-BE49-F238E27FC236}">
                  <a16:creationId xmlns:a16="http://schemas.microsoft.com/office/drawing/2014/main" id="{5E01A1FD-B9C0-C59D-1C60-F3467824F984}"/>
                </a:ext>
              </a:extLst>
            </p:cNvPr>
            <p:cNvGrpSpPr/>
            <p:nvPr/>
          </p:nvGrpSpPr>
          <p:grpSpPr>
            <a:xfrm>
              <a:off x="834391" y="1581912"/>
              <a:ext cx="10360151" cy="2724912"/>
              <a:chOff x="566928" y="1581912"/>
              <a:chExt cx="10360151" cy="2724912"/>
            </a:xfrm>
          </p:grpSpPr>
          <p:sp>
            <p:nvSpPr>
              <p:cNvPr id="22" name="Rounded Rectangle 21"/>
              <p:cNvSpPr/>
              <p:nvPr/>
            </p:nvSpPr>
            <p:spPr>
              <a:xfrm>
                <a:off x="566928" y="1581912"/>
                <a:ext cx="3246120" cy="2724912"/>
              </a:xfrm>
              <a:prstGeom prst="roundRect">
                <a:avLst>
                  <a:gd name="adj" fmla="val 9655"/>
                </a:avLst>
              </a:prstGeom>
              <a:solidFill>
                <a:srgbClr val="F5F5F5">
                  <a:alpha val="58824"/>
                </a:srgb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ea typeface="+mn-ea"/>
                  <a:cs typeface="+mn-cs"/>
                </a:endParaRPr>
              </a:p>
            </p:txBody>
          </p:sp>
          <p:sp>
            <p:nvSpPr>
              <p:cNvPr id="23" name="Rounded Rectangle 22"/>
              <p:cNvSpPr/>
              <p:nvPr/>
            </p:nvSpPr>
            <p:spPr>
              <a:xfrm>
                <a:off x="749808" y="1783080"/>
                <a:ext cx="292608" cy="292608"/>
              </a:xfrm>
              <a:prstGeom prst="roundRect">
                <a:avLst/>
              </a:prstGeom>
              <a:solidFill>
                <a:srgbClr val="C233B8"/>
              </a:solidFill>
              <a:ln>
                <a:solidFill>
                  <a:srgbClr val="C233B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ea typeface="+mn-ea"/>
                    <a:cs typeface="+mn-cs"/>
                  </a:rPr>
                  <a:t>1</a:t>
                </a:r>
              </a:p>
            </p:txBody>
          </p:sp>
          <p:sp>
            <p:nvSpPr>
              <p:cNvPr id="24" name="TextBox 23"/>
              <p:cNvSpPr txBox="1"/>
              <p:nvPr/>
            </p:nvSpPr>
            <p:spPr>
              <a:xfrm>
                <a:off x="1143000" y="1801368"/>
                <a:ext cx="2560320" cy="24622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C233B8"/>
                    </a:solidFill>
                    <a:effectLst/>
                    <a:uLnTx/>
                    <a:uFillTx/>
                    <a:latin typeface="+mj-lt"/>
                    <a:ea typeface="+mn-ea"/>
                    <a:cs typeface="+mn-cs"/>
                  </a:rPr>
                  <a:t>Capture signals</a:t>
                </a:r>
              </a:p>
            </p:txBody>
          </p:sp>
          <p:sp>
            <p:nvSpPr>
              <p:cNvPr id="25" name="TextBox 24"/>
              <p:cNvSpPr txBox="1"/>
              <p:nvPr/>
            </p:nvSpPr>
            <p:spPr>
              <a:xfrm>
                <a:off x="768096" y="2249424"/>
                <a:ext cx="2843784" cy="155529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sz="1180" b="0" i="0" u="none" strike="noStrike" kern="1200" cap="none" spc="0" normalizeH="0" baseline="0" noProof="0">
                    <a:ln>
                      <a:noFill/>
                    </a:ln>
                    <a:solidFill>
                      <a:srgbClr val="475467"/>
                    </a:solidFill>
                    <a:effectLst/>
                    <a:uLnTx/>
                    <a:uFillTx/>
                    <a:ea typeface="+mn-ea"/>
                    <a:cs typeface="+mn-cs"/>
                  </a:rPr>
                  <a:t>The agent records</a:t>
                </a:r>
                <a:r>
                  <a:rPr kumimoji="0" lang="it-IT" sz="1180" b="0" i="0" u="none" strike="noStrike" kern="1200" cap="none" spc="0" normalizeH="0" baseline="0" noProof="0">
                    <a:ln>
                      <a:noFill/>
                    </a:ln>
                    <a:solidFill>
                      <a:srgbClr val="475467"/>
                    </a:solidFill>
                    <a:effectLst/>
                    <a:uLnTx/>
                    <a:uFillTx/>
                    <a:ea typeface="+mn-ea"/>
                    <a:cs typeface="+mn-cs"/>
                  </a:rPr>
                  <a:t> per-user and per-agent</a:t>
                </a:r>
                <a:r>
                  <a:rPr kumimoji="0" sz="1180" b="0" i="0" u="none" strike="noStrike" kern="1200" cap="none" spc="0" normalizeH="0" baseline="0" noProof="0">
                    <a:ln>
                      <a:noFill/>
                    </a:ln>
                    <a:solidFill>
                      <a:srgbClr val="475467"/>
                    </a:solidFill>
                    <a:effectLst/>
                    <a:uLnTx/>
                    <a:uFillTx/>
                    <a:ea typeface="+mn-ea"/>
                    <a:cs typeface="+mn-cs"/>
                  </a:rPr>
                  <a:t> </a:t>
                </a:r>
                <a:r>
                  <a:rPr kumimoji="0" sz="1180" b="1" i="0" u="none" strike="noStrike" kern="1200" cap="none" spc="0" normalizeH="0" baseline="0" noProof="0">
                    <a:ln>
                      <a:noFill/>
                    </a:ln>
                    <a:solidFill>
                      <a:srgbClr val="475467"/>
                    </a:solidFill>
                    <a:effectLst/>
                    <a:uLnTx/>
                    <a:uFillTx/>
                    <a:ea typeface="+mn-ea"/>
                    <a:cs typeface="+mn-cs"/>
                  </a:rPr>
                  <a:t>signals</a:t>
                </a:r>
                <a:r>
                  <a:rPr kumimoji="0" sz="1180" b="0" i="0" u="none" strike="noStrike" kern="1200" cap="none" spc="0" normalizeH="0" baseline="0" noProof="0">
                    <a:ln>
                      <a:noFill/>
                    </a:ln>
                    <a:solidFill>
                      <a:srgbClr val="475467"/>
                    </a:solidFill>
                    <a:effectLst/>
                    <a:uLnTx/>
                    <a:uFillTx/>
                    <a:ea typeface="+mn-ea"/>
                    <a:cs typeface="+mn-cs"/>
                  </a:rPr>
                  <a:t> from its work: preferences, corrections, observed patterns, and notes about how to serve the user better.</a:t>
                </a:r>
              </a:p>
              <a:p>
                <a:pPr lvl="0">
                  <a:spcAft>
                    <a:spcPts val="800"/>
                  </a:spcAft>
                </a:pPr>
                <a:r>
                  <a:rPr kumimoji="0" lang="it-IT" sz="1180" b="1" i="0" u="none" strike="noStrike" kern="1200" cap="none" spc="0" normalizeH="0" baseline="0" noProof="0">
                    <a:ln>
                      <a:noFill/>
                    </a:ln>
                    <a:solidFill>
                      <a:srgbClr val="475467"/>
                    </a:solidFill>
                    <a:effectLst/>
                    <a:uLnTx/>
                    <a:uFillTx/>
                    <a:ea typeface="+mn-ea"/>
                    <a:cs typeface="+mn-cs"/>
                  </a:rPr>
                  <a:t>Use to</a:t>
                </a:r>
                <a:r>
                  <a:rPr kumimoji="0" lang="en-US" sz="1180" b="1" i="0" u="none" strike="noStrike" kern="1200" cap="none" spc="0" normalizeH="0" baseline="0" noProof="0">
                    <a:ln>
                      <a:noFill/>
                    </a:ln>
                    <a:solidFill>
                      <a:srgbClr val="475467"/>
                    </a:solidFill>
                    <a:effectLst/>
                    <a:uLnTx/>
                    <a:uFillTx/>
                    <a:ea typeface="+mn-ea"/>
                    <a:cs typeface="+mn-cs"/>
                  </a:rPr>
                  <a:t>:</a:t>
                </a:r>
                <a:r>
                  <a:rPr kumimoji="0" sz="1180" b="1" i="0" u="none" strike="noStrike" kern="1200" cap="none" spc="0" normalizeH="0" baseline="0" noProof="0">
                    <a:ln>
                      <a:noFill/>
                    </a:ln>
                    <a:solidFill>
                      <a:srgbClr val="475467"/>
                    </a:solidFill>
                    <a:effectLst/>
                    <a:uLnTx/>
                    <a:uFillTx/>
                    <a:ea typeface="+mn-ea"/>
                    <a:cs typeface="+mn-cs"/>
                  </a:rPr>
                  <a:t> </a:t>
                </a:r>
                <a:r>
                  <a:rPr lang="en-US" sz="1180">
                    <a:solidFill>
                      <a:srgbClr val="475467"/>
                    </a:solidFill>
                  </a:rPr>
                  <a:t>let the agent recall relevant details, apply learned patterns/corrections, and provide more personalized responses over time.</a:t>
                </a:r>
                <a:endParaRPr kumimoji="0" sz="1180" b="0" i="0" u="none" strike="noStrike" kern="1200" cap="none" spc="0" normalizeH="0" baseline="0" noProof="0">
                  <a:ln>
                    <a:noFill/>
                  </a:ln>
                  <a:solidFill>
                    <a:srgbClr val="475467"/>
                  </a:solidFill>
                  <a:effectLst/>
                  <a:uLnTx/>
                  <a:uFillTx/>
                  <a:ea typeface="+mn-ea"/>
                  <a:cs typeface="+mn-cs"/>
                </a:endParaRPr>
              </a:p>
            </p:txBody>
          </p:sp>
          <p:sp>
            <p:nvSpPr>
              <p:cNvPr id="26" name="Rounded Rectangle 25"/>
              <p:cNvSpPr/>
              <p:nvPr/>
            </p:nvSpPr>
            <p:spPr>
              <a:xfrm>
                <a:off x="4123944" y="1581912"/>
                <a:ext cx="3246120" cy="2724912"/>
              </a:xfrm>
              <a:prstGeom prst="roundRect">
                <a:avLst>
                  <a:gd name="adj" fmla="val 10156"/>
                </a:avLst>
              </a:prstGeom>
              <a:solidFill>
                <a:srgbClr val="F5F5F5">
                  <a:alpha val="58824"/>
                </a:srgbClr>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ea typeface="+mn-ea"/>
                  <a:cs typeface="+mn-cs"/>
                </a:endParaRPr>
              </a:p>
            </p:txBody>
          </p:sp>
          <p:sp>
            <p:nvSpPr>
              <p:cNvPr id="27" name="Rounded Rectangle 26"/>
              <p:cNvSpPr/>
              <p:nvPr/>
            </p:nvSpPr>
            <p:spPr>
              <a:xfrm>
                <a:off x="4306824" y="1783080"/>
                <a:ext cx="292608" cy="292608"/>
              </a:xfrm>
              <a:prstGeom prst="roundRect">
                <a:avLst/>
              </a:prstGeom>
              <a:solidFill>
                <a:srgbClr val="845DBE"/>
              </a:solidFill>
              <a:ln>
                <a:solidFill>
                  <a:srgbClr val="845DBE"/>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ea typeface="+mn-ea"/>
                    <a:cs typeface="+mn-cs"/>
                  </a:rPr>
                  <a:t>2</a:t>
                </a:r>
              </a:p>
            </p:txBody>
          </p:sp>
          <p:sp>
            <p:nvSpPr>
              <p:cNvPr id="28" name="TextBox 27"/>
              <p:cNvSpPr txBox="1"/>
              <p:nvPr/>
            </p:nvSpPr>
            <p:spPr>
              <a:xfrm>
                <a:off x="4700016" y="1801368"/>
                <a:ext cx="2560320" cy="24622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845DBE"/>
                    </a:solidFill>
                    <a:effectLst/>
                    <a:uLnTx/>
                    <a:uFillTx/>
                    <a:latin typeface="+mj-lt"/>
                    <a:ea typeface="+mn-ea"/>
                    <a:cs typeface="+mn-cs"/>
                  </a:rPr>
                  <a:t>Store separately</a:t>
                </a:r>
              </a:p>
            </p:txBody>
          </p:sp>
          <p:sp>
            <p:nvSpPr>
              <p:cNvPr id="29" name="TextBox 28"/>
              <p:cNvSpPr txBox="1"/>
              <p:nvPr/>
            </p:nvSpPr>
            <p:spPr>
              <a:xfrm>
                <a:off x="4325112" y="2249424"/>
                <a:ext cx="2843784" cy="1555298"/>
              </a:xfrm>
              <a:prstGeom prst="rect">
                <a:avLst/>
              </a:prstGeom>
              <a:noFill/>
            </p:spPr>
            <p:txBody>
              <a:bodyPr wrap="square" lIns="0" tIns="0" rIns="0" bIns="0">
                <a:spAutoFit/>
              </a:bodyPr>
              <a:lstStyle/>
              <a:p>
                <a:pPr lvl="0">
                  <a:spcAft>
                    <a:spcPts val="800"/>
                  </a:spcAft>
                </a:pPr>
                <a:r>
                  <a:rPr kumimoji="0" sz="1180" b="0" i="0" u="none" strike="noStrike" kern="1200" cap="none" spc="0" normalizeH="0" baseline="0" noProof="0">
                    <a:ln>
                      <a:noFill/>
                    </a:ln>
                    <a:solidFill>
                      <a:srgbClr val="475467"/>
                    </a:solidFill>
                    <a:effectLst/>
                    <a:uLnTx/>
                    <a:uFillTx/>
                    <a:ea typeface="+mn-ea"/>
                    <a:cs typeface="+mn-cs"/>
                  </a:rPr>
                  <a:t>Memory is stored </a:t>
                </a:r>
                <a:r>
                  <a:rPr kumimoji="0" sz="1180" b="1" i="0" u="none" strike="noStrike" kern="1200" cap="none" spc="0" normalizeH="0" baseline="0" noProof="0">
                    <a:ln>
                      <a:noFill/>
                    </a:ln>
                    <a:solidFill>
                      <a:srgbClr val="475467"/>
                    </a:solidFill>
                    <a:effectLst/>
                    <a:uLnTx/>
                    <a:uFillTx/>
                    <a:ea typeface="+mn-ea"/>
                    <a:cs typeface="+mn-cs"/>
                  </a:rPr>
                  <a:t>per user, per agent</a:t>
                </a:r>
                <a:r>
                  <a:rPr kumimoji="0" sz="1180" b="0" i="0" u="none" strike="noStrike" kern="1200" cap="none" spc="0" normalizeH="0" baseline="0" noProof="0">
                    <a:ln>
                      <a:noFill/>
                    </a:ln>
                    <a:solidFill>
                      <a:srgbClr val="475467"/>
                    </a:solidFill>
                    <a:effectLst/>
                    <a:uLnTx/>
                    <a:uFillTx/>
                    <a:ea typeface="+mn-ea"/>
                    <a:cs typeface="+mn-cs"/>
                  </a:rPr>
                  <a:t> in a tenant-scoped store.</a:t>
                </a:r>
                <a:r>
                  <a:rPr kumimoji="0" lang="it-IT" sz="1180" b="0" i="0" u="none" strike="noStrike" kern="1200" cap="none" spc="0" normalizeH="0" baseline="0" noProof="0">
                    <a:ln>
                      <a:noFill/>
                    </a:ln>
                    <a:solidFill>
                      <a:srgbClr val="475467"/>
                    </a:solidFill>
                    <a:effectLst/>
                    <a:uLnTx/>
                    <a:uFillTx/>
                    <a:ea typeface="+mn-ea"/>
                    <a:cs typeface="+mn-cs"/>
                  </a:rPr>
                  <a:t> </a:t>
                </a:r>
                <a:r>
                  <a:rPr lang="en-US" sz="1180">
                    <a:solidFill>
                      <a:srgbClr val="475467"/>
                    </a:solidFill>
                  </a:rPr>
                  <a:t>Makers can open the memory portal from the portal to view and delete all memories. Conversational agents can also manage memories in chat using natural language.</a:t>
                </a:r>
                <a:endParaRPr kumimoji="0" sz="1180" b="0" i="0" u="none" strike="noStrike" kern="1200" cap="none" spc="0" normalizeH="0" baseline="0" noProof="0">
                  <a:ln>
                    <a:noFill/>
                  </a:ln>
                  <a:solidFill>
                    <a:srgbClr val="475467"/>
                  </a:solidFill>
                  <a:effectLst/>
                  <a:uLnTx/>
                  <a:uFillTx/>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sz="1180" b="1" i="0" u="none" strike="noStrike" kern="1200" cap="none" spc="0" normalizeH="0" baseline="0" noProof="0">
                    <a:ln>
                      <a:noFill/>
                    </a:ln>
                    <a:solidFill>
                      <a:srgbClr val="475467"/>
                    </a:solidFill>
                    <a:effectLst/>
                    <a:uLnTx/>
                    <a:uFillTx/>
                    <a:ea typeface="+mn-ea"/>
                    <a:cs typeface="+mn-cs"/>
                  </a:rPr>
                  <a:t>Isolation: </a:t>
                </a:r>
                <a:r>
                  <a:rPr kumimoji="0" sz="1180" b="0" i="0" u="none" strike="noStrike" kern="1200" cap="none" spc="0" normalizeH="0" baseline="0" noProof="0">
                    <a:ln>
                      <a:noFill/>
                    </a:ln>
                    <a:solidFill>
                      <a:srgbClr val="475467"/>
                    </a:solidFill>
                    <a:effectLst/>
                    <a:uLnTx/>
                    <a:uFillTx/>
                    <a:ea typeface="+mn-ea"/>
                    <a:cs typeface="+mn-cs"/>
                  </a:rPr>
                  <a:t>one user’s memories are not shared with other users or other agents.</a:t>
                </a:r>
              </a:p>
            </p:txBody>
          </p:sp>
          <p:sp>
            <p:nvSpPr>
              <p:cNvPr id="30" name="Rounded Rectangle 29"/>
              <p:cNvSpPr/>
              <p:nvPr/>
            </p:nvSpPr>
            <p:spPr>
              <a:xfrm>
                <a:off x="7680959" y="1581912"/>
                <a:ext cx="3246120" cy="2724912"/>
              </a:xfrm>
              <a:prstGeom prst="roundRect">
                <a:avLst>
                  <a:gd name="adj" fmla="val 9655"/>
                </a:avLst>
              </a:prstGeom>
              <a:solidFill>
                <a:srgbClr val="F5F5F5">
                  <a:alpha val="58824"/>
                </a:srgbClr>
              </a:solidFill>
              <a:ln w="1270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ea typeface="+mn-ea"/>
                  <a:cs typeface="+mn-cs"/>
                </a:endParaRPr>
              </a:p>
            </p:txBody>
          </p:sp>
          <p:sp>
            <p:nvSpPr>
              <p:cNvPr id="31" name="Rounded Rectangle 30"/>
              <p:cNvSpPr/>
              <p:nvPr/>
            </p:nvSpPr>
            <p:spPr>
              <a:xfrm>
                <a:off x="7863839" y="1783080"/>
                <a:ext cx="292608" cy="292608"/>
              </a:xfrm>
              <a:prstGeom prst="roundRect">
                <a:avLst/>
              </a:prstGeom>
              <a:solidFill>
                <a:srgbClr val="2EA053"/>
              </a:solidFill>
              <a:ln>
                <a:solidFill>
                  <a:srgbClr val="2EA053"/>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ea typeface="+mn-ea"/>
                    <a:cs typeface="+mn-cs"/>
                  </a:rPr>
                  <a:t>3</a:t>
                </a:r>
              </a:p>
            </p:txBody>
          </p:sp>
          <p:sp>
            <p:nvSpPr>
              <p:cNvPr id="32" name="TextBox 31"/>
              <p:cNvSpPr txBox="1"/>
              <p:nvPr/>
            </p:nvSpPr>
            <p:spPr>
              <a:xfrm>
                <a:off x="8257031" y="1801368"/>
                <a:ext cx="2560320" cy="24622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2EA053"/>
                    </a:solidFill>
                    <a:effectLst/>
                    <a:uLnTx/>
                    <a:uFillTx/>
                    <a:latin typeface="+mj-lt"/>
                    <a:ea typeface="+mn-ea"/>
                    <a:cs typeface="+mn-cs"/>
                  </a:rPr>
                  <a:t>Apply later</a:t>
                </a:r>
              </a:p>
            </p:txBody>
          </p:sp>
          <p:sp>
            <p:nvSpPr>
              <p:cNvPr id="33" name="TextBox 32"/>
              <p:cNvSpPr txBox="1"/>
              <p:nvPr/>
            </p:nvSpPr>
            <p:spPr>
              <a:xfrm>
                <a:off x="7882127" y="2249424"/>
                <a:ext cx="2843784" cy="119212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sz="1180" b="0" i="0" u="none" strike="noStrike" kern="1200" cap="none" spc="0" normalizeH="0" baseline="0" noProof="0">
                    <a:ln>
                      <a:noFill/>
                    </a:ln>
                    <a:solidFill>
                      <a:srgbClr val="475467"/>
                    </a:solidFill>
                    <a:effectLst/>
                    <a:uLnTx/>
                    <a:uFillTx/>
                    <a:ea typeface="+mn-ea"/>
                    <a:cs typeface="+mn-cs"/>
                  </a:rPr>
                  <a:t>On future interactions, the agent reads memory to </a:t>
                </a:r>
                <a:r>
                  <a:rPr kumimoji="0" sz="1180" b="1" i="0" u="none" strike="noStrike" kern="1200" cap="none" spc="0" normalizeH="0" baseline="0" noProof="0">
                    <a:ln>
                      <a:noFill/>
                    </a:ln>
                    <a:solidFill>
                      <a:srgbClr val="475467"/>
                    </a:solidFill>
                    <a:effectLst/>
                    <a:uLnTx/>
                    <a:uFillTx/>
                    <a:ea typeface="+mn-ea"/>
                    <a:cs typeface="+mn-cs"/>
                  </a:rPr>
                  <a:t>personalize responses</a:t>
                </a:r>
                <a:r>
                  <a:rPr kumimoji="0" sz="1180" b="0" i="0" u="none" strike="noStrike" kern="1200" cap="none" spc="0" normalizeH="0" baseline="0" noProof="0">
                    <a:ln>
                      <a:noFill/>
                    </a:ln>
                    <a:solidFill>
                      <a:srgbClr val="475467"/>
                    </a:solidFill>
                    <a:effectLst/>
                    <a:uLnTx/>
                    <a:uFillTx/>
                    <a:ea typeface="+mn-ea"/>
                    <a:cs typeface="+mn-cs"/>
                  </a:rPr>
                  <a:t>, reuse learned </a:t>
                </a:r>
                <a:r>
                  <a:rPr kumimoji="0" lang="en-US" sz="1180" b="0" i="0" u="none" strike="noStrike" kern="1200" cap="none" spc="0" normalizeH="0" baseline="0" noProof="0">
                    <a:ln>
                      <a:noFill/>
                    </a:ln>
                    <a:solidFill>
                      <a:srgbClr val="475467"/>
                    </a:solidFill>
                    <a:effectLst/>
                    <a:uLnTx/>
                    <a:uFillTx/>
                    <a:ea typeface="+mn-ea"/>
                    <a:cs typeface="+mn-cs"/>
                  </a:rPr>
                  <a:t>patterns and</a:t>
                </a:r>
                <a:r>
                  <a:rPr kumimoji="0" sz="1180" b="0" i="0" u="none" strike="noStrike" kern="1200" cap="none" spc="0" normalizeH="0" baseline="0" noProof="0">
                    <a:ln>
                      <a:noFill/>
                    </a:ln>
                    <a:solidFill>
                      <a:srgbClr val="475467"/>
                    </a:solidFill>
                    <a:effectLst/>
                    <a:uLnTx/>
                    <a:uFillTx/>
                    <a:ea typeface="+mn-ea"/>
                    <a:cs typeface="+mn-cs"/>
                  </a:rPr>
                  <a:t> avoid repeating the same clarifications.</a:t>
                </a:r>
              </a:p>
              <a:p>
                <a:pPr marL="0" marR="0" lvl="0" indent="0" algn="l" defTabSz="914400" rtl="0" eaLnBrk="1" fontAlgn="auto" latinLnBrk="0" hangingPunct="1">
                  <a:lnSpc>
                    <a:spcPct val="100000"/>
                  </a:lnSpc>
                  <a:spcBef>
                    <a:spcPts val="0"/>
                  </a:spcBef>
                  <a:spcAft>
                    <a:spcPts val="800"/>
                  </a:spcAft>
                  <a:buClrTx/>
                  <a:buSzTx/>
                  <a:buFontTx/>
                  <a:buNone/>
                  <a:tabLst/>
                  <a:defRPr/>
                </a:pPr>
                <a:r>
                  <a:rPr kumimoji="0" sz="1180" b="1" i="0" u="none" strike="noStrike" kern="1200" cap="none" spc="0" normalizeH="0" baseline="0" noProof="0">
                    <a:ln>
                      <a:noFill/>
                    </a:ln>
                    <a:solidFill>
                      <a:srgbClr val="475467"/>
                    </a:solidFill>
                    <a:effectLst/>
                    <a:uLnTx/>
                    <a:uFillTx/>
                    <a:ea typeface="+mn-ea"/>
                    <a:cs typeface="+mn-cs"/>
                  </a:rPr>
                  <a:t>Effect: </a:t>
                </a:r>
                <a:r>
                  <a:rPr kumimoji="0" sz="1180" b="0" i="0" u="none" strike="noStrike" kern="1200" cap="none" spc="0" normalizeH="0" baseline="0" noProof="0">
                    <a:ln>
                      <a:noFill/>
                    </a:ln>
                    <a:solidFill>
                      <a:srgbClr val="475467"/>
                    </a:solidFill>
                    <a:effectLst/>
                    <a:uLnTx/>
                    <a:uFillTx/>
                    <a:ea typeface="+mn-ea"/>
                    <a:cs typeface="+mn-cs"/>
                  </a:rPr>
                  <a:t>more consistent, contextual, and efficient responses over time.</a:t>
                </a:r>
              </a:p>
            </p:txBody>
          </p:sp>
        </p:grpSp>
        <p:grpSp>
          <p:nvGrpSpPr>
            <p:cNvPr id="2" name="Group 1">
              <a:extLst>
                <a:ext uri="{FF2B5EF4-FFF2-40B4-BE49-F238E27FC236}">
                  <a16:creationId xmlns:a16="http://schemas.microsoft.com/office/drawing/2014/main" id="{0E4CB1BF-B4A1-5BCC-3580-110264E5E1F6}"/>
                </a:ext>
              </a:extLst>
            </p:cNvPr>
            <p:cNvGrpSpPr/>
            <p:nvPr/>
          </p:nvGrpSpPr>
          <p:grpSpPr>
            <a:xfrm>
              <a:off x="656082" y="4626864"/>
              <a:ext cx="10716768" cy="694944"/>
              <a:chOff x="566928" y="4626864"/>
              <a:chExt cx="10716768" cy="694944"/>
            </a:xfrm>
          </p:grpSpPr>
          <p:sp>
            <p:nvSpPr>
              <p:cNvPr id="34" name="Rounded Rectangle 33"/>
              <p:cNvSpPr/>
              <p:nvPr/>
            </p:nvSpPr>
            <p:spPr>
              <a:xfrm>
                <a:off x="566928" y="4626864"/>
                <a:ext cx="10716768" cy="694944"/>
              </a:xfrm>
              <a:prstGeom prst="roundRect">
                <a:avLst/>
              </a:prstGeom>
              <a:solidFill>
                <a:srgbClr val="F5F5F5"/>
              </a:solidFill>
              <a:ln w="1270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ea typeface="+mn-ea"/>
                  <a:cs typeface="+mn-cs"/>
                </a:endParaRPr>
              </a:p>
            </p:txBody>
          </p:sp>
          <p:sp>
            <p:nvSpPr>
              <p:cNvPr id="35" name="TextBox 34"/>
              <p:cNvSpPr txBox="1"/>
              <p:nvPr/>
            </p:nvSpPr>
            <p:spPr>
              <a:xfrm>
                <a:off x="617220" y="4738640"/>
                <a:ext cx="1234440" cy="215444"/>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effectLst/>
                    <a:uLnTx/>
                    <a:uFillTx/>
                    <a:ea typeface="+mn-ea"/>
                    <a:cs typeface="+mn-cs"/>
                  </a:rPr>
                  <a:t>Controls</a:t>
                </a:r>
                <a:endParaRPr kumimoji="0" sz="1600" b="1" i="0" u="none" strike="noStrike" kern="1200" cap="none" spc="0" normalizeH="0" baseline="0" noProof="0">
                  <a:ln>
                    <a:noFill/>
                  </a:ln>
                  <a:effectLst/>
                  <a:uLnTx/>
                  <a:uFillTx/>
                  <a:ea typeface="+mn-ea"/>
                  <a:cs typeface="+mn-cs"/>
                </a:endParaRPr>
              </a:p>
            </p:txBody>
          </p:sp>
          <p:sp>
            <p:nvSpPr>
              <p:cNvPr id="36" name="Rounded Rectangle 35"/>
              <p:cNvSpPr/>
              <p:nvPr/>
            </p:nvSpPr>
            <p:spPr>
              <a:xfrm>
                <a:off x="1874519" y="4807288"/>
                <a:ext cx="82296" cy="82296"/>
              </a:xfrm>
              <a:prstGeom prst="roundRect">
                <a:avLst/>
              </a:prstGeom>
              <a:solidFill>
                <a:srgbClr val="C233B8"/>
              </a:solidFill>
              <a:ln>
                <a:solidFill>
                  <a:srgbClr val="C233B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800" b="0" i="0" u="none" strike="noStrike" kern="1200" cap="none" spc="0" normalizeH="0" baseline="0" noProof="0">
                  <a:ln>
                    <a:noFill/>
                  </a:ln>
                  <a:solidFill>
                    <a:srgbClr val="FFFFFF"/>
                  </a:solidFill>
                  <a:effectLst/>
                  <a:uLnTx/>
                  <a:uFillTx/>
                  <a:ea typeface="+mn-ea"/>
                  <a:cs typeface="+mn-cs"/>
                </a:endParaRPr>
              </a:p>
            </p:txBody>
          </p:sp>
          <p:sp>
            <p:nvSpPr>
              <p:cNvPr id="37" name="TextBox 36"/>
              <p:cNvSpPr txBox="1"/>
              <p:nvPr/>
            </p:nvSpPr>
            <p:spPr>
              <a:xfrm>
                <a:off x="2039112" y="4743280"/>
                <a:ext cx="1984248" cy="33855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61827"/>
                    </a:solidFill>
                    <a:effectLst/>
                    <a:uLnTx/>
                    <a:uFillTx/>
                    <a:ea typeface="+mn-ea"/>
                    <a:cs typeface="+mn-cs"/>
                  </a:rPr>
                  <a:t>Maker toggle: </a:t>
                </a:r>
                <a:r>
                  <a:rPr kumimoji="0" sz="1100" b="0" i="0" u="none" strike="noStrike" kern="1200" cap="none" spc="0" normalizeH="0" baseline="0" noProof="0">
                    <a:ln>
                      <a:noFill/>
                    </a:ln>
                    <a:solidFill>
                      <a:srgbClr val="475467"/>
                    </a:solidFill>
                    <a:effectLst/>
                    <a:uLnTx/>
                    <a:uFillTx/>
                    <a:ea typeface="+mn-ea"/>
                    <a:cs typeface="+mn-cs"/>
                  </a:rPr>
                  <a:t>Build tab turns Memory on/off.</a:t>
                </a:r>
              </a:p>
            </p:txBody>
          </p:sp>
          <p:sp>
            <p:nvSpPr>
              <p:cNvPr id="38" name="Rounded Rectangle 37"/>
              <p:cNvSpPr/>
              <p:nvPr/>
            </p:nvSpPr>
            <p:spPr>
              <a:xfrm>
                <a:off x="4279392" y="4807288"/>
                <a:ext cx="82296" cy="82296"/>
              </a:xfrm>
              <a:prstGeom prst="roundRect">
                <a:avLst/>
              </a:prstGeom>
              <a:solidFill>
                <a:srgbClr val="845DBE"/>
              </a:solidFill>
              <a:ln>
                <a:solidFill>
                  <a:srgbClr val="845DB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800" b="0" i="0" u="none" strike="noStrike" kern="1200" cap="none" spc="0" normalizeH="0" baseline="0" noProof="0">
                  <a:ln>
                    <a:noFill/>
                  </a:ln>
                  <a:solidFill>
                    <a:srgbClr val="FFFFFF"/>
                  </a:solidFill>
                  <a:effectLst/>
                  <a:uLnTx/>
                  <a:uFillTx/>
                  <a:ea typeface="+mn-ea"/>
                  <a:cs typeface="+mn-cs"/>
                </a:endParaRPr>
              </a:p>
            </p:txBody>
          </p:sp>
          <p:sp>
            <p:nvSpPr>
              <p:cNvPr id="39" name="TextBox 38"/>
              <p:cNvSpPr txBox="1"/>
              <p:nvPr/>
            </p:nvSpPr>
            <p:spPr>
              <a:xfrm>
                <a:off x="4443983" y="4743280"/>
                <a:ext cx="2212848" cy="33855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61827"/>
                    </a:solidFill>
                    <a:effectLst/>
                    <a:uLnTx/>
                    <a:uFillTx/>
                    <a:ea typeface="+mn-ea"/>
                    <a:cs typeface="+mn-cs"/>
                  </a:rPr>
                  <a:t>User control: </a:t>
                </a:r>
                <a:r>
                  <a:rPr kumimoji="0" sz="1100" b="0" i="0" u="none" strike="noStrike" kern="1200" cap="none" spc="0" normalizeH="0" baseline="0" noProof="0">
                    <a:ln>
                      <a:noFill/>
                    </a:ln>
                    <a:solidFill>
                      <a:srgbClr val="475467"/>
                    </a:solidFill>
                    <a:effectLst/>
                    <a:uLnTx/>
                    <a:uFillTx/>
                    <a:ea typeface="+mn-ea"/>
                    <a:cs typeface="+mn-cs"/>
                  </a:rPr>
                  <a:t>portal view/delete; chat update/forget.</a:t>
                </a:r>
              </a:p>
            </p:txBody>
          </p:sp>
          <p:sp>
            <p:nvSpPr>
              <p:cNvPr id="40" name="Rounded Rectangle 39"/>
              <p:cNvSpPr/>
              <p:nvPr/>
            </p:nvSpPr>
            <p:spPr>
              <a:xfrm>
                <a:off x="6949440" y="4807288"/>
                <a:ext cx="82296" cy="82296"/>
              </a:xfrm>
              <a:prstGeom prst="roundRect">
                <a:avLst/>
              </a:prstGeom>
              <a:solidFill>
                <a:srgbClr val="2EA053"/>
              </a:solidFill>
              <a:ln>
                <a:solidFill>
                  <a:srgbClr val="2EA053"/>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800" b="0" i="0" u="none" strike="noStrike" kern="1200" cap="none" spc="0" normalizeH="0" baseline="0" noProof="0">
                  <a:ln>
                    <a:noFill/>
                  </a:ln>
                  <a:solidFill>
                    <a:srgbClr val="FFFFFF"/>
                  </a:solidFill>
                  <a:effectLst/>
                  <a:uLnTx/>
                  <a:uFillTx/>
                  <a:ea typeface="+mn-ea"/>
                  <a:cs typeface="+mn-cs"/>
                </a:endParaRPr>
              </a:p>
            </p:txBody>
          </p:sp>
          <p:sp>
            <p:nvSpPr>
              <p:cNvPr id="41" name="TextBox 40"/>
              <p:cNvSpPr txBox="1"/>
              <p:nvPr/>
            </p:nvSpPr>
            <p:spPr>
              <a:xfrm>
                <a:off x="7114031" y="4743280"/>
                <a:ext cx="1801368" cy="33855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61827"/>
                    </a:solidFill>
                    <a:effectLst/>
                    <a:uLnTx/>
                    <a:uFillTx/>
                    <a:ea typeface="+mn-ea"/>
                    <a:cs typeface="+mn-cs"/>
                  </a:rPr>
                  <a:t>Off means unused: </a:t>
                </a:r>
                <a:r>
                  <a:rPr kumimoji="0" sz="1100" b="0" i="0" u="none" strike="noStrike" kern="1200" cap="none" spc="0" normalizeH="0" baseline="0" noProof="0">
                    <a:ln>
                      <a:noFill/>
                    </a:ln>
                    <a:solidFill>
                      <a:srgbClr val="475467"/>
                    </a:solidFill>
                    <a:effectLst/>
                    <a:uLnTx/>
                    <a:uFillTx/>
                    <a:ea typeface="+mn-ea"/>
                    <a:cs typeface="+mn-cs"/>
                  </a:rPr>
                  <a:t>stored memories remain.</a:t>
                </a:r>
              </a:p>
            </p:txBody>
          </p:sp>
          <p:sp>
            <p:nvSpPr>
              <p:cNvPr id="42" name="Rounded Rectangle 41"/>
              <p:cNvSpPr/>
              <p:nvPr/>
            </p:nvSpPr>
            <p:spPr>
              <a:xfrm>
                <a:off x="9125712" y="4807288"/>
                <a:ext cx="82296" cy="82296"/>
              </a:xfrm>
              <a:prstGeom prst="roundRect">
                <a:avLst/>
              </a:prstGeom>
              <a:solidFill>
                <a:srgbClr val="D5A400"/>
              </a:solidFill>
              <a:ln>
                <a:solidFill>
                  <a:srgbClr val="D5A4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800" b="0" i="0" u="none" strike="noStrike" kern="1200" cap="none" spc="0" normalizeH="0" baseline="0" noProof="0">
                  <a:ln>
                    <a:noFill/>
                  </a:ln>
                  <a:solidFill>
                    <a:srgbClr val="FFFFFF"/>
                  </a:solidFill>
                  <a:effectLst/>
                  <a:uLnTx/>
                  <a:uFillTx/>
                  <a:ea typeface="+mn-ea"/>
                  <a:cs typeface="+mn-cs"/>
                </a:endParaRPr>
              </a:p>
            </p:txBody>
          </p:sp>
          <p:sp>
            <p:nvSpPr>
              <p:cNvPr id="43" name="TextBox 42"/>
              <p:cNvSpPr txBox="1"/>
              <p:nvPr/>
            </p:nvSpPr>
            <p:spPr>
              <a:xfrm>
                <a:off x="9290304" y="4743280"/>
                <a:ext cx="1709928" cy="33855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61827"/>
                    </a:solidFill>
                    <a:effectLst/>
                    <a:uLnTx/>
                    <a:uFillTx/>
                    <a:ea typeface="+mn-ea"/>
                    <a:cs typeface="+mn-cs"/>
                  </a:rPr>
                  <a:t>28 days: </a:t>
                </a:r>
                <a:r>
                  <a:rPr kumimoji="0" sz="1100" b="0" i="0" u="none" strike="noStrike" kern="1200" cap="none" spc="0" normalizeH="0" baseline="0" noProof="0">
                    <a:ln>
                      <a:noFill/>
                    </a:ln>
                    <a:solidFill>
                      <a:srgbClr val="475467"/>
                    </a:solidFill>
                    <a:effectLst/>
                    <a:uLnTx/>
                    <a:uFillTx/>
                    <a:ea typeface="+mn-ea"/>
                    <a:cs typeface="+mn-cs"/>
                  </a:rPr>
                  <a:t>inactive memories are deleted.</a:t>
                </a:r>
              </a:p>
            </p:txBody>
          </p:sp>
        </p:grpSp>
      </p:grpSp>
      <p:sp>
        <p:nvSpPr>
          <p:cNvPr id="11" name="Takeaway Banner">
            <a:extLst>
              <a:ext uri="{FF2B5EF4-FFF2-40B4-BE49-F238E27FC236}">
                <a16:creationId xmlns:a16="http://schemas.microsoft.com/office/drawing/2014/main" id="{A2633A88-C910-292E-B546-81E51D83F0CA}"/>
              </a:ext>
            </a:extLst>
          </p:cNvPr>
          <p:cNvSpPr/>
          <p:nvPr/>
        </p:nvSpPr>
        <p:spPr>
          <a:xfrm>
            <a:off x="745236" y="5636303"/>
            <a:ext cx="10716768" cy="402336"/>
          </a:xfrm>
          <a:prstGeom prst="roundRect">
            <a:avLst>
              <a:gd name="adj" fmla="val 12000"/>
            </a:avLst>
          </a:prstGeom>
          <a:solidFill>
            <a:srgbClr val="FAF8FA"/>
          </a:solidFill>
          <a:ln w="12700">
            <a:solidFill>
              <a:schemeClr val="bg1"/>
            </a:solidFill>
          </a:ln>
          <a:effectLst>
            <a:outerShdw blurRad="50800" dist="38100" dir="5400000" algn="t" rotWithShape="0">
              <a:prstClr val="black">
                <a:alpha val="40000"/>
              </a:prstClr>
            </a:outerShdw>
          </a:effectLst>
        </p:spPr>
        <p:txBody>
          <a:bodyPr lIns="182880" tIns="18288" rIns="182880" bIns="18288" rtlCol="0" anchor="ctr"/>
          <a:lstStyle/>
          <a:p>
            <a:pPr algn="ctr"/>
            <a:r>
              <a:rPr lang="en-GB" sz="1300" b="1">
                <a:latin typeface="+mj-lt"/>
                <a:cs typeface="Segoe UI" pitchFamily="34" charset="0"/>
              </a:rPr>
              <a:t>Memory = controlled persistence for user-specific context — useful only when the agent should improve across interactions.</a:t>
            </a:r>
          </a:p>
        </p:txBody>
      </p:sp>
    </p:spTree>
    <p:extLst>
      <p:ext uri="{BB962C8B-B14F-4D97-AF65-F5344CB8AC3E}">
        <p14:creationId xmlns:p14="http://schemas.microsoft.com/office/powerpoint/2010/main" val="1459418654"/>
      </p:ext>
    </p:extLst>
  </p:cSld>
  <p:clrMapOvr>
    <a:masterClrMapping/>
  </p:clrMapOvr>
  <p:transition>
    <p:fade/>
  </p:transition>
  <p:extLst>
    <p:ext uri="{6950BFC3-D8DA-4A85-94F7-54DA5524770B}"/>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9654E-82DB-F9E8-2EDC-68C347A2FE5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BD3F94E-B1AC-19B3-05CB-69D0A8B737C2}"/>
              </a:ext>
            </a:extLst>
          </p:cNvPr>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19" name="Eyebrow">
            <a:extLst>
              <a:ext uri="{FF2B5EF4-FFF2-40B4-BE49-F238E27FC236}">
                <a16:creationId xmlns:a16="http://schemas.microsoft.com/office/drawing/2014/main" id="{D9955C44-BEA4-59A6-1924-34FBD15233CC}"/>
              </a:ext>
            </a:extLst>
          </p:cNvPr>
          <p:cNvSpPr/>
          <p:nvPr/>
        </p:nvSpPr>
        <p:spPr>
          <a:xfrm>
            <a:off x="502920" y="310896"/>
            <a:ext cx="8229600" cy="161583"/>
          </a:xfrm>
          <a:prstGeom prst="rect">
            <a:avLst/>
          </a:prstGeom>
        </p:spPr>
        <p:txBody>
          <a:bodyPr vert="horz" wrap="square" lIns="0" tIns="0" rIns="0" bIns="0" rtlCol="0">
            <a:sp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r>
              <a:rPr kumimoji="0" sz="1050" b="0" i="0" u="none" strike="noStrike" kern="1200" cap="none" spc="0" normalizeH="0" baseline="0" noProof="0">
                <a:ln>
                  <a:noFill/>
                </a:ln>
                <a:solidFill>
                  <a:srgbClr val="394656"/>
                </a:solidFill>
                <a:effectLst/>
                <a:uLnTx/>
                <a:uFillTx/>
                <a:latin typeface="Aptos"/>
                <a:ea typeface="+mn-ea"/>
                <a:cs typeface="+mn-cs"/>
              </a:rPr>
              <a:t>AGENTS · BUILDING · </a:t>
            </a:r>
            <a:r>
              <a:rPr lang="it-IT" sz="1050">
                <a:solidFill>
                  <a:srgbClr val="394656"/>
                </a:solidFill>
                <a:latin typeface="Aptos"/>
              </a:rPr>
              <a:t>AGENT </a:t>
            </a:r>
            <a:r>
              <a:rPr kumimoji="0" lang="it-IT" sz="1050" b="0" i="0" u="none" strike="noStrike" kern="1200" cap="none" spc="0" normalizeH="0" baseline="0" noProof="0">
                <a:ln>
                  <a:noFill/>
                </a:ln>
                <a:solidFill>
                  <a:srgbClr val="394656"/>
                </a:solidFill>
                <a:effectLst/>
                <a:uLnTx/>
                <a:uFillTx/>
                <a:latin typeface="Aptos"/>
                <a:ea typeface="+mn-ea"/>
                <a:cs typeface="+mn-cs"/>
              </a:rPr>
              <a:t>SANDBOX (</a:t>
            </a:r>
            <a:r>
              <a:rPr kumimoji="0" sz="1050" b="0" i="0" u="none" strike="noStrike" kern="1200" cap="none" spc="0" normalizeH="0" baseline="0" noProof="0">
                <a:ln>
                  <a:noFill/>
                </a:ln>
                <a:solidFill>
                  <a:srgbClr val="394656"/>
                </a:solidFill>
                <a:effectLst/>
                <a:uLnTx/>
                <a:uFillTx/>
                <a:latin typeface="Aptos"/>
                <a:ea typeface="+mn-ea"/>
                <a:cs typeface="+mn-cs"/>
              </a:rPr>
              <a:t>CODE </a:t>
            </a:r>
            <a:r>
              <a:rPr kumimoji="0" lang="it-IT" sz="1050" b="0" i="0" u="none" strike="noStrike" kern="1200" cap="none" spc="0" normalizeH="0" baseline="0" noProof="0">
                <a:ln>
                  <a:noFill/>
                </a:ln>
                <a:solidFill>
                  <a:srgbClr val="394656"/>
                </a:solidFill>
                <a:effectLst/>
                <a:uLnTx/>
                <a:uFillTx/>
                <a:latin typeface="Aptos"/>
                <a:ea typeface="+mn-ea"/>
                <a:cs typeface="+mn-cs"/>
              </a:rPr>
              <a:t>EXECUTION)</a:t>
            </a:r>
            <a:endParaRPr kumimoji="0" sz="1050" b="0" i="0" u="none" strike="noStrike" kern="1200" cap="none" spc="0" normalizeH="0" baseline="0" noProof="0">
              <a:ln>
                <a:noFill/>
              </a:ln>
              <a:solidFill>
                <a:srgbClr val="394656"/>
              </a:solidFill>
              <a:effectLst/>
              <a:uLnTx/>
              <a:uFillTx/>
              <a:latin typeface="Aptos"/>
              <a:ea typeface="+mn-ea"/>
              <a:cs typeface="+mn-cs"/>
            </a:endParaRPr>
          </a:p>
        </p:txBody>
      </p:sp>
      <p:sp>
        <p:nvSpPr>
          <p:cNvPr id="20" name="TextBox 19"/>
          <p:cNvSpPr txBox="1"/>
          <p:nvPr/>
        </p:nvSpPr>
        <p:spPr>
          <a:xfrm>
            <a:off x="493776" y="566928"/>
            <a:ext cx="10881360" cy="43088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61827"/>
                </a:solidFill>
                <a:effectLst/>
                <a:uLnTx/>
                <a:uFillTx/>
                <a:latin typeface="+mj-lt"/>
                <a:ea typeface="+mn-ea"/>
                <a:cs typeface="+mn-cs"/>
              </a:rPr>
              <a:t>Agent Sandbox: execute code when reasoning is not enough</a:t>
            </a:r>
          </a:p>
        </p:txBody>
      </p:sp>
      <p:sp>
        <p:nvSpPr>
          <p:cNvPr id="21" name="TextBox 20"/>
          <p:cNvSpPr txBox="1"/>
          <p:nvPr/>
        </p:nvSpPr>
        <p:spPr>
          <a:xfrm>
            <a:off x="502920" y="1097280"/>
            <a:ext cx="10698480" cy="227755"/>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srgbClr val="576270"/>
                </a:solidFill>
                <a:effectLst/>
                <a:uLnTx/>
                <a:uFillTx/>
                <a:ea typeface="+mn-ea"/>
                <a:cs typeface="+mn-cs"/>
              </a:rPr>
              <a:t>The orchestrator can write and run scripts in an isolated Linux/Python workspace for deterministic work inside the loop.</a:t>
            </a:r>
          </a:p>
        </p:txBody>
      </p:sp>
      <p:sp>
        <p:nvSpPr>
          <p:cNvPr id="22" name="Rounded Rectangle 21"/>
          <p:cNvSpPr/>
          <p:nvPr/>
        </p:nvSpPr>
        <p:spPr>
          <a:xfrm>
            <a:off x="566928" y="1581912"/>
            <a:ext cx="6537960" cy="3939904"/>
          </a:xfrm>
          <a:prstGeom prst="roundRect">
            <a:avLst>
              <a:gd name="adj" fmla="val 4803"/>
            </a:avLst>
          </a:prstGeom>
          <a:solidFill>
            <a:srgbClr val="F7FBFE"/>
          </a:solidFill>
          <a:ln w="12700">
            <a:solidFill>
              <a:srgbClr val="D3E6F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23" name="Rounded Rectangle 22"/>
          <p:cNvSpPr/>
          <p:nvPr/>
        </p:nvSpPr>
        <p:spPr>
          <a:xfrm>
            <a:off x="768096" y="1792224"/>
            <a:ext cx="6126480" cy="429768"/>
          </a:xfrm>
          <a:prstGeom prst="roundRect">
            <a:avLst/>
          </a:prstGeom>
          <a:solidFill>
            <a:srgbClr val="0078D4"/>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mj-lt"/>
                <a:ea typeface="+mn-ea"/>
                <a:cs typeface="+mn-cs"/>
              </a:rPr>
              <a:t>What the agent can do inside the sandbox</a:t>
            </a:r>
          </a:p>
        </p:txBody>
      </p:sp>
      <p:sp>
        <p:nvSpPr>
          <p:cNvPr id="24" name="Rounded Rectangle 23"/>
          <p:cNvSpPr/>
          <p:nvPr/>
        </p:nvSpPr>
        <p:spPr>
          <a:xfrm>
            <a:off x="868680" y="2496312"/>
            <a:ext cx="82296" cy="82296"/>
          </a:xfrm>
          <a:prstGeom prst="round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ea typeface="+mn-ea"/>
              <a:cs typeface="+mn-cs"/>
            </a:endParaRPr>
          </a:p>
        </p:txBody>
      </p:sp>
      <p:sp>
        <p:nvSpPr>
          <p:cNvPr id="25" name="TextBox 24"/>
          <p:cNvSpPr txBox="1"/>
          <p:nvPr/>
        </p:nvSpPr>
        <p:spPr>
          <a:xfrm>
            <a:off x="1033271" y="2432304"/>
            <a:ext cx="2578608" cy="33855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61827"/>
                </a:solidFill>
                <a:effectLst/>
                <a:uLnTx/>
                <a:uFillTx/>
                <a:ea typeface="+mn-ea"/>
                <a:cs typeface="+mn-cs"/>
              </a:rPr>
              <a:t>Run commands: </a:t>
            </a:r>
            <a:r>
              <a:rPr kumimoji="0" lang="en-US" sz="1100" b="0" i="0" u="none" strike="noStrike" kern="1200" cap="none" spc="0" normalizeH="0" baseline="0" noProof="0">
                <a:ln>
                  <a:noFill/>
                </a:ln>
                <a:solidFill>
                  <a:srgbClr val="475467"/>
                </a:solidFill>
                <a:effectLst/>
                <a:uLnTx/>
                <a:uFillTx/>
                <a:ea typeface="+mn-ea"/>
                <a:cs typeface="+mn-cs"/>
              </a:rPr>
              <a:t>Bash/Linux utilities for local file, table, and validation tasks.</a:t>
            </a:r>
          </a:p>
        </p:txBody>
      </p:sp>
      <p:sp>
        <p:nvSpPr>
          <p:cNvPr id="26" name="Rounded Rectangle 25"/>
          <p:cNvSpPr/>
          <p:nvPr/>
        </p:nvSpPr>
        <p:spPr>
          <a:xfrm>
            <a:off x="3858768" y="2496312"/>
            <a:ext cx="82296" cy="82296"/>
          </a:xfrm>
          <a:prstGeom prst="roundRect">
            <a:avLst/>
          </a:prstGeom>
          <a:solidFill>
            <a:srgbClr val="C233B8"/>
          </a:solidFill>
          <a:ln>
            <a:solidFill>
              <a:srgbClr val="C233B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ea typeface="+mn-ea"/>
              <a:cs typeface="+mn-cs"/>
            </a:endParaRPr>
          </a:p>
        </p:txBody>
      </p:sp>
      <p:sp>
        <p:nvSpPr>
          <p:cNvPr id="27" name="TextBox 26"/>
          <p:cNvSpPr txBox="1"/>
          <p:nvPr/>
        </p:nvSpPr>
        <p:spPr>
          <a:xfrm>
            <a:off x="4023359" y="2432304"/>
            <a:ext cx="2624327" cy="33855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61827"/>
                </a:solidFill>
                <a:effectLst/>
                <a:uLnTx/>
                <a:uFillTx/>
                <a:ea typeface="+mn-ea"/>
                <a:cs typeface="+mn-cs"/>
              </a:rPr>
              <a:t>Write scripts: </a:t>
            </a:r>
            <a:r>
              <a:rPr kumimoji="0" lang="en-US" sz="1100" b="0" i="0" u="none" strike="noStrike" kern="1200" cap="none" spc="0" normalizeH="0" baseline="0" noProof="0">
                <a:ln>
                  <a:noFill/>
                </a:ln>
                <a:solidFill>
                  <a:srgbClr val="475467"/>
                </a:solidFill>
                <a:effectLst/>
                <a:uLnTx/>
                <a:uFillTx/>
                <a:ea typeface="+mn-ea"/>
                <a:cs typeface="+mn-cs"/>
              </a:rPr>
              <a:t>Python code for repeatable logic, transformations, and calculations.</a:t>
            </a:r>
          </a:p>
        </p:txBody>
      </p:sp>
      <p:sp>
        <p:nvSpPr>
          <p:cNvPr id="28" name="Rounded Rectangle 27"/>
          <p:cNvSpPr/>
          <p:nvPr/>
        </p:nvSpPr>
        <p:spPr>
          <a:xfrm>
            <a:off x="868680" y="3191256"/>
            <a:ext cx="82296" cy="82296"/>
          </a:xfrm>
          <a:prstGeom prst="roundRect">
            <a:avLst/>
          </a:prstGeom>
          <a:solidFill>
            <a:srgbClr val="2EA053"/>
          </a:solidFill>
          <a:ln>
            <a:solidFill>
              <a:srgbClr val="2EA053"/>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ea typeface="+mn-ea"/>
              <a:cs typeface="+mn-cs"/>
            </a:endParaRPr>
          </a:p>
        </p:txBody>
      </p:sp>
      <p:sp>
        <p:nvSpPr>
          <p:cNvPr id="29" name="TextBox 28"/>
          <p:cNvSpPr txBox="1"/>
          <p:nvPr/>
        </p:nvSpPr>
        <p:spPr>
          <a:xfrm>
            <a:off x="1033271" y="3127248"/>
            <a:ext cx="2578608" cy="50783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61827"/>
                </a:solidFill>
                <a:effectLst/>
                <a:uLnTx/>
                <a:uFillTx/>
                <a:ea typeface="+mn-ea"/>
                <a:cs typeface="+mn-cs"/>
              </a:rPr>
              <a:t>Generate artifacts: </a:t>
            </a:r>
            <a:r>
              <a:rPr kumimoji="0" lang="en-US" sz="1100" b="0" i="0" u="none" strike="noStrike" kern="1200" cap="none" spc="0" normalizeH="0" baseline="0" noProof="0">
                <a:ln>
                  <a:noFill/>
                </a:ln>
                <a:solidFill>
                  <a:srgbClr val="475467"/>
                </a:solidFill>
                <a:effectLst/>
                <a:uLnTx/>
                <a:uFillTx/>
                <a:ea typeface="+mn-ea"/>
                <a:cs typeface="+mn-cs"/>
              </a:rPr>
              <a:t>charts, PowerPoint/Word/Excel/PDF files, cleaned datasets, and images.</a:t>
            </a:r>
          </a:p>
        </p:txBody>
      </p:sp>
      <p:sp>
        <p:nvSpPr>
          <p:cNvPr id="30" name="Rounded Rectangle 29"/>
          <p:cNvSpPr/>
          <p:nvPr/>
        </p:nvSpPr>
        <p:spPr>
          <a:xfrm>
            <a:off x="3858768" y="3191256"/>
            <a:ext cx="82296" cy="82296"/>
          </a:xfrm>
          <a:prstGeom prst="roundRect">
            <a:avLst/>
          </a:prstGeom>
          <a:solidFill>
            <a:srgbClr val="D5A400"/>
          </a:solidFill>
          <a:ln>
            <a:solidFill>
              <a:srgbClr val="D5A4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ea typeface="+mn-ea"/>
              <a:cs typeface="+mn-cs"/>
            </a:endParaRPr>
          </a:p>
        </p:txBody>
      </p:sp>
      <p:sp>
        <p:nvSpPr>
          <p:cNvPr id="31" name="TextBox 30"/>
          <p:cNvSpPr txBox="1"/>
          <p:nvPr/>
        </p:nvSpPr>
        <p:spPr>
          <a:xfrm>
            <a:off x="4023359" y="3127248"/>
            <a:ext cx="2624327" cy="50783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61827"/>
                </a:solidFill>
                <a:effectLst/>
                <a:uLnTx/>
                <a:uFillTx/>
                <a:ea typeface="+mn-ea"/>
                <a:cs typeface="+mn-cs"/>
              </a:rPr>
              <a:t>Used automatically when: </a:t>
            </a:r>
            <a:r>
              <a:rPr kumimoji="0" lang="en-US" sz="1100" b="0" i="0" u="none" strike="noStrike" kern="1200" cap="none" spc="0" normalizeH="0" baseline="0" noProof="0">
                <a:ln>
                  <a:noFill/>
                </a:ln>
                <a:solidFill>
                  <a:srgbClr val="475467"/>
                </a:solidFill>
                <a:effectLst/>
                <a:uLnTx/>
                <a:uFillTx/>
                <a:ea typeface="+mn-ea"/>
                <a:cs typeface="+mn-cs"/>
              </a:rPr>
              <a:t>the task needs exact computation, parsing, validation, or file creation.</a:t>
            </a:r>
          </a:p>
        </p:txBody>
      </p:sp>
      <p:sp>
        <p:nvSpPr>
          <p:cNvPr id="32" name="Rounded Rectangle 31"/>
          <p:cNvSpPr/>
          <p:nvPr/>
        </p:nvSpPr>
        <p:spPr>
          <a:xfrm>
            <a:off x="868680" y="3968496"/>
            <a:ext cx="5961888" cy="1298448"/>
          </a:xfrm>
          <a:prstGeom prst="roundRect">
            <a:avLst/>
          </a:prstGeom>
          <a:solidFill>
            <a:srgbClr val="FFFFFF"/>
          </a:solidFill>
          <a:ln w="12700">
            <a:solidFill>
              <a:srgbClr val="D3E6F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ea typeface="+mn-ea"/>
              <a:cs typeface="+mn-cs"/>
            </a:endParaRPr>
          </a:p>
        </p:txBody>
      </p:sp>
      <p:sp>
        <p:nvSpPr>
          <p:cNvPr id="33" name="TextBox 32"/>
          <p:cNvSpPr txBox="1"/>
          <p:nvPr/>
        </p:nvSpPr>
        <p:spPr>
          <a:xfrm>
            <a:off x="1024128" y="4185224"/>
            <a:ext cx="1169752" cy="55399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b="1">
                <a:solidFill>
                  <a:srgbClr val="061827"/>
                </a:solidFill>
                <a:latin typeface="+mj-lt"/>
              </a:rPr>
              <a:t>Here’s </a:t>
            </a:r>
            <a:r>
              <a:rPr lang="it-IT" sz="1200" b="1" u="sng">
                <a:solidFill>
                  <a:srgbClr val="061827"/>
                </a:solidFill>
                <a:latin typeface="+mj-lt"/>
              </a:rPr>
              <a:t>some</a:t>
            </a:r>
            <a:r>
              <a:rPr lang="it-IT" sz="1200" b="1">
                <a:solidFill>
                  <a:srgbClr val="061827"/>
                </a:solidFill>
                <a:latin typeface="+mj-lt"/>
              </a:rPr>
              <a:t> p</a:t>
            </a:r>
            <a:r>
              <a:rPr kumimoji="0" lang="it-IT" sz="1200" b="1" i="0" u="none" strike="noStrike" kern="1200" cap="none" spc="0" normalizeH="0" baseline="0" noProof="0">
                <a:ln>
                  <a:noFill/>
                </a:ln>
                <a:solidFill>
                  <a:srgbClr val="061827"/>
                </a:solidFill>
                <a:effectLst/>
                <a:uLnTx/>
                <a:uFillTx/>
                <a:latin typeface="+mj-lt"/>
                <a:ea typeface="+mn-ea"/>
                <a:cs typeface="+mn-cs"/>
              </a:rPr>
              <a:t>reinstalled libraries...</a:t>
            </a:r>
          </a:p>
        </p:txBody>
      </p:sp>
      <p:sp>
        <p:nvSpPr>
          <p:cNvPr id="34" name="Rounded Rectangle 33"/>
          <p:cNvSpPr/>
          <p:nvPr/>
        </p:nvSpPr>
        <p:spPr>
          <a:xfrm>
            <a:off x="2193880" y="4221800"/>
            <a:ext cx="82296" cy="82296"/>
          </a:xfrm>
          <a:prstGeom prst="round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ea typeface="+mn-ea"/>
              <a:cs typeface="+mn-cs"/>
            </a:endParaRPr>
          </a:p>
        </p:txBody>
      </p:sp>
      <p:sp>
        <p:nvSpPr>
          <p:cNvPr id="35" name="TextBox 34"/>
          <p:cNvSpPr txBox="1"/>
          <p:nvPr/>
        </p:nvSpPr>
        <p:spPr>
          <a:xfrm>
            <a:off x="2358472" y="4153982"/>
            <a:ext cx="1847088"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61827"/>
                </a:solidFill>
                <a:effectLst/>
                <a:uLnTx/>
                <a:uFillTx/>
                <a:ea typeface="+mn-ea"/>
                <a:cs typeface="+mn-cs"/>
              </a:rPr>
              <a:t>Data &amp; charts: </a:t>
            </a:r>
            <a:r>
              <a:rPr kumimoji="0" lang="en-US" sz="1000" b="0" i="0" u="none" strike="noStrike" kern="1200" cap="none" spc="0" normalizeH="0" baseline="0" noProof="0">
                <a:ln>
                  <a:noFill/>
                </a:ln>
                <a:solidFill>
                  <a:srgbClr val="475467"/>
                </a:solidFill>
                <a:effectLst/>
                <a:uLnTx/>
                <a:uFillTx/>
                <a:ea typeface="+mn-ea"/>
                <a:cs typeface="+mn-cs"/>
              </a:rPr>
              <a:t>pandas, </a:t>
            </a:r>
            <a:r>
              <a:rPr kumimoji="0" lang="en-US" sz="1000" b="0" i="0" u="none" strike="noStrike" kern="1200" cap="none" spc="0" normalizeH="0" baseline="0" noProof="0" err="1">
                <a:ln>
                  <a:noFill/>
                </a:ln>
                <a:solidFill>
                  <a:srgbClr val="475467"/>
                </a:solidFill>
                <a:effectLst/>
                <a:uLnTx/>
                <a:uFillTx/>
                <a:ea typeface="+mn-ea"/>
                <a:cs typeface="+mn-cs"/>
              </a:rPr>
              <a:t>numpy</a:t>
            </a:r>
            <a:r>
              <a:rPr kumimoji="0" lang="en-US" sz="1000" b="0" i="0" u="none" strike="noStrike" kern="1200" cap="none" spc="0" normalizeH="0" baseline="0" noProof="0">
                <a:ln>
                  <a:noFill/>
                </a:ln>
                <a:solidFill>
                  <a:srgbClr val="475467"/>
                </a:solidFill>
                <a:effectLst/>
                <a:uLnTx/>
                <a:uFillTx/>
                <a:ea typeface="+mn-ea"/>
                <a:cs typeface="+mn-cs"/>
              </a:rPr>
              <a:t>, matplotlib, </a:t>
            </a:r>
            <a:r>
              <a:rPr kumimoji="0" lang="en-US" sz="1000" b="0" i="0" u="none" strike="noStrike" kern="1200" cap="none" spc="0" normalizeH="0" baseline="0" noProof="0" err="1">
                <a:ln>
                  <a:noFill/>
                </a:ln>
                <a:solidFill>
                  <a:srgbClr val="475467"/>
                </a:solidFill>
                <a:effectLst/>
                <a:uLnTx/>
                <a:uFillTx/>
                <a:ea typeface="+mn-ea"/>
                <a:cs typeface="+mn-cs"/>
              </a:rPr>
              <a:t>plotly</a:t>
            </a:r>
            <a:endParaRPr kumimoji="0" lang="en-US" sz="1000" b="0" i="0" u="none" strike="noStrike" kern="1200" cap="none" spc="0" normalizeH="0" baseline="0" noProof="0">
              <a:ln>
                <a:noFill/>
              </a:ln>
              <a:solidFill>
                <a:srgbClr val="475467"/>
              </a:solidFill>
              <a:effectLst/>
              <a:uLnTx/>
              <a:uFillTx/>
              <a:ea typeface="+mn-ea"/>
              <a:cs typeface="+mn-cs"/>
            </a:endParaRPr>
          </a:p>
        </p:txBody>
      </p:sp>
      <p:sp>
        <p:nvSpPr>
          <p:cNvPr id="36" name="Rounded Rectangle 35"/>
          <p:cNvSpPr/>
          <p:nvPr/>
        </p:nvSpPr>
        <p:spPr>
          <a:xfrm>
            <a:off x="4452448" y="4221800"/>
            <a:ext cx="82296" cy="82296"/>
          </a:xfrm>
          <a:prstGeom prst="roundRect">
            <a:avLst/>
          </a:prstGeom>
          <a:solidFill>
            <a:srgbClr val="C233B8"/>
          </a:solidFill>
          <a:ln>
            <a:solidFill>
              <a:srgbClr val="C233B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ea typeface="+mn-ea"/>
              <a:cs typeface="+mn-cs"/>
            </a:endParaRPr>
          </a:p>
        </p:txBody>
      </p:sp>
      <p:sp>
        <p:nvSpPr>
          <p:cNvPr id="37" name="TextBox 36"/>
          <p:cNvSpPr txBox="1"/>
          <p:nvPr/>
        </p:nvSpPr>
        <p:spPr>
          <a:xfrm>
            <a:off x="4617039" y="4195892"/>
            <a:ext cx="1892807"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61827"/>
                </a:solidFill>
                <a:effectLst/>
                <a:uLnTx/>
                <a:uFillTx/>
                <a:ea typeface="+mn-ea"/>
                <a:cs typeface="+mn-cs"/>
              </a:rPr>
              <a:t>Files: </a:t>
            </a:r>
            <a:r>
              <a:rPr kumimoji="0" lang="en-US" sz="1000" b="0" i="0" u="none" strike="noStrike" kern="1200" cap="none" spc="0" normalizeH="0" baseline="0" noProof="0" err="1">
                <a:ln>
                  <a:noFill/>
                </a:ln>
                <a:solidFill>
                  <a:srgbClr val="475467"/>
                </a:solidFill>
                <a:effectLst/>
                <a:uLnTx/>
                <a:uFillTx/>
                <a:ea typeface="+mn-ea"/>
                <a:cs typeface="+mn-cs"/>
              </a:rPr>
              <a:t>openpyxl</a:t>
            </a:r>
            <a:r>
              <a:rPr kumimoji="0" lang="en-US" sz="1000" b="0" i="0" u="none" strike="noStrike" kern="1200" cap="none" spc="0" normalizeH="0" baseline="0" noProof="0">
                <a:ln>
                  <a:noFill/>
                </a:ln>
                <a:solidFill>
                  <a:srgbClr val="475467"/>
                </a:solidFill>
                <a:effectLst/>
                <a:uLnTx/>
                <a:uFillTx/>
                <a:ea typeface="+mn-ea"/>
                <a:cs typeface="+mn-cs"/>
              </a:rPr>
              <a:t>, pptx/docx, </a:t>
            </a:r>
            <a:r>
              <a:rPr kumimoji="0" lang="en-US" sz="1000" b="0" i="0" u="none" strike="noStrike" kern="1200" cap="none" spc="0" normalizeH="0" baseline="0" noProof="0" err="1">
                <a:ln>
                  <a:noFill/>
                </a:ln>
                <a:solidFill>
                  <a:srgbClr val="475467"/>
                </a:solidFill>
                <a:effectLst/>
                <a:uLnTx/>
                <a:uFillTx/>
                <a:ea typeface="+mn-ea"/>
                <a:cs typeface="+mn-cs"/>
              </a:rPr>
              <a:t>pypdf</a:t>
            </a:r>
            <a:endParaRPr kumimoji="0" lang="en-US" sz="1000" b="0" i="0" u="none" strike="noStrike" kern="1200" cap="none" spc="0" normalizeH="0" baseline="0" noProof="0">
              <a:ln>
                <a:noFill/>
              </a:ln>
              <a:solidFill>
                <a:srgbClr val="475467"/>
              </a:solidFill>
              <a:effectLst/>
              <a:uLnTx/>
              <a:uFillTx/>
              <a:ea typeface="+mn-ea"/>
              <a:cs typeface="+mn-cs"/>
            </a:endParaRPr>
          </a:p>
        </p:txBody>
      </p:sp>
      <p:sp>
        <p:nvSpPr>
          <p:cNvPr id="38" name="Rounded Rectangle 37"/>
          <p:cNvSpPr/>
          <p:nvPr/>
        </p:nvSpPr>
        <p:spPr>
          <a:xfrm>
            <a:off x="2193880" y="4674768"/>
            <a:ext cx="82296" cy="82296"/>
          </a:xfrm>
          <a:prstGeom prst="roundRect">
            <a:avLst/>
          </a:prstGeom>
          <a:solidFill>
            <a:srgbClr val="26877D"/>
          </a:solidFill>
          <a:ln>
            <a:solidFill>
              <a:srgbClr val="26877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ea typeface="+mn-ea"/>
              <a:cs typeface="+mn-cs"/>
            </a:endParaRPr>
          </a:p>
        </p:txBody>
      </p:sp>
      <p:sp>
        <p:nvSpPr>
          <p:cNvPr id="39" name="TextBox 38"/>
          <p:cNvSpPr txBox="1"/>
          <p:nvPr/>
        </p:nvSpPr>
        <p:spPr>
          <a:xfrm>
            <a:off x="2358472" y="4603140"/>
            <a:ext cx="1847088" cy="461665"/>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61827"/>
                </a:solidFill>
                <a:effectLst/>
                <a:uLnTx/>
                <a:uFillTx/>
                <a:ea typeface="+mn-ea"/>
                <a:cs typeface="+mn-cs"/>
              </a:rPr>
              <a:t>Parsing/OCR: </a:t>
            </a:r>
            <a:r>
              <a:rPr kumimoji="0" lang="en-US" sz="1000" b="0" i="0" u="none" strike="noStrike" kern="1200" cap="none" spc="0" normalizeH="0" baseline="0" noProof="0" err="1">
                <a:ln>
                  <a:noFill/>
                </a:ln>
                <a:solidFill>
                  <a:srgbClr val="475467"/>
                </a:solidFill>
                <a:effectLst/>
                <a:uLnTx/>
                <a:uFillTx/>
                <a:ea typeface="+mn-ea"/>
                <a:cs typeface="+mn-cs"/>
              </a:rPr>
              <a:t>BeautifulSoup</a:t>
            </a:r>
            <a:r>
              <a:rPr kumimoji="0" lang="en-US" sz="1000" b="0" i="0" u="none" strike="noStrike" kern="1200" cap="none" spc="0" normalizeH="0" baseline="0" noProof="0">
                <a:ln>
                  <a:noFill/>
                </a:ln>
                <a:solidFill>
                  <a:srgbClr val="475467"/>
                </a:solidFill>
                <a:effectLst/>
                <a:uLnTx/>
                <a:uFillTx/>
                <a:ea typeface="+mn-ea"/>
                <a:cs typeface="+mn-cs"/>
              </a:rPr>
              <a:t>, </a:t>
            </a:r>
            <a:r>
              <a:rPr kumimoji="0" lang="en-US" sz="1000" b="0" i="0" u="none" strike="noStrike" kern="1200" cap="none" spc="0" normalizeH="0" baseline="0" noProof="0" err="1">
                <a:ln>
                  <a:noFill/>
                </a:ln>
                <a:solidFill>
                  <a:srgbClr val="475467"/>
                </a:solidFill>
                <a:effectLst/>
                <a:uLnTx/>
                <a:uFillTx/>
                <a:ea typeface="+mn-ea"/>
                <a:cs typeface="+mn-cs"/>
              </a:rPr>
              <a:t>lxml</a:t>
            </a:r>
            <a:r>
              <a:rPr kumimoji="0" lang="en-US" sz="1000" b="0" i="0" u="none" strike="noStrike" kern="1200" cap="none" spc="0" normalizeH="0" baseline="0" noProof="0">
                <a:ln>
                  <a:noFill/>
                </a:ln>
                <a:solidFill>
                  <a:srgbClr val="475467"/>
                </a:solidFill>
                <a:effectLst/>
                <a:uLnTx/>
                <a:uFillTx/>
                <a:ea typeface="+mn-ea"/>
                <a:cs typeface="+mn-cs"/>
              </a:rPr>
              <a:t>, </a:t>
            </a:r>
            <a:r>
              <a:rPr kumimoji="0" lang="en-US" sz="1000" b="0" i="0" u="none" strike="noStrike" kern="1200" cap="none" spc="0" normalizeH="0" baseline="0" noProof="0" err="1">
                <a:ln>
                  <a:noFill/>
                </a:ln>
                <a:solidFill>
                  <a:srgbClr val="475467"/>
                </a:solidFill>
                <a:effectLst/>
                <a:uLnTx/>
                <a:uFillTx/>
                <a:ea typeface="+mn-ea"/>
                <a:cs typeface="+mn-cs"/>
              </a:rPr>
              <a:t>pdfplumber</a:t>
            </a:r>
            <a:r>
              <a:rPr kumimoji="0" lang="en-US" sz="1000" b="0" i="0" u="none" strike="noStrike" kern="1200" cap="none" spc="0" normalizeH="0" baseline="0" noProof="0">
                <a:ln>
                  <a:noFill/>
                </a:ln>
                <a:solidFill>
                  <a:srgbClr val="475467"/>
                </a:solidFill>
                <a:effectLst/>
                <a:uLnTx/>
                <a:uFillTx/>
                <a:ea typeface="+mn-ea"/>
                <a:cs typeface="+mn-cs"/>
              </a:rPr>
              <a:t>, Pillow, OpenCV</a:t>
            </a:r>
          </a:p>
        </p:txBody>
      </p:sp>
      <p:sp>
        <p:nvSpPr>
          <p:cNvPr id="40" name="Rounded Rectangle 39"/>
          <p:cNvSpPr/>
          <p:nvPr/>
        </p:nvSpPr>
        <p:spPr>
          <a:xfrm>
            <a:off x="4452448" y="4674768"/>
            <a:ext cx="82296" cy="82296"/>
          </a:xfrm>
          <a:prstGeom prst="roundRect">
            <a:avLst/>
          </a:prstGeom>
          <a:solidFill>
            <a:srgbClr val="2EA053"/>
          </a:solidFill>
          <a:ln>
            <a:solidFill>
              <a:srgbClr val="2EA053"/>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ea typeface="+mn-ea"/>
              <a:cs typeface="+mn-cs"/>
            </a:endParaRPr>
          </a:p>
        </p:txBody>
      </p:sp>
      <p:sp>
        <p:nvSpPr>
          <p:cNvPr id="41" name="TextBox 40"/>
          <p:cNvSpPr txBox="1"/>
          <p:nvPr/>
        </p:nvSpPr>
        <p:spPr>
          <a:xfrm>
            <a:off x="4617039" y="4606950"/>
            <a:ext cx="1892807"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61827"/>
                </a:solidFill>
                <a:effectLst/>
                <a:uLnTx/>
                <a:uFillTx/>
                <a:ea typeface="+mn-ea"/>
                <a:cs typeface="+mn-cs"/>
              </a:rPr>
              <a:t>Math/logic: </a:t>
            </a:r>
            <a:r>
              <a:rPr kumimoji="0" lang="en-US" sz="1000" b="0" i="0" u="none" strike="noStrike" kern="1200" cap="none" spc="0" normalizeH="0" baseline="0" noProof="0" err="1">
                <a:ln>
                  <a:noFill/>
                </a:ln>
                <a:solidFill>
                  <a:srgbClr val="475467"/>
                </a:solidFill>
                <a:effectLst/>
                <a:uLnTx/>
                <a:uFillTx/>
                <a:ea typeface="+mn-ea"/>
                <a:cs typeface="+mn-cs"/>
              </a:rPr>
              <a:t>sympy</a:t>
            </a:r>
            <a:r>
              <a:rPr kumimoji="0" lang="en-US" sz="1000" b="0" i="0" u="none" strike="noStrike" kern="1200" cap="none" spc="0" normalizeH="0" baseline="0" noProof="0">
                <a:ln>
                  <a:noFill/>
                </a:ln>
                <a:solidFill>
                  <a:srgbClr val="475467"/>
                </a:solidFill>
                <a:effectLst/>
                <a:uLnTx/>
                <a:uFillTx/>
                <a:ea typeface="+mn-ea"/>
                <a:cs typeface="+mn-cs"/>
              </a:rPr>
              <a:t>, </a:t>
            </a:r>
            <a:r>
              <a:rPr kumimoji="0" lang="en-US" sz="1000" b="0" i="0" u="none" strike="noStrike" kern="1200" cap="none" spc="0" normalizeH="0" baseline="0" noProof="0" err="1">
                <a:ln>
                  <a:noFill/>
                </a:ln>
                <a:solidFill>
                  <a:srgbClr val="475467"/>
                </a:solidFill>
                <a:effectLst/>
                <a:uLnTx/>
                <a:uFillTx/>
                <a:ea typeface="+mn-ea"/>
                <a:cs typeface="+mn-cs"/>
              </a:rPr>
              <a:t>PyYAML</a:t>
            </a:r>
            <a:r>
              <a:rPr kumimoji="0" lang="en-US" sz="1000" b="0" i="0" u="none" strike="noStrike" kern="1200" cap="none" spc="0" normalizeH="0" baseline="0" noProof="0">
                <a:ln>
                  <a:noFill/>
                </a:ln>
                <a:solidFill>
                  <a:srgbClr val="475467"/>
                </a:solidFill>
                <a:effectLst/>
                <a:uLnTx/>
                <a:uFillTx/>
                <a:ea typeface="+mn-ea"/>
                <a:cs typeface="+mn-cs"/>
              </a:rPr>
              <a:t>, Jinja2, </a:t>
            </a:r>
            <a:r>
              <a:rPr kumimoji="0" lang="en-US" sz="1000" b="0" i="0" u="none" strike="noStrike" kern="1200" cap="none" spc="0" normalizeH="0" baseline="0" noProof="0" err="1">
                <a:ln>
                  <a:noFill/>
                </a:ln>
                <a:solidFill>
                  <a:srgbClr val="475467"/>
                </a:solidFill>
                <a:effectLst/>
                <a:uLnTx/>
                <a:uFillTx/>
                <a:ea typeface="+mn-ea"/>
                <a:cs typeface="+mn-cs"/>
              </a:rPr>
              <a:t>reportlab</a:t>
            </a:r>
            <a:endParaRPr kumimoji="0" lang="en-US" sz="1000" b="0" i="0" u="none" strike="noStrike" kern="1200" cap="none" spc="0" normalizeH="0" baseline="0" noProof="0">
              <a:ln>
                <a:noFill/>
              </a:ln>
              <a:solidFill>
                <a:srgbClr val="475467"/>
              </a:solidFill>
              <a:effectLst/>
              <a:uLnTx/>
              <a:uFillTx/>
              <a:ea typeface="+mn-ea"/>
              <a:cs typeface="+mn-cs"/>
            </a:endParaRPr>
          </a:p>
        </p:txBody>
      </p:sp>
      <p:sp>
        <p:nvSpPr>
          <p:cNvPr id="42" name="Rounded Rectangle 41"/>
          <p:cNvSpPr/>
          <p:nvPr/>
        </p:nvSpPr>
        <p:spPr>
          <a:xfrm>
            <a:off x="7388352" y="1588736"/>
            <a:ext cx="3913632" cy="3325992"/>
          </a:xfrm>
          <a:prstGeom prst="roundRect">
            <a:avLst>
              <a:gd name="adj" fmla="val 5125"/>
            </a:avLst>
          </a:prstGeom>
          <a:solidFill>
            <a:srgbClr val="081C2D"/>
          </a:solidFill>
          <a:ln w="15875">
            <a:solidFill>
              <a:srgbClr val="193F5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43" name="Round Diagonal Corner Rectangle 42"/>
          <p:cNvSpPr/>
          <p:nvPr/>
        </p:nvSpPr>
        <p:spPr>
          <a:xfrm>
            <a:off x="7384542" y="1581912"/>
            <a:ext cx="3916800" cy="310896"/>
          </a:xfrm>
          <a:prstGeom prst="round2DiagRect">
            <a:avLst>
              <a:gd name="adj1" fmla="val 16667"/>
              <a:gd name="adj2" fmla="val 21242"/>
            </a:avLst>
          </a:prstGeom>
          <a:solidFill>
            <a:srgbClr val="122B40"/>
          </a:solidFill>
          <a:ln>
            <a:solidFill>
              <a:srgbClr val="122B4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44" name="Rectangle 43"/>
          <p:cNvSpPr/>
          <p:nvPr/>
        </p:nvSpPr>
        <p:spPr>
          <a:xfrm>
            <a:off x="7388352" y="1783080"/>
            <a:ext cx="3913632" cy="146304"/>
          </a:xfrm>
          <a:prstGeom prst="rect">
            <a:avLst/>
          </a:prstGeom>
          <a:solidFill>
            <a:srgbClr val="122B40"/>
          </a:solidFill>
          <a:ln>
            <a:solidFill>
              <a:srgbClr val="122B4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45" name="Oval 44"/>
          <p:cNvSpPr/>
          <p:nvPr/>
        </p:nvSpPr>
        <p:spPr>
          <a:xfrm>
            <a:off x="7543800" y="1691640"/>
            <a:ext cx="68580" cy="68580"/>
          </a:xfrm>
          <a:prstGeom prst="ellipse">
            <a:avLst/>
          </a:prstGeom>
          <a:solidFill>
            <a:srgbClr val="FF5F56"/>
          </a:solidFill>
          <a:ln>
            <a:solidFill>
              <a:srgbClr val="FF5F5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46" name="Oval 45"/>
          <p:cNvSpPr/>
          <p:nvPr/>
        </p:nvSpPr>
        <p:spPr>
          <a:xfrm>
            <a:off x="7708392" y="1691640"/>
            <a:ext cx="68580" cy="68580"/>
          </a:xfrm>
          <a:prstGeom prst="ellipse">
            <a:avLst/>
          </a:prstGeom>
          <a:solidFill>
            <a:srgbClr val="FFBD2E"/>
          </a:solidFill>
          <a:ln>
            <a:solidFill>
              <a:srgbClr val="FFBD2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47" name="Oval 46"/>
          <p:cNvSpPr/>
          <p:nvPr/>
        </p:nvSpPr>
        <p:spPr>
          <a:xfrm>
            <a:off x="7872983" y="1691640"/>
            <a:ext cx="68580" cy="68580"/>
          </a:xfrm>
          <a:prstGeom prst="ellipse">
            <a:avLst/>
          </a:prstGeom>
          <a:solidFill>
            <a:srgbClr val="27C93F"/>
          </a:solidFill>
          <a:ln>
            <a:solidFill>
              <a:srgbClr val="27C93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48" name="TextBox 47"/>
          <p:cNvSpPr txBox="1"/>
          <p:nvPr/>
        </p:nvSpPr>
        <p:spPr>
          <a:xfrm>
            <a:off x="8046720" y="1668780"/>
            <a:ext cx="3044952" cy="116955"/>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60" b="0" i="0" u="none" strike="noStrike" kern="1200" cap="none" spc="0" normalizeH="0" baseline="0" noProof="0">
                <a:ln>
                  <a:noFill/>
                </a:ln>
                <a:solidFill>
                  <a:srgbClr val="B2BECD"/>
                </a:solidFill>
                <a:effectLst/>
                <a:uLnTx/>
                <a:uFillTx/>
                <a:ea typeface="+mn-ea"/>
                <a:cs typeface="+mn-cs"/>
              </a:rPr>
              <a:t>agent-sandbox:~/work</a:t>
            </a:r>
          </a:p>
        </p:txBody>
      </p:sp>
      <p:sp>
        <p:nvSpPr>
          <p:cNvPr id="49" name="TextBox 48"/>
          <p:cNvSpPr txBox="1"/>
          <p:nvPr/>
        </p:nvSpPr>
        <p:spPr>
          <a:xfrm>
            <a:off x="7589520" y="2020824"/>
            <a:ext cx="2257028" cy="117878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40" b="1" i="0" u="none" strike="noStrike" kern="1200" cap="none" spc="0" normalizeH="0" baseline="0" noProof="0">
                <a:ln>
                  <a:noFill/>
                </a:ln>
                <a:solidFill>
                  <a:srgbClr val="56D364"/>
                </a:solidFill>
                <a:effectLst/>
                <a:uLnTx/>
                <a:uFillTx/>
                <a:ea typeface="+mn-ea"/>
                <a:cs typeface="+mn-cs"/>
              </a:rPr>
              <a:t>$ </a:t>
            </a:r>
            <a:r>
              <a:rPr kumimoji="0" lang="en-US" sz="940" b="0" i="0" u="none" strike="noStrike" kern="1200" cap="none" spc="0" normalizeH="0" baseline="0" noProof="0">
                <a:ln>
                  <a:noFill/>
                </a:ln>
                <a:solidFill>
                  <a:srgbClr val="FFFFFF"/>
                </a:solidFill>
                <a:effectLst/>
                <a:uLnTx/>
                <a:uFillTx/>
                <a:ea typeface="+mn-ea"/>
                <a:cs typeface="+mn-cs"/>
              </a:rPr>
              <a:t>python analysis.py</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860" b="1" i="0" u="none" strike="noStrike" kern="1200" cap="none" spc="0" normalizeH="0" baseline="0" noProof="0">
                <a:ln>
                  <a:noFill/>
                </a:ln>
                <a:solidFill>
                  <a:srgbClr val="9DE6BE"/>
                </a:solidFill>
                <a:effectLst/>
                <a:uLnTx/>
                <a:uFillTx/>
                <a:ea typeface="+mn-ea"/>
                <a:cs typeface="+mn-cs"/>
              </a:rPr>
              <a:t>&gt; </a:t>
            </a:r>
            <a:r>
              <a:rPr kumimoji="0" lang="en-US" sz="860" b="0" i="0" u="none" strike="noStrike" kern="1200" cap="none" spc="0" normalizeH="0" baseline="0" noProof="0">
                <a:ln>
                  <a:noFill/>
                </a:ln>
                <a:solidFill>
                  <a:srgbClr val="78DAFF"/>
                </a:solidFill>
                <a:effectLst/>
                <a:uLnTx/>
                <a:uFillTx/>
                <a:ea typeface="+mn-ea"/>
                <a:cs typeface="+mn-cs"/>
              </a:rPr>
              <a:t>import pandas as pd, matplotlib.pyplot as plt</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860" b="1" i="0" u="none" strike="noStrike" kern="1200" cap="none" spc="0" normalizeH="0" baseline="0" noProof="0">
                <a:ln>
                  <a:noFill/>
                </a:ln>
                <a:solidFill>
                  <a:srgbClr val="9DE6BE"/>
                </a:solidFill>
                <a:effectLst/>
                <a:uLnTx/>
                <a:uFillTx/>
                <a:ea typeface="+mn-ea"/>
                <a:cs typeface="+mn-cs"/>
              </a:rPr>
              <a:t>&gt; </a:t>
            </a:r>
            <a:r>
              <a:rPr kumimoji="0" lang="en-US" sz="860" b="0" i="0" u="none" strike="noStrike" kern="1200" cap="none" spc="0" normalizeH="0" baseline="0" noProof="0">
                <a:ln>
                  <a:noFill/>
                </a:ln>
                <a:solidFill>
                  <a:srgbClr val="78DAFF"/>
                </a:solidFill>
                <a:effectLst/>
                <a:uLnTx/>
                <a:uFillTx/>
                <a:ea typeface="+mn-ea"/>
                <a:cs typeface="+mn-cs"/>
              </a:rPr>
              <a:t>df = pd.read_csv('/mnt/data/orders.csv')</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860" b="1" i="0" u="none" strike="noStrike" kern="1200" cap="none" spc="0" normalizeH="0" baseline="0" noProof="0">
                <a:ln>
                  <a:noFill/>
                </a:ln>
                <a:solidFill>
                  <a:srgbClr val="9DE6BE"/>
                </a:solidFill>
                <a:effectLst/>
                <a:uLnTx/>
                <a:uFillTx/>
                <a:ea typeface="+mn-ea"/>
                <a:cs typeface="+mn-cs"/>
              </a:rPr>
              <a:t>&gt; </a:t>
            </a:r>
            <a:r>
              <a:rPr kumimoji="0" lang="en-US" sz="860" b="0" i="0" u="none" strike="noStrike" kern="1200" cap="none" spc="0" normalizeH="0" baseline="0" noProof="0">
                <a:ln>
                  <a:noFill/>
                </a:ln>
                <a:solidFill>
                  <a:srgbClr val="78DAFF"/>
                </a:solidFill>
                <a:effectLst/>
                <a:uLnTx/>
                <a:uFillTx/>
                <a:ea typeface="+mn-ea"/>
                <a:cs typeface="+mn-cs"/>
              </a:rPr>
              <a:t>df.groupby('region').sales.sum().plot.bar()</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860" b="1" i="0" u="none" strike="noStrike" kern="1200" cap="none" spc="0" normalizeH="0" baseline="0" noProof="0">
                <a:ln>
                  <a:noFill/>
                </a:ln>
                <a:solidFill>
                  <a:srgbClr val="9DE6BE"/>
                </a:solidFill>
                <a:effectLst/>
                <a:uLnTx/>
                <a:uFillTx/>
                <a:ea typeface="+mn-ea"/>
                <a:cs typeface="+mn-cs"/>
              </a:rPr>
              <a:t>&gt; </a:t>
            </a:r>
            <a:r>
              <a:rPr kumimoji="0" lang="en-US" sz="860" b="0" i="0" u="none" strike="noStrike" kern="1200" cap="none" spc="0" normalizeH="0" baseline="0" noProof="0">
                <a:ln>
                  <a:noFill/>
                </a:ln>
                <a:solidFill>
                  <a:srgbClr val="78DAFF"/>
                </a:solidFill>
                <a:effectLst/>
                <a:uLnTx/>
                <a:uFillTx/>
                <a:ea typeface="+mn-ea"/>
                <a:cs typeface="+mn-cs"/>
              </a:rPr>
              <a:t>plt.savefig('regional-sales.png')</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1" i="0" u="none" strike="noStrike" kern="1200" cap="none" spc="0" normalizeH="0" baseline="0" noProof="0">
                <a:ln>
                  <a:noFill/>
                </a:ln>
                <a:solidFill>
                  <a:srgbClr val="56D364"/>
                </a:solidFill>
                <a:effectLst/>
                <a:uLnTx/>
                <a:uFillTx/>
                <a:ea typeface="+mn-ea"/>
                <a:cs typeface="+mn-cs"/>
              </a:rPr>
              <a:t>$ </a:t>
            </a:r>
            <a:r>
              <a:rPr kumimoji="0" lang="en-US" sz="900" b="0" i="0" u="none" strike="noStrike" kern="1200" cap="none" spc="0" normalizeH="0" baseline="0" noProof="0">
                <a:ln>
                  <a:noFill/>
                </a:ln>
                <a:solidFill>
                  <a:srgbClr val="FFFFFF"/>
                </a:solidFill>
                <a:effectLst/>
                <a:uLnTx/>
                <a:uFillTx/>
                <a:ea typeface="+mn-ea"/>
                <a:cs typeface="+mn-cs"/>
              </a:rPr>
              <a:t>python build_report.py --pptx</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880" b="1" i="0" u="none" strike="noStrike" kern="1200" cap="none" spc="0" normalizeH="0" baseline="0" noProof="0">
                <a:ln>
                  <a:noFill/>
                </a:ln>
                <a:solidFill>
                  <a:srgbClr val="BEF7C5"/>
                </a:solidFill>
                <a:effectLst/>
                <a:uLnTx/>
                <a:uFillTx/>
                <a:ea typeface="+mn-ea"/>
                <a:cs typeface="+mn-cs"/>
              </a:rPr>
              <a:t>✓ </a:t>
            </a:r>
            <a:r>
              <a:rPr kumimoji="0" lang="en-US" sz="880" b="0" i="0" u="none" strike="noStrike" kern="1200" cap="none" spc="0" normalizeH="0" baseline="0" noProof="0">
                <a:ln>
                  <a:noFill/>
                </a:ln>
                <a:solidFill>
                  <a:srgbClr val="BEF7C5"/>
                </a:solidFill>
                <a:effectLst/>
                <a:uLnTx/>
                <a:uFillTx/>
                <a:ea typeface="+mn-ea"/>
                <a:cs typeface="+mn-cs"/>
              </a:rPr>
              <a:t>created report.pptx + chart image</a:t>
            </a:r>
          </a:p>
        </p:txBody>
      </p:sp>
      <p:sp>
        <p:nvSpPr>
          <p:cNvPr id="50" name="Rounded Rectangle 49"/>
          <p:cNvSpPr/>
          <p:nvPr/>
        </p:nvSpPr>
        <p:spPr>
          <a:xfrm>
            <a:off x="7388352" y="5029028"/>
            <a:ext cx="3913632" cy="492788"/>
          </a:xfrm>
          <a:prstGeom prst="roundRect">
            <a:avLst/>
          </a:prstGeom>
          <a:solidFill>
            <a:srgbClr val="F5F5F5">
              <a:alpha val="52941"/>
            </a:srgbClr>
          </a:solidFill>
          <a:ln w="12700">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tx1"/>
                </a:solidFill>
                <a:effectLst/>
                <a:uLnTx/>
                <a:uFillTx/>
                <a:ea typeface="+mn-ea"/>
                <a:cs typeface="+mn-cs"/>
              </a:rPr>
              <a:t>No outbound internet: </a:t>
            </a:r>
            <a:r>
              <a:rPr kumimoji="0" lang="en-US" sz="1100" b="0" i="0" u="none" strike="noStrike" kern="1200" cap="none" spc="0" normalizeH="0" baseline="0" noProof="0">
                <a:ln>
                  <a:noFill/>
                </a:ln>
                <a:solidFill>
                  <a:srgbClr val="475467"/>
                </a:solidFill>
                <a:effectLst/>
                <a:uLnTx/>
                <a:uFillTx/>
                <a:ea typeface="+mn-ea"/>
                <a:cs typeface="+mn-cs"/>
              </a:rPr>
              <a:t>external activities should go through Tools and Knowledge so DLP policies apply.</a:t>
            </a:r>
          </a:p>
        </p:txBody>
      </p:sp>
      <p:sp>
        <p:nvSpPr>
          <p:cNvPr id="4" name="Takeaway Banner">
            <a:extLst>
              <a:ext uri="{FF2B5EF4-FFF2-40B4-BE49-F238E27FC236}">
                <a16:creationId xmlns:a16="http://schemas.microsoft.com/office/drawing/2014/main" id="{61BFD63F-AD6B-1055-DB09-EC82669625E3}"/>
              </a:ext>
            </a:extLst>
          </p:cNvPr>
          <p:cNvSpPr/>
          <p:nvPr/>
        </p:nvSpPr>
        <p:spPr>
          <a:xfrm>
            <a:off x="566928" y="5732999"/>
            <a:ext cx="10808208" cy="402336"/>
          </a:xfrm>
          <a:prstGeom prst="roundRect">
            <a:avLst>
              <a:gd name="adj" fmla="val 12000"/>
            </a:avLst>
          </a:prstGeom>
          <a:solidFill>
            <a:srgbClr val="FAF8FA"/>
          </a:solidFill>
          <a:ln w="12700">
            <a:solidFill>
              <a:schemeClr val="bg1"/>
            </a:solidFill>
          </a:ln>
          <a:effectLst>
            <a:outerShdw blurRad="50800" dist="38100" dir="5400000" algn="t" rotWithShape="0">
              <a:prstClr val="black">
                <a:alpha val="40000"/>
              </a:prstClr>
            </a:outerShdw>
          </a:effectLst>
        </p:spPr>
        <p:txBody>
          <a:bodyPr lIns="182880" tIns="18288" rIns="182880" bIns="18288" rtlCol="0" anchor="ctr"/>
          <a:lstStyle/>
          <a:p>
            <a:pPr algn="ctr"/>
            <a:r>
              <a:rPr lang="en-GB" sz="1300" b="1">
                <a:latin typeface="+mj-lt"/>
                <a:cs typeface="Segoe UI" pitchFamily="34" charset="0"/>
              </a:rPr>
              <a:t>Use the sandbox for deterministic execution — calculations, file generation, parsing, charts, and validation the model should not improvise.</a:t>
            </a:r>
          </a:p>
        </p:txBody>
      </p:sp>
    </p:spTree>
    <p:extLst>
      <p:ext uri="{BB962C8B-B14F-4D97-AF65-F5344CB8AC3E}">
        <p14:creationId xmlns:p14="http://schemas.microsoft.com/office/powerpoint/2010/main" val="2178197202"/>
      </p:ext>
    </p:extLst>
  </p:cSld>
  <p:clrMapOvr>
    <a:masterClrMapping/>
  </p:clrMapOvr>
  <p:transition>
    <p:fade/>
  </p:transition>
  <p:extLst>
    <p:ext uri="{6950BFC3-D8DA-4A85-94F7-54DA5524770B}"/>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DDB96-ABFE-3D9C-CF4F-CEE1F6CCBEB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45213C1-1227-A549-88FB-456684E74CDB}"/>
              </a:ext>
            </a:extLst>
          </p:cNvPr>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10" name="Rectangle: Rounded Corners 9">
            <a:extLst>
              <a:ext uri="{FF2B5EF4-FFF2-40B4-BE49-F238E27FC236}">
                <a16:creationId xmlns:a16="http://schemas.microsoft.com/office/drawing/2014/main" id="{D9982FEB-0A5F-6688-8905-D408CD7A917B}"/>
              </a:ext>
            </a:extLst>
          </p:cNvPr>
          <p:cNvSpPr/>
          <p:nvPr/>
        </p:nvSpPr>
        <p:spPr bwMode="auto">
          <a:xfrm>
            <a:off x="609600" y="1791660"/>
            <a:ext cx="2717800" cy="1778000"/>
          </a:xfrm>
          <a:prstGeom prst="roundRect">
            <a:avLst>
              <a:gd name="adj" fmla="val 6000"/>
            </a:avLst>
          </a:prstGeom>
          <a:solidFill>
            <a:srgbClr val="FFFFFF"/>
          </a:solidFill>
          <a:ln w="222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b="0" i="0" u="none" strike="noStrike" kern="1200" cap="none" spc="0" normalizeH="0" baseline="0" noProof="0">
              <a:ln>
                <a:noFill/>
              </a:ln>
              <a:solidFill>
                <a:srgbClr val="FFFFFF"/>
              </a:solidFill>
              <a:effectLst/>
              <a:uLnTx/>
              <a:uFillTx/>
              <a:ea typeface="Segoe UI" pitchFamily="34" charset="0"/>
              <a:cs typeface="Segoe UI" pitchFamily="34" charset="0"/>
            </a:endParaRPr>
          </a:p>
        </p:txBody>
      </p:sp>
      <p:sp>
        <p:nvSpPr>
          <p:cNvPr id="24" name="Rectangle: Rounded Corners 23">
            <a:extLst>
              <a:ext uri="{FF2B5EF4-FFF2-40B4-BE49-F238E27FC236}">
                <a16:creationId xmlns:a16="http://schemas.microsoft.com/office/drawing/2014/main" id="{05FE5FED-50AC-733F-5CFD-38C6DBA08513}"/>
              </a:ext>
            </a:extLst>
          </p:cNvPr>
          <p:cNvSpPr/>
          <p:nvPr/>
        </p:nvSpPr>
        <p:spPr bwMode="auto">
          <a:xfrm>
            <a:off x="609600" y="1791660"/>
            <a:ext cx="2717800" cy="482600"/>
          </a:xfrm>
          <a:prstGeom prst="roundRect">
            <a:avLst>
              <a:gd name="adj" fmla="val 10000"/>
            </a:avLst>
          </a:prstGeom>
          <a:solidFill>
            <a:srgbClr val="C724B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mj-lt"/>
                <a:ea typeface="Segoe UI" pitchFamily="34" charset="0"/>
                <a:cs typeface="Segoe UI" pitchFamily="34" charset="0"/>
              </a:rPr>
              <a:t>Main Agent</a:t>
            </a:r>
          </a:p>
        </p:txBody>
      </p:sp>
      <p:sp>
        <p:nvSpPr>
          <p:cNvPr id="25" name="TextBox 24">
            <a:extLst>
              <a:ext uri="{FF2B5EF4-FFF2-40B4-BE49-F238E27FC236}">
                <a16:creationId xmlns:a16="http://schemas.microsoft.com/office/drawing/2014/main" id="{A6976531-4D8B-EC8C-CB01-80B6779B43C5}"/>
              </a:ext>
            </a:extLst>
          </p:cNvPr>
          <p:cNvSpPr txBox="1"/>
          <p:nvPr/>
        </p:nvSpPr>
        <p:spPr>
          <a:xfrm>
            <a:off x="787400" y="2375860"/>
            <a:ext cx="2362200" cy="456535"/>
          </a:xfrm>
          <a:prstGeom prst="rect">
            <a:avLst/>
          </a:prstGeom>
          <a:noFill/>
        </p:spPr>
        <p:txBody>
          <a:bodyPr vert="horz" wrap="square" lIns="25400" tIns="12700" rIns="25400" bIns="127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3C3C3C"/>
                </a:solidFill>
                <a:effectLst/>
                <a:uLnTx/>
                <a:uFillTx/>
                <a:ea typeface="+mn-ea"/>
                <a:cs typeface="+mn-cs"/>
              </a:rPr>
              <a:t>Owns the conversation and decides when to delegate.</a:t>
            </a:r>
          </a:p>
        </p:txBody>
      </p:sp>
      <p:sp>
        <p:nvSpPr>
          <p:cNvPr id="26" name="Rectangle: Rounded Corners 25">
            <a:extLst>
              <a:ext uri="{FF2B5EF4-FFF2-40B4-BE49-F238E27FC236}">
                <a16:creationId xmlns:a16="http://schemas.microsoft.com/office/drawing/2014/main" id="{5C6D6C07-4448-C172-1A3F-DF7A750E124C}"/>
              </a:ext>
            </a:extLst>
          </p:cNvPr>
          <p:cNvSpPr/>
          <p:nvPr/>
        </p:nvSpPr>
        <p:spPr bwMode="auto">
          <a:xfrm>
            <a:off x="8864600" y="1791660"/>
            <a:ext cx="2717800" cy="1778000"/>
          </a:xfrm>
          <a:prstGeom prst="roundRect">
            <a:avLst>
              <a:gd name="adj" fmla="val 6000"/>
            </a:avLst>
          </a:prstGeom>
          <a:solidFill>
            <a:srgbClr val="FFFFFF"/>
          </a:solidFill>
          <a:ln w="222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b="0" i="0" u="none" strike="noStrike" kern="1200" cap="none" spc="0" normalizeH="0" baseline="0" noProof="0">
              <a:ln>
                <a:noFill/>
              </a:ln>
              <a:solidFill>
                <a:srgbClr val="FFFFFF"/>
              </a:solidFill>
              <a:effectLst/>
              <a:uLnTx/>
              <a:uFillTx/>
              <a:ea typeface="Segoe UI" pitchFamily="34" charset="0"/>
              <a:cs typeface="Segoe UI" pitchFamily="34" charset="0"/>
            </a:endParaRPr>
          </a:p>
        </p:txBody>
      </p:sp>
      <p:sp>
        <p:nvSpPr>
          <p:cNvPr id="27" name="Rectangle: Rounded Corners 26">
            <a:extLst>
              <a:ext uri="{FF2B5EF4-FFF2-40B4-BE49-F238E27FC236}">
                <a16:creationId xmlns:a16="http://schemas.microsoft.com/office/drawing/2014/main" id="{CCFD4694-3A51-E85F-892C-78F857E9AB8D}"/>
              </a:ext>
            </a:extLst>
          </p:cNvPr>
          <p:cNvSpPr/>
          <p:nvPr/>
        </p:nvSpPr>
        <p:spPr bwMode="auto">
          <a:xfrm>
            <a:off x="8864600" y="1791660"/>
            <a:ext cx="2717800" cy="482600"/>
          </a:xfrm>
          <a:prstGeom prst="roundRect">
            <a:avLst>
              <a:gd name="adj" fmla="val 10000"/>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mj-lt"/>
                <a:ea typeface="Segoe UI" pitchFamily="34" charset="0"/>
                <a:cs typeface="Segoe UI" pitchFamily="34" charset="0"/>
              </a:rPr>
              <a:t>Connected agent</a:t>
            </a:r>
          </a:p>
        </p:txBody>
      </p:sp>
      <p:sp>
        <p:nvSpPr>
          <p:cNvPr id="28" name="TextBox 27">
            <a:extLst>
              <a:ext uri="{FF2B5EF4-FFF2-40B4-BE49-F238E27FC236}">
                <a16:creationId xmlns:a16="http://schemas.microsoft.com/office/drawing/2014/main" id="{408F75E8-0163-15A6-B3F7-DB32AFA7D72F}"/>
              </a:ext>
            </a:extLst>
          </p:cNvPr>
          <p:cNvSpPr txBox="1"/>
          <p:nvPr/>
        </p:nvSpPr>
        <p:spPr>
          <a:xfrm>
            <a:off x="9042400" y="2375860"/>
            <a:ext cx="2362200" cy="456535"/>
          </a:xfrm>
          <a:prstGeom prst="rect">
            <a:avLst/>
          </a:prstGeom>
          <a:noFill/>
        </p:spPr>
        <p:txBody>
          <a:bodyPr vert="horz" wrap="square" lIns="25400" tIns="12700" rIns="25400" bIns="127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3C3C3C"/>
                </a:solidFill>
                <a:effectLst/>
                <a:uLnTx/>
                <a:uFillTx/>
                <a:ea typeface="+mn-ea"/>
                <a:cs typeface="+mn-cs"/>
              </a:rPr>
              <a:t>A separate agent, spun up to </a:t>
            </a:r>
            <a:r>
              <a:rPr kumimoji="0" lang="en-US" sz="1400" b="1" i="0" u="sng" strike="noStrike" kern="1200" cap="none" spc="0" normalizeH="0" baseline="0" noProof="0">
                <a:ln>
                  <a:noFill/>
                </a:ln>
                <a:solidFill>
                  <a:srgbClr val="3C3C3C"/>
                </a:solidFill>
                <a:effectLst/>
                <a:uLnTx/>
                <a:uFillTx/>
                <a:ea typeface="+mn-ea"/>
                <a:cs typeface="+mn-cs"/>
              </a:rPr>
              <a:t>handle one task</a:t>
            </a:r>
            <a:r>
              <a:rPr kumimoji="0" lang="en-US" sz="1400" b="0" i="0" u="none" strike="noStrike" kern="1200" cap="none" spc="0" normalizeH="0" baseline="0" noProof="0">
                <a:ln>
                  <a:noFill/>
                </a:ln>
                <a:solidFill>
                  <a:srgbClr val="3C3C3C"/>
                </a:solidFill>
                <a:effectLst/>
                <a:uLnTx/>
                <a:uFillTx/>
                <a:ea typeface="+mn-ea"/>
                <a:cs typeface="+mn-cs"/>
              </a:rPr>
              <a:t>.</a:t>
            </a:r>
          </a:p>
        </p:txBody>
      </p:sp>
      <p:sp>
        <p:nvSpPr>
          <p:cNvPr id="29" name="Arrow: Right 28">
            <a:extLst>
              <a:ext uri="{FF2B5EF4-FFF2-40B4-BE49-F238E27FC236}">
                <a16:creationId xmlns:a16="http://schemas.microsoft.com/office/drawing/2014/main" id="{C3EB61F9-4BB8-FD7A-4A50-D2409072F10E}"/>
              </a:ext>
            </a:extLst>
          </p:cNvPr>
          <p:cNvSpPr/>
          <p:nvPr/>
        </p:nvSpPr>
        <p:spPr bwMode="auto">
          <a:xfrm>
            <a:off x="3327400" y="2032640"/>
            <a:ext cx="5537200" cy="635000"/>
          </a:xfrm>
          <a:prstGeom prst="rightArrow">
            <a:avLst/>
          </a:prstGeom>
          <a:solidFill>
            <a:srgbClr val="F5DA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b="0" i="0" u="none" strike="noStrike" kern="1200" cap="none" spc="0" normalizeH="0" baseline="0" noProof="0">
              <a:ln>
                <a:noFill/>
              </a:ln>
              <a:solidFill>
                <a:srgbClr val="FFFFFF"/>
              </a:solidFill>
              <a:effectLst/>
              <a:uLnTx/>
              <a:uFillTx/>
              <a:ea typeface="Segoe UI" pitchFamily="34" charset="0"/>
              <a:cs typeface="Segoe UI" pitchFamily="34" charset="0"/>
            </a:endParaRPr>
          </a:p>
        </p:txBody>
      </p:sp>
      <p:sp>
        <p:nvSpPr>
          <p:cNvPr id="30" name="Rectangle: Rounded Corners 29">
            <a:extLst>
              <a:ext uri="{FF2B5EF4-FFF2-40B4-BE49-F238E27FC236}">
                <a16:creationId xmlns:a16="http://schemas.microsoft.com/office/drawing/2014/main" id="{9DB839F8-7001-ADB9-9716-2007DF042199}"/>
              </a:ext>
            </a:extLst>
          </p:cNvPr>
          <p:cNvSpPr/>
          <p:nvPr/>
        </p:nvSpPr>
        <p:spPr bwMode="auto">
          <a:xfrm>
            <a:off x="3683000" y="1753240"/>
            <a:ext cx="4699000" cy="1219200"/>
          </a:xfrm>
          <a:prstGeom prst="roundRect">
            <a:avLst>
              <a:gd name="adj" fmla="val 7000"/>
            </a:avLst>
          </a:prstGeom>
          <a:solidFill>
            <a:srgbClr val="FFFFFF"/>
          </a:solidFill>
          <a:ln w="222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b="0" i="0" u="none" strike="noStrike" kern="1200" cap="none" spc="0" normalizeH="0" baseline="0" noProof="0">
              <a:ln>
                <a:noFill/>
              </a:ln>
              <a:solidFill>
                <a:srgbClr val="FFFFFF"/>
              </a:solidFill>
              <a:effectLst/>
              <a:uLnTx/>
              <a:uFillTx/>
              <a:ea typeface="Segoe UI" pitchFamily="34" charset="0"/>
              <a:cs typeface="Segoe UI" pitchFamily="34" charset="0"/>
            </a:endParaRPr>
          </a:p>
        </p:txBody>
      </p:sp>
      <p:sp>
        <p:nvSpPr>
          <p:cNvPr id="31" name="TextBox 30">
            <a:extLst>
              <a:ext uri="{FF2B5EF4-FFF2-40B4-BE49-F238E27FC236}">
                <a16:creationId xmlns:a16="http://schemas.microsoft.com/office/drawing/2014/main" id="{970A1AF1-93DF-C046-885F-3B3139B744F6}"/>
              </a:ext>
            </a:extLst>
          </p:cNvPr>
          <p:cNvSpPr txBox="1"/>
          <p:nvPr/>
        </p:nvSpPr>
        <p:spPr>
          <a:xfrm>
            <a:off x="3683000" y="1854840"/>
            <a:ext cx="4826000" cy="271869"/>
          </a:xfrm>
          <a:prstGeom prst="rect">
            <a:avLst/>
          </a:prstGeom>
          <a:noFill/>
        </p:spPr>
        <p:txBody>
          <a:bodyPr vert="horz" wrap="square" lIns="25400" tIns="12700" rIns="25400" bIns="127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B050"/>
                </a:solidFill>
                <a:effectLst/>
                <a:uLnTx/>
                <a:uFillTx/>
                <a:ea typeface="+mn-ea"/>
                <a:cs typeface="+mn-cs"/>
              </a:rPr>
              <a:t>1.  </a:t>
            </a:r>
            <a:r>
              <a:rPr kumimoji="0" lang="en-US" sz="1600" b="1" i="0" u="none" strike="noStrike" kern="1200" cap="none" spc="0" normalizeH="0" baseline="0" noProof="0">
                <a:ln>
                  <a:noFill/>
                </a:ln>
                <a:effectLst/>
                <a:uLnTx/>
                <a:uFillTx/>
                <a:ea typeface="+mn-ea"/>
                <a:cs typeface="+mn-cs"/>
              </a:rPr>
              <a:t>TASK</a:t>
            </a:r>
          </a:p>
        </p:txBody>
      </p:sp>
      <p:sp>
        <p:nvSpPr>
          <p:cNvPr id="32" name="TextBox 31">
            <a:extLst>
              <a:ext uri="{FF2B5EF4-FFF2-40B4-BE49-F238E27FC236}">
                <a16:creationId xmlns:a16="http://schemas.microsoft.com/office/drawing/2014/main" id="{FB43B6BE-66C6-B0F2-D8FD-C1C74149C0AB}"/>
              </a:ext>
            </a:extLst>
          </p:cNvPr>
          <p:cNvSpPr txBox="1"/>
          <p:nvPr/>
        </p:nvSpPr>
        <p:spPr>
          <a:xfrm>
            <a:off x="3810000" y="2272872"/>
            <a:ext cx="4572000" cy="241092"/>
          </a:xfrm>
          <a:prstGeom prst="rect">
            <a:avLst/>
          </a:prstGeom>
          <a:noFill/>
        </p:spPr>
        <p:txBody>
          <a:bodyPr vert="horz" wrap="square" lIns="25400" tIns="12700" rIns="25400" bIns="127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E1E1E"/>
                </a:solidFill>
                <a:effectLst/>
                <a:uLnTx/>
                <a:uFillTx/>
                <a:latin typeface="+mj-lt"/>
                <a:ea typeface="+mn-ea"/>
                <a:cs typeface="+mn-cs"/>
              </a:rPr>
              <a:t>“Book a hotel with a spa, near Bordeaux...”</a:t>
            </a:r>
          </a:p>
        </p:txBody>
      </p:sp>
      <p:sp>
        <p:nvSpPr>
          <p:cNvPr id="33" name="TextBox 32">
            <a:extLst>
              <a:ext uri="{FF2B5EF4-FFF2-40B4-BE49-F238E27FC236}">
                <a16:creationId xmlns:a16="http://schemas.microsoft.com/office/drawing/2014/main" id="{05B962B6-9109-12E4-F5A7-163DBC6D656E}"/>
              </a:ext>
            </a:extLst>
          </p:cNvPr>
          <p:cNvSpPr txBox="1"/>
          <p:nvPr/>
        </p:nvSpPr>
        <p:spPr>
          <a:xfrm>
            <a:off x="3810000" y="2616840"/>
            <a:ext cx="4572000" cy="194925"/>
          </a:xfrm>
          <a:prstGeom prst="rect">
            <a:avLst/>
          </a:prstGeom>
          <a:noFill/>
        </p:spPr>
        <p:txBody>
          <a:bodyPr vert="horz" wrap="square" lIns="25400" tIns="12700" rIns="25400" bIns="127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7D7D7D"/>
                </a:solidFill>
                <a:effectLst/>
                <a:uLnTx/>
                <a:uFillTx/>
                <a:ea typeface="+mn-ea"/>
                <a:cs typeface="+mn-cs"/>
              </a:rPr>
              <a:t>+ conversation history (optional)</a:t>
            </a:r>
          </a:p>
        </p:txBody>
      </p:sp>
      <p:sp>
        <p:nvSpPr>
          <p:cNvPr id="34" name="Rectangle: Rounded Corners 33">
            <a:extLst>
              <a:ext uri="{FF2B5EF4-FFF2-40B4-BE49-F238E27FC236}">
                <a16:creationId xmlns:a16="http://schemas.microsoft.com/office/drawing/2014/main" id="{1CD95A31-81C2-057B-BA5D-EC6C0C9954EB}"/>
              </a:ext>
            </a:extLst>
          </p:cNvPr>
          <p:cNvSpPr/>
          <p:nvPr/>
        </p:nvSpPr>
        <p:spPr bwMode="auto">
          <a:xfrm>
            <a:off x="9039175" y="1563804"/>
            <a:ext cx="2415540" cy="304800"/>
          </a:xfrm>
          <a:prstGeom prst="roundRect">
            <a:avLst>
              <a:gd name="adj" fmla="val 50000"/>
            </a:avLst>
          </a:prstGeom>
          <a:solidFill>
            <a:schemeClr val="bg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B050"/>
                </a:solidFill>
                <a:effectLst/>
                <a:uLnTx/>
                <a:uFillTx/>
                <a:ea typeface="Segoe UI" pitchFamily="34" charset="0"/>
                <a:cs typeface="Segoe UI" pitchFamily="34" charset="0"/>
              </a:rPr>
              <a:t>2.  </a:t>
            </a:r>
            <a:r>
              <a:rPr kumimoji="0" lang="en-US" sz="1400" b="1" i="0" u="none" strike="noStrike" kern="1200" cap="none" spc="0" normalizeH="0" baseline="0" noProof="0">
                <a:ln>
                  <a:noFill/>
                </a:ln>
                <a:solidFill>
                  <a:schemeClr val="tx1"/>
                </a:solidFill>
                <a:effectLst/>
                <a:uLnTx/>
                <a:uFillTx/>
                <a:ea typeface="Segoe UI" pitchFamily="34" charset="0"/>
                <a:cs typeface="Segoe UI" pitchFamily="34" charset="0"/>
              </a:rPr>
              <a:t>HANDLES THE TASK</a:t>
            </a:r>
          </a:p>
        </p:txBody>
      </p:sp>
      <p:sp>
        <p:nvSpPr>
          <p:cNvPr id="35" name="Arrow: Left 34">
            <a:extLst>
              <a:ext uri="{FF2B5EF4-FFF2-40B4-BE49-F238E27FC236}">
                <a16:creationId xmlns:a16="http://schemas.microsoft.com/office/drawing/2014/main" id="{07B33A29-D459-9792-2E31-03D15E8C27AE}"/>
              </a:ext>
            </a:extLst>
          </p:cNvPr>
          <p:cNvSpPr/>
          <p:nvPr/>
        </p:nvSpPr>
        <p:spPr bwMode="auto">
          <a:xfrm>
            <a:off x="3327400" y="3045012"/>
            <a:ext cx="5537200" cy="584200"/>
          </a:xfrm>
          <a:prstGeom prst="leftArrow">
            <a:avLst/>
          </a:prstGeom>
          <a:solidFill>
            <a:srgbClr val="DEECF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B050"/>
                </a:solidFill>
                <a:effectLst/>
                <a:uLnTx/>
                <a:uFillTx/>
                <a:ea typeface="Segoe UI" pitchFamily="34" charset="0"/>
                <a:cs typeface="Segoe UI" pitchFamily="34" charset="0"/>
              </a:rPr>
              <a:t>3.  </a:t>
            </a:r>
            <a:r>
              <a:rPr lang="en-US" sz="1400" b="1">
                <a:solidFill>
                  <a:schemeClr val="tx1"/>
                </a:solidFill>
                <a:ea typeface="Segoe UI" pitchFamily="34" charset="0"/>
                <a:cs typeface="Segoe UI" pitchFamily="34" charset="0"/>
              </a:rPr>
              <a:t>MESSAGE FROM THE CONNECTED AGENT</a:t>
            </a:r>
            <a:r>
              <a:rPr lang="en-US" sz="1200" b="1">
                <a:solidFill>
                  <a:schemeClr val="tx1"/>
                </a:solidFill>
                <a:ea typeface="Segoe UI" pitchFamily="34" charset="0"/>
                <a:cs typeface="Segoe UI" pitchFamily="34" charset="0"/>
              </a:rPr>
              <a:t> </a:t>
            </a:r>
            <a:r>
              <a:rPr lang="en-US" sz="1050" b="1">
                <a:solidFill>
                  <a:schemeClr val="tx1"/>
                </a:solidFill>
                <a:ea typeface="Segoe UI" pitchFamily="34" charset="0"/>
                <a:cs typeface="Segoe UI" pitchFamily="34" charset="0"/>
              </a:rPr>
              <a:t>e.g. </a:t>
            </a:r>
            <a:r>
              <a:rPr kumimoji="0" lang="en-US" sz="1050" b="1" i="0" u="none" strike="noStrike" kern="1200" cap="none" spc="0" normalizeH="0" baseline="0" noProof="0">
                <a:ln>
                  <a:noFill/>
                </a:ln>
                <a:solidFill>
                  <a:schemeClr val="tx1"/>
                </a:solidFill>
                <a:effectLst/>
                <a:uLnTx/>
                <a:uFillTx/>
                <a:ea typeface="Segoe UI" pitchFamily="34" charset="0"/>
                <a:cs typeface="Segoe UI" pitchFamily="34" charset="0"/>
              </a:rPr>
              <a:t>“Hotel booked.”</a:t>
            </a:r>
            <a:endParaRPr kumimoji="0" lang="en-US" sz="1200" b="1" i="0" u="none" strike="noStrike" kern="1200" cap="none" spc="0" normalizeH="0" baseline="0" noProof="0">
              <a:ln>
                <a:noFill/>
              </a:ln>
              <a:solidFill>
                <a:schemeClr val="tx1"/>
              </a:solidFill>
              <a:effectLst/>
              <a:uLnTx/>
              <a:uFillTx/>
              <a:ea typeface="Segoe UI" pitchFamily="34" charset="0"/>
              <a:cs typeface="Segoe UI" pitchFamily="34" charset="0"/>
            </a:endParaRPr>
          </a:p>
        </p:txBody>
      </p:sp>
      <p:cxnSp>
        <p:nvCxnSpPr>
          <p:cNvPr id="36" name="Straight Connector 35">
            <a:extLst>
              <a:ext uri="{FF2B5EF4-FFF2-40B4-BE49-F238E27FC236}">
                <a16:creationId xmlns:a16="http://schemas.microsoft.com/office/drawing/2014/main" id="{03EB3037-5BCC-A873-A3C6-19B711F72D32}"/>
              </a:ext>
            </a:extLst>
          </p:cNvPr>
          <p:cNvCxnSpPr/>
          <p:nvPr/>
        </p:nvCxnSpPr>
        <p:spPr>
          <a:xfrm>
            <a:off x="10223500" y="3569660"/>
            <a:ext cx="0" cy="558800"/>
          </a:xfrm>
          <a:prstGeom prst="line">
            <a:avLst/>
          </a:prstGeom>
          <a:ln w="22225">
            <a:solidFill>
              <a:srgbClr val="828A96"/>
            </a:solidFill>
            <a:prstDash val="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38" name="Rectangle: Rounded Corners 37">
            <a:extLst>
              <a:ext uri="{FF2B5EF4-FFF2-40B4-BE49-F238E27FC236}">
                <a16:creationId xmlns:a16="http://schemas.microsoft.com/office/drawing/2014/main" id="{A549E585-6875-DA8B-F026-85CB89384849}"/>
              </a:ext>
            </a:extLst>
          </p:cNvPr>
          <p:cNvSpPr/>
          <p:nvPr/>
        </p:nvSpPr>
        <p:spPr bwMode="auto">
          <a:xfrm>
            <a:off x="8864600" y="4153860"/>
            <a:ext cx="2717800" cy="1778000"/>
          </a:xfrm>
          <a:prstGeom prst="roundRect">
            <a:avLst>
              <a:gd name="adj" fmla="val 6000"/>
            </a:avLst>
          </a:prstGeom>
          <a:solidFill>
            <a:srgbClr val="FFFFFF"/>
          </a:solidFill>
          <a:ln w="222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b="0" i="0" u="none" strike="noStrike" kern="1200" cap="none" spc="0" normalizeH="0" baseline="0" noProof="0">
              <a:ln>
                <a:noFill/>
              </a:ln>
              <a:solidFill>
                <a:srgbClr val="FFFFFF"/>
              </a:solidFill>
              <a:effectLst/>
              <a:uLnTx/>
              <a:uFillTx/>
              <a:ea typeface="Segoe UI" pitchFamily="34" charset="0"/>
              <a:cs typeface="Segoe UI" pitchFamily="34" charset="0"/>
            </a:endParaRPr>
          </a:p>
        </p:txBody>
      </p:sp>
      <p:sp>
        <p:nvSpPr>
          <p:cNvPr id="39" name="Rectangle: Rounded Corners 38">
            <a:extLst>
              <a:ext uri="{FF2B5EF4-FFF2-40B4-BE49-F238E27FC236}">
                <a16:creationId xmlns:a16="http://schemas.microsoft.com/office/drawing/2014/main" id="{DD1E6363-3E0F-AFF0-15A5-ED9CABEB670E}"/>
              </a:ext>
            </a:extLst>
          </p:cNvPr>
          <p:cNvSpPr/>
          <p:nvPr/>
        </p:nvSpPr>
        <p:spPr bwMode="auto">
          <a:xfrm>
            <a:off x="8864600" y="4153860"/>
            <a:ext cx="2717800" cy="482600"/>
          </a:xfrm>
          <a:prstGeom prst="roundRect">
            <a:avLst>
              <a:gd name="adj" fmla="val 10000"/>
            </a:avLst>
          </a:prstGeom>
          <a:solidFill>
            <a:srgbClr val="6E748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b="1" i="0" u="none" strike="noStrike" kern="1200" cap="none" spc="0" normalizeH="0" baseline="0" noProof="0">
                <a:ln>
                  <a:noFill/>
                </a:ln>
                <a:solidFill>
                  <a:srgbClr val="FFFFFF"/>
                </a:solidFill>
                <a:effectLst/>
                <a:uLnTx/>
                <a:uFillTx/>
                <a:ea typeface="Segoe UI" pitchFamily="34" charset="0"/>
                <a:cs typeface="Segoe UI" pitchFamily="34" charset="0"/>
              </a:rPr>
              <a:t>User</a:t>
            </a:r>
          </a:p>
        </p:txBody>
      </p:sp>
      <p:sp>
        <p:nvSpPr>
          <p:cNvPr id="40" name="TextBox 39">
            <a:extLst>
              <a:ext uri="{FF2B5EF4-FFF2-40B4-BE49-F238E27FC236}">
                <a16:creationId xmlns:a16="http://schemas.microsoft.com/office/drawing/2014/main" id="{28DB9159-4938-ABCC-63BB-9CA953663B48}"/>
              </a:ext>
            </a:extLst>
          </p:cNvPr>
          <p:cNvSpPr txBox="1"/>
          <p:nvPr/>
        </p:nvSpPr>
        <p:spPr>
          <a:xfrm>
            <a:off x="9042400" y="4738060"/>
            <a:ext cx="2362200" cy="764312"/>
          </a:xfrm>
          <a:prstGeom prst="rect">
            <a:avLst/>
          </a:prstGeom>
          <a:noFill/>
        </p:spPr>
        <p:txBody>
          <a:bodyPr vert="horz" wrap="square" lIns="25400" tIns="12700" rIns="25400" bIns="127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C3C3C"/>
                </a:solidFill>
                <a:effectLst/>
                <a:uLnTx/>
                <a:uFillTx/>
                <a:ea typeface="+mn-ea"/>
                <a:cs typeface="+mn-cs"/>
              </a:rPr>
              <a:t>Pulled in only if the connected agent needs clarification on the task </a:t>
            </a:r>
            <a:r>
              <a:rPr kumimoji="0" lang="en-US" sz="1200" b="0" i="1" u="none" strike="noStrike" kern="1200" cap="none" spc="0" normalizeH="0" baseline="0" noProof="0">
                <a:ln>
                  <a:noFill/>
                </a:ln>
                <a:solidFill>
                  <a:srgbClr val="3C3C3C"/>
                </a:solidFill>
                <a:effectLst/>
                <a:uLnTx/>
                <a:uFillTx/>
                <a:ea typeface="+mn-ea"/>
                <a:cs typeface="+mn-cs"/>
              </a:rPr>
              <a:t>(but task is written by the main to not require further inputs).</a:t>
            </a:r>
          </a:p>
        </p:txBody>
      </p:sp>
      <p:cxnSp>
        <p:nvCxnSpPr>
          <p:cNvPr id="2" name="Straight Connector 1">
            <a:extLst>
              <a:ext uri="{FF2B5EF4-FFF2-40B4-BE49-F238E27FC236}">
                <a16:creationId xmlns:a16="http://schemas.microsoft.com/office/drawing/2014/main" id="{258E9F0C-92B0-8D48-888E-1E90691FE108}"/>
              </a:ext>
            </a:extLst>
          </p:cNvPr>
          <p:cNvCxnSpPr/>
          <p:nvPr/>
        </p:nvCxnSpPr>
        <p:spPr>
          <a:xfrm>
            <a:off x="1968499" y="3569660"/>
            <a:ext cx="0" cy="558800"/>
          </a:xfrm>
          <a:prstGeom prst="line">
            <a:avLst/>
          </a:prstGeom>
          <a:ln w="22225">
            <a:solidFill>
              <a:srgbClr val="828A96"/>
            </a:solidFill>
            <a:prstDash val="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A52FB8D-1BA5-5624-013F-CAA2A5C8854B}"/>
              </a:ext>
            </a:extLst>
          </p:cNvPr>
          <p:cNvSpPr txBox="1"/>
          <p:nvPr/>
        </p:nvSpPr>
        <p:spPr>
          <a:xfrm>
            <a:off x="2095498" y="3743903"/>
            <a:ext cx="1397000" cy="194925"/>
          </a:xfrm>
          <a:prstGeom prst="rect">
            <a:avLst/>
          </a:prstGeom>
          <a:noFill/>
        </p:spPr>
        <p:txBody>
          <a:bodyPr vert="horz" wrap="square" lIns="25400" tIns="12700" rIns="25400" bIns="127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1" u="sng" strike="noStrike" kern="1200" cap="none" spc="0" normalizeH="0" baseline="0" noProof="0">
                <a:ln>
                  <a:noFill/>
                </a:ln>
                <a:solidFill>
                  <a:srgbClr val="787878"/>
                </a:solidFill>
                <a:effectLst/>
                <a:uLnTx/>
                <a:uFillTx/>
                <a:ea typeface="+mn-ea"/>
                <a:cs typeface="+mn-cs"/>
              </a:rPr>
              <a:t>Asks / answers</a:t>
            </a:r>
          </a:p>
        </p:txBody>
      </p:sp>
      <p:sp>
        <p:nvSpPr>
          <p:cNvPr id="5" name="Rectangle: Rounded Corners 4">
            <a:extLst>
              <a:ext uri="{FF2B5EF4-FFF2-40B4-BE49-F238E27FC236}">
                <a16:creationId xmlns:a16="http://schemas.microsoft.com/office/drawing/2014/main" id="{B3305EAE-52DC-C739-F282-13FC3E7820CC}"/>
              </a:ext>
            </a:extLst>
          </p:cNvPr>
          <p:cNvSpPr/>
          <p:nvPr/>
        </p:nvSpPr>
        <p:spPr bwMode="auto">
          <a:xfrm>
            <a:off x="609599" y="4153859"/>
            <a:ext cx="2717800" cy="1616851"/>
          </a:xfrm>
          <a:prstGeom prst="roundRect">
            <a:avLst>
              <a:gd name="adj" fmla="val 6000"/>
            </a:avLst>
          </a:prstGeom>
          <a:solidFill>
            <a:srgbClr val="FFFFFF"/>
          </a:solidFill>
          <a:ln w="2222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b="0" i="0" u="none" strike="noStrike" kern="1200" cap="none" spc="0" normalizeH="0" baseline="0" noProof="0">
              <a:ln>
                <a:noFill/>
              </a:ln>
              <a:solidFill>
                <a:srgbClr val="FFFFFF"/>
              </a:solidFill>
              <a:effectLst/>
              <a:uLnTx/>
              <a:uFillTx/>
              <a:ea typeface="Segoe UI" pitchFamily="34" charset="0"/>
              <a:cs typeface="Segoe UI" pitchFamily="34" charset="0"/>
            </a:endParaRPr>
          </a:p>
        </p:txBody>
      </p:sp>
      <p:sp>
        <p:nvSpPr>
          <p:cNvPr id="6" name="Rectangle: Rounded Corners 5">
            <a:extLst>
              <a:ext uri="{FF2B5EF4-FFF2-40B4-BE49-F238E27FC236}">
                <a16:creationId xmlns:a16="http://schemas.microsoft.com/office/drawing/2014/main" id="{40DA55EF-F108-06CA-5B96-4ADE30ED50EB}"/>
              </a:ext>
            </a:extLst>
          </p:cNvPr>
          <p:cNvSpPr/>
          <p:nvPr/>
        </p:nvSpPr>
        <p:spPr bwMode="auto">
          <a:xfrm>
            <a:off x="609599" y="4153860"/>
            <a:ext cx="2717800" cy="482600"/>
          </a:xfrm>
          <a:prstGeom prst="roundRect">
            <a:avLst>
              <a:gd name="adj" fmla="val 10000"/>
            </a:avLst>
          </a:prstGeom>
          <a:solidFill>
            <a:srgbClr val="6E748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mj-lt"/>
                <a:ea typeface="Segoe UI" pitchFamily="34" charset="0"/>
                <a:cs typeface="Segoe UI" pitchFamily="34" charset="0"/>
              </a:rPr>
              <a:t>User</a:t>
            </a:r>
          </a:p>
        </p:txBody>
      </p:sp>
      <p:sp>
        <p:nvSpPr>
          <p:cNvPr id="7" name="TextBox 6">
            <a:extLst>
              <a:ext uri="{FF2B5EF4-FFF2-40B4-BE49-F238E27FC236}">
                <a16:creationId xmlns:a16="http://schemas.microsoft.com/office/drawing/2014/main" id="{D59EA026-6D96-4763-EE21-A99B1E8C20F9}"/>
              </a:ext>
            </a:extLst>
          </p:cNvPr>
          <p:cNvSpPr txBox="1"/>
          <p:nvPr/>
        </p:nvSpPr>
        <p:spPr>
          <a:xfrm>
            <a:off x="787399" y="4738060"/>
            <a:ext cx="2362200" cy="579646"/>
          </a:xfrm>
          <a:prstGeom prst="rect">
            <a:avLst/>
          </a:prstGeom>
          <a:noFill/>
        </p:spPr>
        <p:txBody>
          <a:bodyPr vert="horz" wrap="square" lIns="25400" tIns="12700" rIns="25400" bIns="127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C3C3C"/>
                </a:solidFill>
                <a:effectLst/>
                <a:uLnTx/>
                <a:uFillTx/>
                <a:ea typeface="+mn-ea"/>
                <a:cs typeface="+mn-cs"/>
              </a:rPr>
              <a:t>Starts the conversation and asks questions. Pulled in if the orchestrator needs clarification.</a:t>
            </a:r>
          </a:p>
        </p:txBody>
      </p:sp>
      <p:sp>
        <p:nvSpPr>
          <p:cNvPr id="19" name="Eyebrow">
            <a:extLst>
              <a:ext uri="{FF2B5EF4-FFF2-40B4-BE49-F238E27FC236}">
                <a16:creationId xmlns:a16="http://schemas.microsoft.com/office/drawing/2014/main" id="{AF22EBAB-305D-630A-7801-EF96ECB585E5}"/>
              </a:ext>
            </a:extLst>
          </p:cNvPr>
          <p:cNvSpPr/>
          <p:nvPr/>
        </p:nvSpPr>
        <p:spPr>
          <a:xfrm>
            <a:off x="502920" y="310896"/>
            <a:ext cx="8229600" cy="256032"/>
          </a:xfrm>
          <a:prstGeom prst="rect">
            <a:avLst/>
          </a:prstGeom>
        </p:spPr>
        <p:txBody>
          <a:bodyPr vert="horz" wrap="square" lIns="0" tIns="0" rIns="0" bIns="0" rtlCol="0">
            <a:spAutoFit/>
          </a:bodyPr>
          <a:lstStyle/>
          <a:p>
            <a:pPr defTabSz="932742">
              <a:spcBef>
                <a:spcPct val="20000"/>
              </a:spcBef>
              <a:buSzPct val="90000"/>
            </a:pPr>
            <a:r>
              <a:rPr lang="en-US" sz="1000" cap="all">
                <a:solidFill>
                  <a:srgbClr val="4B5563"/>
                </a:solidFill>
                <a:latin typeface="Aptos"/>
                <a:cs typeface="Segoe Sans Display" pitchFamily="2" charset="0"/>
              </a:rPr>
              <a:t>AGENTS · BUILDING · Connected agents</a:t>
            </a:r>
          </a:p>
        </p:txBody>
      </p:sp>
      <p:sp>
        <p:nvSpPr>
          <p:cNvPr id="21" name="Title">
            <a:extLst>
              <a:ext uri="{FF2B5EF4-FFF2-40B4-BE49-F238E27FC236}">
                <a16:creationId xmlns:a16="http://schemas.microsoft.com/office/drawing/2014/main" id="{34F9267C-114B-0721-79C9-58DC8B3E90C2}"/>
              </a:ext>
            </a:extLst>
          </p:cNvPr>
          <p:cNvSpPr/>
          <p:nvPr/>
        </p:nvSpPr>
        <p:spPr>
          <a:xfrm>
            <a:off x="502920" y="530352"/>
            <a:ext cx="105000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71D2B"/>
                </a:solidFill>
                <a:effectLst/>
                <a:uLnTx/>
                <a:uFillTx/>
                <a:latin typeface="+mj-lt"/>
                <a:ea typeface="+mn-ea"/>
                <a:cs typeface="Segoe UI Semibold" pitchFamily="34" charset="0"/>
              </a:rPr>
              <a:t>Connected agents: Working on a task</a:t>
            </a:r>
          </a:p>
        </p:txBody>
      </p:sp>
      <p:sp>
        <p:nvSpPr>
          <p:cNvPr id="23" name="Subtitle">
            <a:extLst>
              <a:ext uri="{FF2B5EF4-FFF2-40B4-BE49-F238E27FC236}">
                <a16:creationId xmlns:a16="http://schemas.microsoft.com/office/drawing/2014/main" id="{FEC940BD-DF12-5BCA-F820-0601806D8A41}"/>
              </a:ext>
            </a:extLst>
          </p:cNvPr>
          <p:cNvSpPr/>
          <p:nvPr/>
        </p:nvSpPr>
        <p:spPr>
          <a:xfrm>
            <a:off x="533080" y="1078992"/>
            <a:ext cx="11156000" cy="36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4A5563"/>
                </a:solidFill>
                <a:effectLst/>
                <a:uLnTx/>
                <a:uFillTx/>
                <a:ea typeface="+mn-ea"/>
                <a:cs typeface="Segoe UI" pitchFamily="34" charset="0"/>
              </a:rPr>
              <a:t>When the orchestrator delegates, it hands over a task - and everything the connected agent does is bound to it.</a:t>
            </a:r>
          </a:p>
        </p:txBody>
      </p:sp>
      <p:sp>
        <p:nvSpPr>
          <p:cNvPr id="8" name="Rectangle 7">
            <a:extLst>
              <a:ext uri="{FF2B5EF4-FFF2-40B4-BE49-F238E27FC236}">
                <a16:creationId xmlns:a16="http://schemas.microsoft.com/office/drawing/2014/main" id="{9043C069-1B52-CC5D-A3F8-4188D68F8C7B}"/>
              </a:ext>
            </a:extLst>
          </p:cNvPr>
          <p:cNvSpPr/>
          <p:nvPr/>
        </p:nvSpPr>
        <p:spPr bwMode="auto">
          <a:xfrm>
            <a:off x="8845678" y="3591885"/>
            <a:ext cx="3246119" cy="2517760"/>
          </a:xfrm>
          <a:prstGeom prst="rect">
            <a:avLst/>
          </a:prstGeom>
          <a:solidFill>
            <a:srgbClr val="FFFFFF">
              <a:alpha val="83137"/>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a:solidFill>
                <a:schemeClr val="bg1"/>
              </a:solidFill>
              <a:ea typeface="Segoe UI" pitchFamily="34" charset="0"/>
              <a:cs typeface="Segoe UI" pitchFamily="34" charset="0"/>
            </a:endParaRPr>
          </a:p>
        </p:txBody>
      </p:sp>
      <p:sp>
        <p:nvSpPr>
          <p:cNvPr id="9" name="TextBox 8">
            <a:extLst>
              <a:ext uri="{FF2B5EF4-FFF2-40B4-BE49-F238E27FC236}">
                <a16:creationId xmlns:a16="http://schemas.microsoft.com/office/drawing/2014/main" id="{ADD792A4-FA98-B3A6-800A-BBF6CEEC3BD5}"/>
              </a:ext>
            </a:extLst>
          </p:cNvPr>
          <p:cNvSpPr txBox="1"/>
          <p:nvPr/>
        </p:nvSpPr>
        <p:spPr>
          <a:xfrm>
            <a:off x="10129714" y="3633616"/>
            <a:ext cx="234462" cy="369332"/>
          </a:xfrm>
          <a:prstGeom prst="rect">
            <a:avLst/>
          </a:prstGeom>
          <a:noFill/>
        </p:spPr>
        <p:txBody>
          <a:bodyPr wrap="square" lIns="0" tIns="0" rIns="0" bIns="0" rtlCol="0">
            <a:spAutoFit/>
          </a:bodyPr>
          <a:lstStyle/>
          <a:p>
            <a:pPr algn="l"/>
            <a:r>
              <a:rPr lang="it-IT" sz="2400">
                <a:solidFill>
                  <a:srgbClr val="EE0000"/>
                </a:solidFill>
              </a:rPr>
              <a:t>X</a:t>
            </a:r>
            <a:endParaRPr lang="en-US" sz="2400" err="1">
              <a:solidFill>
                <a:srgbClr val="EE0000"/>
              </a:solidFill>
            </a:endParaRPr>
          </a:p>
        </p:txBody>
      </p:sp>
    </p:spTree>
    <p:extLst>
      <p:ext uri="{BB962C8B-B14F-4D97-AF65-F5344CB8AC3E}">
        <p14:creationId xmlns:p14="http://schemas.microsoft.com/office/powerpoint/2010/main" val="1241784125"/>
      </p:ext>
    </p:extLst>
  </p:cSld>
  <p:clrMapOvr>
    <a:masterClrMapping/>
  </p:clrMapOvr>
  <p:transition>
    <p:fade/>
  </p:transition>
  <p:extLst>
    <p:ext uri="{6950BFC3-D8DA-4A85-94F7-54DA5524770B}"/>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D8A6E-196D-8A4B-91CE-85607BAD4815}"/>
            </a:ext>
          </a:extLst>
        </p:cNvPr>
        <p:cNvGrpSpPr/>
        <p:nvPr/>
      </p:nvGrpSpPr>
      <p:grpSpPr>
        <a:xfrm>
          <a:off x="0" y="0"/>
          <a:ext cx="0" cy="0"/>
          <a:chOff x="0" y="0"/>
          <a:chExt cx="0" cy="0"/>
        </a:xfrm>
      </p:grpSpPr>
      <p:cxnSp>
        <p:nvCxnSpPr>
          <p:cNvPr id="6" name="conn">
            <a:extLst>
              <a:ext uri="{FF2B5EF4-FFF2-40B4-BE49-F238E27FC236}">
                <a16:creationId xmlns:a16="http://schemas.microsoft.com/office/drawing/2014/main" id="{E7A7B956-3ADC-0429-A45D-EFEBBCD316DE}"/>
              </a:ext>
            </a:extLst>
          </p:cNvPr>
          <p:cNvCxnSpPr>
            <a:cxnSpLocks/>
            <a:endCxn id="5" idx="0"/>
          </p:cNvCxnSpPr>
          <p:nvPr/>
        </p:nvCxnSpPr>
        <p:spPr>
          <a:xfrm>
            <a:off x="3268980" y="5072301"/>
            <a:ext cx="0" cy="236482"/>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sp>
        <p:nvSpPr>
          <p:cNvPr id="3" name="Top Accent">
            <a:extLst>
              <a:ext uri="{FF2B5EF4-FFF2-40B4-BE49-F238E27FC236}">
                <a16:creationId xmlns:a16="http://schemas.microsoft.com/office/drawing/2014/main" id="{E0DF0A99-C27C-6F5E-7465-EA1241848EB5}"/>
              </a:ext>
            </a:extLst>
          </p:cNvPr>
          <p:cNvSpPr/>
          <p:nvPr/>
        </p:nvSpPr>
        <p:spPr>
          <a:xfrm>
            <a:off x="0" y="0"/>
            <a:ext cx="12188952" cy="54864"/>
          </a:xfrm>
          <a:prstGeom prst="rect">
            <a:avLst/>
          </a:prstGeom>
          <a:solidFill>
            <a:srgbClr val="C239B3"/>
          </a:solidFill>
          <a:ln w="12700">
            <a:solidFill>
              <a:srgbClr val="C239B3"/>
            </a:solidFill>
          </a:ln>
        </p:spPr>
        <p:txBody>
          <a:bodyPr rtlCol="0" anchor="ctr"/>
          <a:lstStyle/>
          <a:p>
            <a:pPr algn="ctr"/>
            <a:endParaRPr/>
          </a:p>
        </p:txBody>
      </p:sp>
      <p:sp>
        <p:nvSpPr>
          <p:cNvPr id="59" name="Eyebrow">
            <a:extLst>
              <a:ext uri="{FF2B5EF4-FFF2-40B4-BE49-F238E27FC236}">
                <a16:creationId xmlns:a16="http://schemas.microsoft.com/office/drawing/2014/main" id="{1764FE80-EEE7-FB9A-ED67-DBC5DD02A800}"/>
              </a:ext>
            </a:extLst>
          </p:cNvPr>
          <p:cNvSpPr txBox="1"/>
          <p:nvPr/>
        </p:nvSpPr>
        <p:spPr>
          <a:xfrm>
            <a:off x="554737" y="300000"/>
            <a:ext cx="11052046" cy="200000"/>
          </a:xfrm>
          <a:prstGeom prst="rect">
            <a:avLst/>
          </a:prstGeom>
        </p:spPr>
        <p:txBody>
          <a:bodyPr vert="horz" wrap="square" lIns="0" tIns="0" rIns="0" bIns="0" rtlCol="0">
            <a:spAutoFit/>
          </a:bodyPr>
          <a:lstStyle>
            <a:lvl1pPr marR="0" indent="0" defTabSz="932742" fontAlgn="auto">
              <a:lnSpc>
                <a:spcPct val="100000"/>
              </a:lnSpc>
              <a:spcBef>
                <a:spcPct val="20000"/>
              </a:spcBef>
              <a:spcAft>
                <a:spcPts val="0"/>
              </a:spcAft>
              <a:buClrTx/>
              <a:buSzPct val="90000"/>
              <a:buFont typeface="Wingdings" panose="05000000000000000000" pitchFamily="2" charset="2"/>
              <a:buNone/>
              <a:tabLst/>
              <a:defRPr sz="1000" cap="all" spc="0" baseline="0">
                <a:solidFill>
                  <a:srgbClr val="4B5563"/>
                </a:solidFill>
                <a:latin typeface="Aptos"/>
                <a:cs typeface="Segoe Sans Display" pitchFamily="2"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a:t>You are here: Agents · Introduction</a:t>
            </a:r>
          </a:p>
        </p:txBody>
      </p:sp>
      <p:sp>
        <p:nvSpPr>
          <p:cNvPr id="2" name="Title 1">
            <a:extLst>
              <a:ext uri="{FF2B5EF4-FFF2-40B4-BE49-F238E27FC236}">
                <a16:creationId xmlns:a16="http://schemas.microsoft.com/office/drawing/2014/main" id="{2106F318-35AB-90F7-DC59-531DD603DAEE}"/>
              </a:ext>
            </a:extLst>
          </p:cNvPr>
          <p:cNvSpPr>
            <a:spLocks noGrp="1"/>
          </p:cNvSpPr>
          <p:nvPr>
            <p:ph type="title"/>
          </p:nvPr>
        </p:nvSpPr>
        <p:spPr>
          <a:xfrm>
            <a:off x="571500" y="519543"/>
            <a:ext cx="11052046" cy="492443"/>
          </a:xfrm>
        </p:spPr>
        <p:txBody>
          <a:bodyPr/>
          <a:lstStyle/>
          <a:p>
            <a:r>
              <a:rPr lang="en-US" sz="3000" b="1"/>
              <a:t>Contents</a:t>
            </a:r>
          </a:p>
        </p:txBody>
      </p:sp>
      <p:sp>
        <p:nvSpPr>
          <p:cNvPr id="301" name="Introduction">
            <a:extLst>
              <a:ext uri="{FF2B5EF4-FFF2-40B4-BE49-F238E27FC236}">
                <a16:creationId xmlns:a16="http://schemas.microsoft.com/office/drawing/2014/main" id="{714611A9-BAF8-34F4-2000-07385D71EE99}"/>
              </a:ext>
            </a:extLst>
          </p:cNvPr>
          <p:cNvSpPr/>
          <p:nvPr/>
        </p:nvSpPr>
        <p:spPr bwMode="auto">
          <a:xfrm>
            <a:off x="548640" y="1327961"/>
            <a:ext cx="11091672" cy="593088"/>
          </a:xfrm>
          <a:prstGeom prst="roundRect">
            <a:avLst>
              <a:gd name="adj" fmla="val 6000"/>
            </a:avLst>
          </a:prstGeom>
          <a:solidFill>
            <a:srgbClr val="EEF1F5"/>
          </a:solidFill>
          <a:ln w="12700">
            <a:solidFill>
              <a:srgbClr val="DFE4EA"/>
            </a:solidFill>
          </a:ln>
        </p:spPr>
        <p:txBody>
          <a:bodyPr wrap="square" lIns="160020" tIns="91440" rIns="160020" bIns="91440" anchor="t">
            <a:noAutofit/>
          </a:bodyPr>
          <a:lstStyle/>
          <a:p>
            <a:pPr>
              <a:spcAft>
                <a:spcPts val="300"/>
              </a:spcAft>
            </a:pPr>
            <a:r>
              <a:rPr lang="en-US" sz="1100" b="1">
                <a:solidFill>
                  <a:srgbClr val="1F1F1F"/>
                </a:solidFill>
                <a:cs typeface="Segoe UI" pitchFamily="34" charset="0"/>
              </a:rPr>
              <a:t>Introduction</a:t>
            </a:r>
          </a:p>
          <a:p>
            <a:pPr marL="171450" indent="-171450">
              <a:spcAft>
                <a:spcPts val="200"/>
              </a:spcAft>
              <a:buFont typeface="Arial"/>
              <a:buChar char="•"/>
            </a:pPr>
            <a:r>
              <a:rPr lang="en-US" sz="1250">
                <a:solidFill>
                  <a:srgbClr val="1F1F1F"/>
                </a:solidFill>
                <a:cs typeface="Segoe UI" pitchFamily="34" charset="0"/>
              </a:rPr>
              <a:t>What this guide is about: agents and workflows at a glance</a:t>
            </a:r>
          </a:p>
        </p:txBody>
      </p:sp>
      <p:sp>
        <p:nvSpPr>
          <p:cNvPr id="302" name="Agents · introduction">
            <a:extLst>
              <a:ext uri="{FF2B5EF4-FFF2-40B4-BE49-F238E27FC236}">
                <a16:creationId xmlns:a16="http://schemas.microsoft.com/office/drawing/2014/main" id="{27CDD6E7-6145-2AAD-4805-F28214806FEA}"/>
              </a:ext>
            </a:extLst>
          </p:cNvPr>
          <p:cNvSpPr/>
          <p:nvPr/>
        </p:nvSpPr>
        <p:spPr bwMode="auto">
          <a:xfrm>
            <a:off x="548640" y="2201049"/>
            <a:ext cx="5440680" cy="860000"/>
          </a:xfrm>
          <a:prstGeom prst="roundRect">
            <a:avLst>
              <a:gd name="adj" fmla="val 6000"/>
            </a:avLst>
          </a:prstGeom>
          <a:solidFill>
            <a:srgbClr val="EAF5FF"/>
          </a:solidFill>
          <a:ln w="12700">
            <a:solidFill>
              <a:srgbClr val="CFE6FC"/>
            </a:solidFill>
          </a:ln>
        </p:spPr>
        <p:txBody>
          <a:bodyPr wrap="square" lIns="160020" tIns="91440" rIns="160020" bIns="91440" anchor="t">
            <a:noAutofit/>
          </a:bodyPr>
          <a:lstStyle/>
          <a:p>
            <a:pPr>
              <a:spcAft>
                <a:spcPts val="300"/>
              </a:spcAft>
            </a:pPr>
            <a:r>
              <a:rPr lang="en-US" sz="1100" b="1">
                <a:solidFill>
                  <a:srgbClr val="0078D4"/>
                </a:solidFill>
                <a:cs typeface="Segoe UI" pitchFamily="34" charset="0"/>
              </a:rPr>
              <a:t>Agents · introduction</a:t>
            </a:r>
          </a:p>
          <a:p>
            <a:pPr marL="171450" indent="-171450">
              <a:spcAft>
                <a:spcPts val="200"/>
              </a:spcAft>
              <a:buFont typeface="Arial"/>
              <a:buChar char="•"/>
            </a:pPr>
            <a:r>
              <a:rPr lang="en-GB" sz="1250">
                <a:solidFill>
                  <a:srgbClr val="1F1F1F"/>
                </a:solidFill>
                <a:cs typeface="Segoe UI" pitchFamily="34" charset="0"/>
              </a:rPr>
              <a:t>Why build agents on the GitHub Copilot (GHCP) harness</a:t>
            </a:r>
            <a:endParaRPr lang="en-US" sz="1250">
              <a:solidFill>
                <a:srgbClr val="1F1F1F"/>
              </a:solidFill>
              <a:cs typeface="Segoe UI" pitchFamily="34" charset="0"/>
            </a:endParaRPr>
          </a:p>
          <a:p>
            <a:pPr marL="171450" indent="-171450">
              <a:spcAft>
                <a:spcPts val="200"/>
              </a:spcAft>
              <a:buFont typeface="Arial"/>
              <a:buChar char="•"/>
            </a:pPr>
            <a:r>
              <a:rPr lang="en-US" sz="1250">
                <a:solidFill>
                  <a:srgbClr val="1F1F1F"/>
                </a:solidFill>
                <a:cs typeface="Segoe UI" pitchFamily="34" charset="0"/>
              </a:rPr>
              <a:t>Standard vs modern orchestration</a:t>
            </a:r>
          </a:p>
        </p:txBody>
      </p:sp>
      <p:sp>
        <p:nvSpPr>
          <p:cNvPr id="303" name="Workflows · introduction">
            <a:extLst>
              <a:ext uri="{FF2B5EF4-FFF2-40B4-BE49-F238E27FC236}">
                <a16:creationId xmlns:a16="http://schemas.microsoft.com/office/drawing/2014/main" id="{E478A87E-C36D-B80D-6FCA-69739DE4789E}"/>
              </a:ext>
            </a:extLst>
          </p:cNvPr>
          <p:cNvSpPr/>
          <p:nvPr/>
        </p:nvSpPr>
        <p:spPr bwMode="auto">
          <a:xfrm>
            <a:off x="6199632" y="2201049"/>
            <a:ext cx="5440680" cy="860000"/>
          </a:xfrm>
          <a:prstGeom prst="roundRect">
            <a:avLst>
              <a:gd name="adj" fmla="val 6000"/>
            </a:avLst>
          </a:prstGeom>
          <a:solidFill>
            <a:srgbClr val="F3EEFB"/>
          </a:solidFill>
          <a:ln w="12700">
            <a:solidFill>
              <a:srgbClr val="E0D4F0"/>
            </a:solidFill>
          </a:ln>
        </p:spPr>
        <p:txBody>
          <a:bodyPr wrap="square" lIns="160020" tIns="91440" rIns="160020" bIns="91440" anchor="t">
            <a:noAutofit/>
          </a:bodyPr>
          <a:lstStyle/>
          <a:p>
            <a:pPr>
              <a:spcAft>
                <a:spcPts val="300"/>
              </a:spcAft>
            </a:pPr>
            <a:r>
              <a:rPr lang="en-US" sz="1100" b="1">
                <a:solidFill>
                  <a:srgbClr val="6B3FA0"/>
                </a:solidFill>
                <a:cs typeface="Segoe UI" pitchFamily="34" charset="0"/>
              </a:rPr>
              <a:t>Workflows · introduction</a:t>
            </a:r>
          </a:p>
          <a:p>
            <a:pPr marL="171450" indent="-171450">
              <a:spcAft>
                <a:spcPts val="200"/>
              </a:spcAft>
              <a:buFont typeface="Arial"/>
              <a:buChar char="•"/>
            </a:pPr>
            <a:r>
              <a:rPr lang="en-US" sz="1250">
                <a:solidFill>
                  <a:srgbClr val="1F1F1F"/>
                </a:solidFill>
                <a:cs typeface="Segoe UI" pitchFamily="34" charset="0"/>
              </a:rPr>
              <a:t>What is really new, what is not</a:t>
            </a:r>
          </a:p>
        </p:txBody>
      </p:sp>
      <p:sp>
        <p:nvSpPr>
          <p:cNvPr id="304" name="Choose where to build what">
            <a:extLst>
              <a:ext uri="{FF2B5EF4-FFF2-40B4-BE49-F238E27FC236}">
                <a16:creationId xmlns:a16="http://schemas.microsoft.com/office/drawing/2014/main" id="{CBB64B27-870C-B390-3897-6B263BE4B964}"/>
              </a:ext>
            </a:extLst>
          </p:cNvPr>
          <p:cNvSpPr/>
          <p:nvPr/>
        </p:nvSpPr>
        <p:spPr bwMode="auto">
          <a:xfrm>
            <a:off x="548640" y="3341049"/>
            <a:ext cx="11091672" cy="600000"/>
          </a:xfrm>
          <a:prstGeom prst="roundRect">
            <a:avLst>
              <a:gd name="adj" fmla="val 6000"/>
            </a:avLst>
          </a:prstGeom>
          <a:solidFill>
            <a:srgbClr val="EEF1F5"/>
          </a:solidFill>
          <a:ln w="12700">
            <a:solidFill>
              <a:schemeClr val="bg1">
                <a:lumMod val="85000"/>
              </a:schemeClr>
            </a:solidFill>
          </a:ln>
        </p:spPr>
        <p:txBody>
          <a:bodyPr wrap="square" lIns="160020" tIns="91440" rIns="160020" bIns="91440" anchor="t">
            <a:noAutofit/>
          </a:bodyPr>
          <a:lstStyle/>
          <a:p>
            <a:pPr>
              <a:spcAft>
                <a:spcPts val="300"/>
              </a:spcAft>
            </a:pPr>
            <a:r>
              <a:rPr lang="en-US" sz="1100" b="1">
                <a:solidFill>
                  <a:srgbClr val="1F1F1F"/>
                </a:solidFill>
                <a:cs typeface="Segoe UI" pitchFamily="34" charset="0"/>
              </a:rPr>
              <a:t>Choose where to build what</a:t>
            </a:r>
          </a:p>
          <a:p>
            <a:pPr marL="171450" indent="-171450">
              <a:spcAft>
                <a:spcPts val="200"/>
              </a:spcAft>
              <a:buFont typeface="Arial"/>
              <a:buChar char="•"/>
            </a:pPr>
            <a:r>
              <a:rPr lang="en-US" sz="1250">
                <a:solidFill>
                  <a:srgbClr val="1F1F1F"/>
                </a:solidFill>
                <a:cs typeface="Segoe UI" pitchFamily="34" charset="0"/>
              </a:rPr>
              <a:t>Pick the right solution: predictability vs agility</a:t>
            </a:r>
          </a:p>
        </p:txBody>
      </p:sp>
      <p:sp>
        <p:nvSpPr>
          <p:cNvPr id="305" name="Agents · building">
            <a:extLst>
              <a:ext uri="{FF2B5EF4-FFF2-40B4-BE49-F238E27FC236}">
                <a16:creationId xmlns:a16="http://schemas.microsoft.com/office/drawing/2014/main" id="{19C5B6FD-5ECB-E16D-8B65-4BC09C0CE0DD}"/>
              </a:ext>
            </a:extLst>
          </p:cNvPr>
          <p:cNvSpPr/>
          <p:nvPr/>
        </p:nvSpPr>
        <p:spPr bwMode="auto">
          <a:xfrm>
            <a:off x="548640" y="4221049"/>
            <a:ext cx="5440680" cy="851252"/>
          </a:xfrm>
          <a:prstGeom prst="roundRect">
            <a:avLst>
              <a:gd name="adj" fmla="val 6000"/>
            </a:avLst>
          </a:prstGeom>
          <a:solidFill>
            <a:srgbClr val="EAF5FF"/>
          </a:solidFill>
          <a:ln w="12700">
            <a:solidFill>
              <a:schemeClr val="accent1">
                <a:lumMod val="20000"/>
                <a:lumOff val="80000"/>
              </a:schemeClr>
            </a:solidFill>
          </a:ln>
        </p:spPr>
        <p:txBody>
          <a:bodyPr wrap="square" lIns="160020" tIns="91440" rIns="160020" bIns="91440" anchor="t">
            <a:noAutofit/>
          </a:bodyPr>
          <a:lstStyle/>
          <a:p>
            <a:pPr>
              <a:spcAft>
                <a:spcPts val="300"/>
              </a:spcAft>
            </a:pPr>
            <a:r>
              <a:rPr lang="en-US" sz="1100" b="1">
                <a:solidFill>
                  <a:srgbClr val="0078D4"/>
                </a:solidFill>
                <a:cs typeface="Segoe UI" pitchFamily="34" charset="0"/>
              </a:rPr>
              <a:t>Agents · building</a:t>
            </a:r>
          </a:p>
          <a:p>
            <a:pPr marL="171450" indent="-171450">
              <a:spcAft>
                <a:spcPts val="200"/>
              </a:spcAft>
              <a:buFont typeface="Arial"/>
              <a:buChar char="•"/>
            </a:pPr>
            <a:r>
              <a:rPr lang="en-US" sz="1250">
                <a:solidFill>
                  <a:srgbClr val="1F1F1F"/>
                </a:solidFill>
                <a:cs typeface="Segoe UI" pitchFamily="34" charset="0"/>
              </a:rPr>
              <a:t>Building blocks of </a:t>
            </a:r>
            <a:r>
              <a:rPr lang="en-GB" sz="1250">
                <a:solidFill>
                  <a:srgbClr val="1F1F1F"/>
                </a:solidFill>
                <a:cs typeface="Segoe UI" pitchFamily="34" charset="0"/>
              </a:rPr>
              <a:t>agents powered by the GHCP harness</a:t>
            </a:r>
            <a:endParaRPr lang="en-US" sz="1250">
              <a:solidFill>
                <a:srgbClr val="1F1F1F"/>
              </a:solidFill>
              <a:cs typeface="Segoe UI" pitchFamily="34" charset="0"/>
            </a:endParaRPr>
          </a:p>
          <a:p>
            <a:pPr marL="171450" indent="-171450">
              <a:spcAft>
                <a:spcPts val="200"/>
              </a:spcAft>
              <a:buFont typeface="Arial"/>
              <a:buChar char="•"/>
            </a:pPr>
            <a:r>
              <a:rPr lang="en-US" sz="1250">
                <a:solidFill>
                  <a:srgbClr val="1F1F1F"/>
                </a:solidFill>
                <a:cs typeface="Segoe UI" pitchFamily="34" charset="0"/>
              </a:rPr>
              <a:t>Skill best practices</a:t>
            </a:r>
          </a:p>
        </p:txBody>
      </p:sp>
      <p:sp>
        <p:nvSpPr>
          <p:cNvPr id="306" name="Workflows · building">
            <a:extLst>
              <a:ext uri="{FF2B5EF4-FFF2-40B4-BE49-F238E27FC236}">
                <a16:creationId xmlns:a16="http://schemas.microsoft.com/office/drawing/2014/main" id="{930BDA95-F49E-6366-BFB6-2537ABE90738}"/>
              </a:ext>
            </a:extLst>
          </p:cNvPr>
          <p:cNvSpPr/>
          <p:nvPr/>
        </p:nvSpPr>
        <p:spPr bwMode="auto">
          <a:xfrm>
            <a:off x="6199632" y="4221048"/>
            <a:ext cx="5440680" cy="1087735"/>
          </a:xfrm>
          <a:prstGeom prst="roundRect">
            <a:avLst>
              <a:gd name="adj" fmla="val 6000"/>
            </a:avLst>
          </a:prstGeom>
          <a:solidFill>
            <a:srgbClr val="F3EEFB"/>
          </a:solidFill>
          <a:ln w="12700">
            <a:solidFill>
              <a:schemeClr val="accent2">
                <a:lumMod val="20000"/>
                <a:lumOff val="80000"/>
              </a:schemeClr>
            </a:solidFill>
          </a:ln>
        </p:spPr>
        <p:txBody>
          <a:bodyPr wrap="square" lIns="160020" tIns="91440" rIns="160020" bIns="91440" anchor="t">
            <a:noAutofit/>
          </a:bodyPr>
          <a:lstStyle/>
          <a:p>
            <a:pPr>
              <a:spcAft>
                <a:spcPts val="300"/>
              </a:spcAft>
            </a:pPr>
            <a:r>
              <a:rPr lang="en-US" sz="1100" b="1">
                <a:solidFill>
                  <a:srgbClr val="6B3FA0"/>
                </a:solidFill>
                <a:cs typeface="Segoe UI" pitchFamily="34" charset="0"/>
              </a:rPr>
              <a:t>Workflows · building</a:t>
            </a:r>
          </a:p>
          <a:p>
            <a:pPr marL="171450" indent="-171450">
              <a:spcAft>
                <a:spcPts val="200"/>
              </a:spcAft>
              <a:buFont typeface="Arial"/>
              <a:buChar char="•"/>
            </a:pPr>
            <a:r>
              <a:rPr lang="en-US" sz="1250">
                <a:solidFill>
                  <a:srgbClr val="1F1F1F"/>
                </a:solidFill>
                <a:cs typeface="Segoe UI" pitchFamily="34" charset="0"/>
              </a:rPr>
              <a:t>Choosing deterministic vs AI per step</a:t>
            </a:r>
          </a:p>
          <a:p>
            <a:pPr marL="171450" indent="-171450">
              <a:spcAft>
                <a:spcPts val="200"/>
              </a:spcAft>
              <a:buFont typeface="Arial"/>
              <a:buChar char="•"/>
            </a:pPr>
            <a:r>
              <a:rPr lang="en-US" sz="1250">
                <a:solidFill>
                  <a:srgbClr val="1F1F1F"/>
                </a:solidFill>
                <a:cs typeface="Segoe UI" pitchFamily="34" charset="0"/>
              </a:rPr>
              <a:t>Goal-first vs agent-first mindset</a:t>
            </a:r>
          </a:p>
          <a:p>
            <a:pPr marL="171450" indent="-171450">
              <a:spcAft>
                <a:spcPts val="200"/>
              </a:spcAft>
              <a:buFont typeface="Arial"/>
              <a:buChar char="•"/>
            </a:pPr>
            <a:r>
              <a:rPr lang="en-US" sz="1250">
                <a:solidFill>
                  <a:srgbClr val="1F1F1F"/>
                </a:solidFill>
                <a:cs typeface="Segoe UI" pitchFamily="34" charset="0"/>
              </a:rPr>
              <a:t>Building with trust and safety</a:t>
            </a:r>
          </a:p>
        </p:txBody>
      </p:sp>
      <p:cxnSp>
        <p:nvCxnSpPr>
          <p:cNvPr id="307" name="conn">
            <a:extLst>
              <a:ext uri="{FF2B5EF4-FFF2-40B4-BE49-F238E27FC236}">
                <a16:creationId xmlns:a16="http://schemas.microsoft.com/office/drawing/2014/main" id="{8925007A-3CD5-F6B2-DFE9-EBAF7AA1D43D}"/>
              </a:ext>
            </a:extLst>
          </p:cNvPr>
          <p:cNvCxnSpPr/>
          <p:nvPr/>
        </p:nvCxnSpPr>
        <p:spPr>
          <a:xfrm>
            <a:off x="6094476" y="1921049"/>
            <a:ext cx="0" cy="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08" name="conn">
            <a:extLst>
              <a:ext uri="{FF2B5EF4-FFF2-40B4-BE49-F238E27FC236}">
                <a16:creationId xmlns:a16="http://schemas.microsoft.com/office/drawing/2014/main" id="{37F2150C-B6B1-72A7-22EC-C05F0629D760}"/>
              </a:ext>
            </a:extLst>
          </p:cNvPr>
          <p:cNvCxnSpPr/>
          <p:nvPr/>
        </p:nvCxnSpPr>
        <p:spPr>
          <a:xfrm>
            <a:off x="3268980" y="2011049"/>
            <a:ext cx="5650992" cy="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09" name="conn">
            <a:extLst>
              <a:ext uri="{FF2B5EF4-FFF2-40B4-BE49-F238E27FC236}">
                <a16:creationId xmlns:a16="http://schemas.microsoft.com/office/drawing/2014/main" id="{2AF836F6-5290-84CE-8A08-2B1D414B274F}"/>
              </a:ext>
            </a:extLst>
          </p:cNvPr>
          <p:cNvCxnSpPr/>
          <p:nvPr/>
        </p:nvCxnSpPr>
        <p:spPr>
          <a:xfrm>
            <a:off x="3268980" y="201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0" name="conn">
            <a:extLst>
              <a:ext uri="{FF2B5EF4-FFF2-40B4-BE49-F238E27FC236}">
                <a16:creationId xmlns:a16="http://schemas.microsoft.com/office/drawing/2014/main" id="{CA667A1C-C43D-2788-F696-B8042A7BF303}"/>
              </a:ext>
            </a:extLst>
          </p:cNvPr>
          <p:cNvCxnSpPr/>
          <p:nvPr/>
        </p:nvCxnSpPr>
        <p:spPr>
          <a:xfrm>
            <a:off x="8919972" y="201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1" name="conn">
            <a:extLst>
              <a:ext uri="{FF2B5EF4-FFF2-40B4-BE49-F238E27FC236}">
                <a16:creationId xmlns:a16="http://schemas.microsoft.com/office/drawing/2014/main" id="{17615E1E-EBCD-2290-6933-52D61C7A0E49}"/>
              </a:ext>
            </a:extLst>
          </p:cNvPr>
          <p:cNvCxnSpPr/>
          <p:nvPr/>
        </p:nvCxnSpPr>
        <p:spPr>
          <a:xfrm>
            <a:off x="3268980" y="306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2" name="conn">
            <a:extLst>
              <a:ext uri="{FF2B5EF4-FFF2-40B4-BE49-F238E27FC236}">
                <a16:creationId xmlns:a16="http://schemas.microsoft.com/office/drawing/2014/main" id="{1EA090B8-3EAE-66B2-3E39-DDD8BC2144B1}"/>
              </a:ext>
            </a:extLst>
          </p:cNvPr>
          <p:cNvCxnSpPr/>
          <p:nvPr/>
        </p:nvCxnSpPr>
        <p:spPr>
          <a:xfrm>
            <a:off x="8919972" y="306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3" name="conn">
            <a:extLst>
              <a:ext uri="{FF2B5EF4-FFF2-40B4-BE49-F238E27FC236}">
                <a16:creationId xmlns:a16="http://schemas.microsoft.com/office/drawing/2014/main" id="{1040597E-E536-D66D-9450-EF6531CEF74E}"/>
              </a:ext>
            </a:extLst>
          </p:cNvPr>
          <p:cNvCxnSpPr/>
          <p:nvPr/>
        </p:nvCxnSpPr>
        <p:spPr>
          <a:xfrm>
            <a:off x="3268980" y="3251049"/>
            <a:ext cx="5650992" cy="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4" name="conn">
            <a:extLst>
              <a:ext uri="{FF2B5EF4-FFF2-40B4-BE49-F238E27FC236}">
                <a16:creationId xmlns:a16="http://schemas.microsoft.com/office/drawing/2014/main" id="{8CDD245C-5F11-34B3-6DF5-39EC66881130}"/>
              </a:ext>
            </a:extLst>
          </p:cNvPr>
          <p:cNvCxnSpPr/>
          <p:nvPr/>
        </p:nvCxnSpPr>
        <p:spPr>
          <a:xfrm>
            <a:off x="6094476" y="3251049"/>
            <a:ext cx="0" cy="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5" name="conn">
            <a:extLst>
              <a:ext uri="{FF2B5EF4-FFF2-40B4-BE49-F238E27FC236}">
                <a16:creationId xmlns:a16="http://schemas.microsoft.com/office/drawing/2014/main" id="{4B7EEF7A-2A6B-D30B-6DB2-F2A8D9BC1E51}"/>
              </a:ext>
            </a:extLst>
          </p:cNvPr>
          <p:cNvCxnSpPr/>
          <p:nvPr/>
        </p:nvCxnSpPr>
        <p:spPr>
          <a:xfrm>
            <a:off x="6094476" y="3941049"/>
            <a:ext cx="0" cy="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6" name="conn">
            <a:extLst>
              <a:ext uri="{FF2B5EF4-FFF2-40B4-BE49-F238E27FC236}">
                <a16:creationId xmlns:a16="http://schemas.microsoft.com/office/drawing/2014/main" id="{346ECE02-82A5-0C83-2B3E-12CEDD3AB8DA}"/>
              </a:ext>
            </a:extLst>
          </p:cNvPr>
          <p:cNvCxnSpPr/>
          <p:nvPr/>
        </p:nvCxnSpPr>
        <p:spPr>
          <a:xfrm>
            <a:off x="3268980" y="4031049"/>
            <a:ext cx="5650992" cy="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7" name="conn">
            <a:extLst>
              <a:ext uri="{FF2B5EF4-FFF2-40B4-BE49-F238E27FC236}">
                <a16:creationId xmlns:a16="http://schemas.microsoft.com/office/drawing/2014/main" id="{9A3DCC4F-4C9B-3E0A-6EF8-21790080FF14}"/>
              </a:ext>
            </a:extLst>
          </p:cNvPr>
          <p:cNvCxnSpPr/>
          <p:nvPr/>
        </p:nvCxnSpPr>
        <p:spPr>
          <a:xfrm>
            <a:off x="3268980" y="403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cxnSp>
        <p:nvCxnSpPr>
          <p:cNvPr id="318" name="conn">
            <a:extLst>
              <a:ext uri="{FF2B5EF4-FFF2-40B4-BE49-F238E27FC236}">
                <a16:creationId xmlns:a16="http://schemas.microsoft.com/office/drawing/2014/main" id="{EE5A619C-9FDC-1739-E2D1-E32D1A32D685}"/>
              </a:ext>
            </a:extLst>
          </p:cNvPr>
          <p:cNvCxnSpPr/>
          <p:nvPr/>
        </p:nvCxnSpPr>
        <p:spPr>
          <a:xfrm>
            <a:off x="8919972" y="4031049"/>
            <a:ext cx="0" cy="190000"/>
          </a:xfrm>
          <a:prstGeom prst="line">
            <a:avLst/>
          </a:prstGeom>
          <a:ln w="19050">
            <a:solidFill>
              <a:srgbClr val="C7CCD3"/>
            </a:solidFill>
          </a:ln>
        </p:spPr>
        <p:style>
          <a:lnRef idx="1">
            <a:schemeClr val="accent1"/>
          </a:lnRef>
          <a:fillRef idx="0">
            <a:schemeClr val="accent1"/>
          </a:fillRef>
          <a:effectRef idx="0">
            <a:schemeClr val="accent1"/>
          </a:effectRef>
          <a:fontRef idx="minor"/>
        </p:style>
      </p:cxnSp>
      <p:sp>
        <p:nvSpPr>
          <p:cNvPr id="399" name="Intro Done">
            <a:extLst>
              <a:ext uri="{FF2B5EF4-FFF2-40B4-BE49-F238E27FC236}">
                <a16:creationId xmlns:a16="http://schemas.microsoft.com/office/drawing/2014/main" id="{A11547D8-EAFA-F056-8F05-8E290BD8A8D2}"/>
              </a:ext>
            </a:extLst>
          </p:cNvPr>
          <p:cNvSpPr/>
          <p:nvPr/>
        </p:nvSpPr>
        <p:spPr>
          <a:xfrm>
            <a:off x="11100947" y="2449010"/>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
        <p:nvSpPr>
          <p:cNvPr id="5" name="Agents · building">
            <a:extLst>
              <a:ext uri="{FF2B5EF4-FFF2-40B4-BE49-F238E27FC236}">
                <a16:creationId xmlns:a16="http://schemas.microsoft.com/office/drawing/2014/main" id="{980AB9AA-67D5-59BC-D810-7DE372975C61}"/>
              </a:ext>
            </a:extLst>
          </p:cNvPr>
          <p:cNvSpPr/>
          <p:nvPr/>
        </p:nvSpPr>
        <p:spPr bwMode="auto">
          <a:xfrm>
            <a:off x="548640" y="5308783"/>
            <a:ext cx="5440680" cy="656165"/>
          </a:xfrm>
          <a:prstGeom prst="roundRect">
            <a:avLst>
              <a:gd name="adj" fmla="val 6000"/>
            </a:avLst>
          </a:prstGeom>
          <a:solidFill>
            <a:srgbClr val="EAF5FF"/>
          </a:solidFill>
          <a:ln w="76200">
            <a:solidFill>
              <a:srgbClr val="0078D4"/>
            </a:solidFill>
          </a:ln>
        </p:spPr>
        <p:txBody>
          <a:bodyPr wrap="square" lIns="160020" tIns="91440" rIns="160020" bIns="91440" anchor="t">
            <a:noAutofit/>
          </a:bodyPr>
          <a:lstStyle/>
          <a:p>
            <a:pPr>
              <a:spcAft>
                <a:spcPts val="300"/>
              </a:spcAft>
            </a:pPr>
            <a:r>
              <a:rPr lang="en-US" sz="1100" b="1">
                <a:solidFill>
                  <a:srgbClr val="0078D4"/>
                </a:solidFill>
                <a:cs typeface="Segoe UI" pitchFamily="34" charset="0"/>
              </a:rPr>
              <a:t>Agents · AI Assisted developing</a:t>
            </a:r>
          </a:p>
          <a:p>
            <a:pPr marL="171450" indent="-171450">
              <a:spcAft>
                <a:spcPts val="200"/>
              </a:spcAft>
              <a:buFont typeface="Arial"/>
              <a:buChar char="•"/>
            </a:pPr>
            <a:r>
              <a:rPr lang="en-GB" sz="1250">
                <a:solidFill>
                  <a:srgbClr val="1F1F1F"/>
                </a:solidFill>
                <a:cs typeface="Segoe UI" pitchFamily="34" charset="0"/>
              </a:rPr>
              <a:t>Upgrade from standard agents to the GHCP harness</a:t>
            </a:r>
            <a:endParaRPr lang="en-US" sz="1250">
              <a:solidFill>
                <a:srgbClr val="1F1F1F"/>
              </a:solidFill>
              <a:cs typeface="Segoe UI" pitchFamily="34" charset="0"/>
            </a:endParaRPr>
          </a:p>
        </p:txBody>
      </p:sp>
      <p:sp>
        <p:nvSpPr>
          <p:cNvPr id="4" name="Intro Done">
            <a:extLst>
              <a:ext uri="{FF2B5EF4-FFF2-40B4-BE49-F238E27FC236}">
                <a16:creationId xmlns:a16="http://schemas.microsoft.com/office/drawing/2014/main" id="{9C6881AC-6029-BF73-CF23-CC57CB85BCCD}"/>
              </a:ext>
            </a:extLst>
          </p:cNvPr>
          <p:cNvSpPr/>
          <p:nvPr/>
        </p:nvSpPr>
        <p:spPr>
          <a:xfrm>
            <a:off x="11100947" y="1471050"/>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
        <p:nvSpPr>
          <p:cNvPr id="7" name="Intro Done">
            <a:extLst>
              <a:ext uri="{FF2B5EF4-FFF2-40B4-BE49-F238E27FC236}">
                <a16:creationId xmlns:a16="http://schemas.microsoft.com/office/drawing/2014/main" id="{C2047291-F273-F954-5BF0-7CFCA9B3F8D3}"/>
              </a:ext>
            </a:extLst>
          </p:cNvPr>
          <p:cNvSpPr/>
          <p:nvPr/>
        </p:nvSpPr>
        <p:spPr>
          <a:xfrm>
            <a:off x="5462147" y="2481049"/>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
        <p:nvSpPr>
          <p:cNvPr id="8" name="Intro Done">
            <a:extLst>
              <a:ext uri="{FF2B5EF4-FFF2-40B4-BE49-F238E27FC236}">
                <a16:creationId xmlns:a16="http://schemas.microsoft.com/office/drawing/2014/main" id="{8D7AAEAF-15DF-102F-4FC0-E7A2AF681D40}"/>
              </a:ext>
            </a:extLst>
          </p:cNvPr>
          <p:cNvSpPr/>
          <p:nvPr/>
        </p:nvSpPr>
        <p:spPr>
          <a:xfrm>
            <a:off x="11100947" y="3491049"/>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
        <p:nvSpPr>
          <p:cNvPr id="10" name="Intro Done">
            <a:extLst>
              <a:ext uri="{FF2B5EF4-FFF2-40B4-BE49-F238E27FC236}">
                <a16:creationId xmlns:a16="http://schemas.microsoft.com/office/drawing/2014/main" id="{516D45FF-FFC1-0FEC-4275-BF5A2E04DF51}"/>
              </a:ext>
            </a:extLst>
          </p:cNvPr>
          <p:cNvSpPr/>
          <p:nvPr/>
        </p:nvSpPr>
        <p:spPr>
          <a:xfrm>
            <a:off x="11100947" y="4614915"/>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
        <p:nvSpPr>
          <p:cNvPr id="11" name="Intro Done">
            <a:extLst>
              <a:ext uri="{FF2B5EF4-FFF2-40B4-BE49-F238E27FC236}">
                <a16:creationId xmlns:a16="http://schemas.microsoft.com/office/drawing/2014/main" id="{6B918CC0-9238-C965-8377-CB3B766B8E77}"/>
              </a:ext>
            </a:extLst>
          </p:cNvPr>
          <p:cNvSpPr/>
          <p:nvPr/>
        </p:nvSpPr>
        <p:spPr>
          <a:xfrm>
            <a:off x="5462147" y="4496675"/>
            <a:ext cx="300000" cy="300000"/>
          </a:xfrm>
          <a:prstGeom prst="ellipse">
            <a:avLst/>
          </a:prstGeom>
          <a:solidFill>
            <a:srgbClr val="64748B"/>
          </a:solidFill>
          <a:ln>
            <a:noFill/>
          </a:ln>
        </p:spPr>
        <p:txBody>
          <a:bodyPr wrap="square" lIns="0" tIns="0" rIns="0" bIns="0" anchor="ctr"/>
          <a:lstStyle/>
          <a:p>
            <a:pPr algn="ctr"/>
            <a:r>
              <a:rPr lang="en-US" sz="1100" b="1">
                <a:solidFill>
                  <a:srgbClr val="FFFFFF"/>
                </a:solidFill>
                <a:cs typeface="Segoe UI"/>
              </a:rPr>
              <a:t>✓</a:t>
            </a:r>
          </a:p>
        </p:txBody>
      </p:sp>
    </p:spTree>
    <p:extLst>
      <p:ext uri="{BB962C8B-B14F-4D97-AF65-F5344CB8AC3E}">
        <p14:creationId xmlns:p14="http://schemas.microsoft.com/office/powerpoint/2010/main" val="3745177412"/>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DC0C1-16D5-5356-8ED3-9A074D6B196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35B1C78-9F3D-7C74-61F7-723CE7353406}"/>
              </a:ext>
            </a:extLst>
          </p:cNvPr>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itle 1">
            <a:extLst>
              <a:ext uri="{FF2B5EF4-FFF2-40B4-BE49-F238E27FC236}">
                <a16:creationId xmlns:a16="http://schemas.microsoft.com/office/drawing/2014/main" id="{CB66A7DF-EF32-4CD2-2490-E1D0603C39B6}"/>
              </a:ext>
            </a:extLst>
          </p:cNvPr>
          <p:cNvSpPr txBox="1">
            <a:spLocks/>
          </p:cNvSpPr>
          <p:nvPr/>
        </p:nvSpPr>
        <p:spPr>
          <a:xfrm>
            <a:off x="395047" y="414066"/>
            <a:ext cx="11052046" cy="492443"/>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r>
              <a:rPr lang="en-US" sz="2800" b="1">
                <a:solidFill>
                  <a:srgbClr val="000000"/>
                </a:solidFill>
                <a:latin typeface="Segoe UI Semibold" panose="020B0702040204020203" pitchFamily="34" charset="0"/>
                <a:ea typeface="Aptos" pitchFamily="34" charset="-122"/>
                <a:cs typeface="Segoe UI Semibold" panose="020B0702040204020203" pitchFamily="34" charset="0"/>
              </a:rPr>
              <a:t>Upgrade mental model: do not port, </a:t>
            </a:r>
            <a:r>
              <a:rPr lang="en-US" sz="2800" b="1">
                <a:solidFill>
                  <a:srgbClr val="C239B3"/>
                </a:solidFill>
                <a:latin typeface="Segoe UI Semibold" panose="020B0702040204020203" pitchFamily="34" charset="0"/>
                <a:ea typeface="Aptos" pitchFamily="34" charset="-122"/>
                <a:cs typeface="Segoe UI Semibold" panose="020B0702040204020203" pitchFamily="34" charset="0"/>
              </a:rPr>
              <a:t>re-architect</a:t>
            </a:r>
            <a:endParaRPr lang="en-US" sz="2800">
              <a:solidFill>
                <a:srgbClr val="C239B3"/>
              </a:solidFill>
              <a:latin typeface="Segoe UI Semibold" panose="020B0702040204020203" pitchFamily="34" charset="0"/>
              <a:cs typeface="Segoe UI Semibold" panose="020B0702040204020203" pitchFamily="34" charset="0"/>
            </a:endParaRPr>
          </a:p>
        </p:txBody>
      </p:sp>
      <p:sp>
        <p:nvSpPr>
          <p:cNvPr id="60" name="Text Placeholder 59">
            <a:extLst>
              <a:ext uri="{FF2B5EF4-FFF2-40B4-BE49-F238E27FC236}">
                <a16:creationId xmlns:a16="http://schemas.microsoft.com/office/drawing/2014/main" id="{A129C2F2-2015-3268-CB2D-A19F79F6EC91}"/>
              </a:ext>
            </a:extLst>
          </p:cNvPr>
          <p:cNvSpPr>
            <a:spLocks noGrp="1"/>
          </p:cNvSpPr>
          <p:nvPr>
            <p:ph type="body" sz="quarter" idx="11"/>
          </p:nvPr>
        </p:nvSpPr>
        <p:spPr>
          <a:xfrm>
            <a:off x="495300" y="248889"/>
            <a:ext cx="11052046" cy="153888"/>
          </a:xfrm>
        </p:spPr>
        <p:txBody>
          <a:bodyPr vert="horz" wrap="square" lIns="0" tIns="0" rIns="0" bIns="0" rtlCol="0">
            <a:spAutoFit/>
          </a:bodyPr>
          <a:lstStyle/>
          <a:p>
            <a:r>
              <a:rPr lang="en-US">
                <a:solidFill>
                  <a:srgbClr val="4B5563"/>
                </a:solidFill>
                <a:latin typeface="Aptos"/>
              </a:rPr>
              <a:t>Translate authored behavior into components that work inside the agent loop.</a:t>
            </a:r>
          </a:p>
        </p:txBody>
      </p:sp>
      <p:sp>
        <p:nvSpPr>
          <p:cNvPr id="2" name="Shape 5">
            <a:extLst>
              <a:ext uri="{FF2B5EF4-FFF2-40B4-BE49-F238E27FC236}">
                <a16:creationId xmlns:a16="http://schemas.microsoft.com/office/drawing/2014/main" id="{3D31D1F5-3D5D-60CE-81E8-587B3E541FE4}"/>
              </a:ext>
            </a:extLst>
          </p:cNvPr>
          <p:cNvSpPr/>
          <p:nvPr/>
        </p:nvSpPr>
        <p:spPr>
          <a:xfrm>
            <a:off x="697395" y="1044898"/>
            <a:ext cx="3847172" cy="4721623"/>
          </a:xfrm>
          <a:prstGeom prst="roundRect">
            <a:avLst>
              <a:gd name="adj" fmla="val 1826"/>
            </a:avLst>
          </a:prstGeom>
          <a:solidFill>
            <a:srgbClr val="F7FAFD"/>
          </a:solidFill>
          <a:ln w="15240">
            <a:solidFill>
              <a:srgbClr val="CFE8FF"/>
            </a:solidFill>
            <a:prstDash val="solid"/>
          </a:ln>
        </p:spPr>
        <p:txBody>
          <a:bodyPr/>
          <a:lstStyle/>
          <a:p>
            <a:endParaRPr lang="en-US"/>
          </a:p>
        </p:txBody>
      </p:sp>
      <p:sp>
        <p:nvSpPr>
          <p:cNvPr id="4" name="Shape 6">
            <a:extLst>
              <a:ext uri="{FF2B5EF4-FFF2-40B4-BE49-F238E27FC236}">
                <a16:creationId xmlns:a16="http://schemas.microsoft.com/office/drawing/2014/main" id="{254BB2C4-328B-8B1A-20A4-D9A661BBDB5A}"/>
              </a:ext>
            </a:extLst>
          </p:cNvPr>
          <p:cNvSpPr/>
          <p:nvPr/>
        </p:nvSpPr>
        <p:spPr>
          <a:xfrm>
            <a:off x="7647435" y="1215823"/>
            <a:ext cx="3847170" cy="4340931"/>
          </a:xfrm>
          <a:prstGeom prst="roundRect">
            <a:avLst>
              <a:gd name="adj" fmla="val 1826"/>
            </a:avLst>
          </a:prstGeom>
          <a:solidFill>
            <a:srgbClr val="FFFFFF"/>
          </a:solidFill>
          <a:ln w="15240">
            <a:solidFill>
              <a:srgbClr val="E1D3F3"/>
            </a:solidFill>
            <a:prstDash val="solid"/>
          </a:ln>
        </p:spPr>
        <p:txBody>
          <a:bodyPr/>
          <a:lstStyle/>
          <a:p>
            <a:endParaRPr lang="en-US"/>
          </a:p>
        </p:txBody>
      </p:sp>
      <p:sp>
        <p:nvSpPr>
          <p:cNvPr id="5" name="Shape 7">
            <a:extLst>
              <a:ext uri="{FF2B5EF4-FFF2-40B4-BE49-F238E27FC236}">
                <a16:creationId xmlns:a16="http://schemas.microsoft.com/office/drawing/2014/main" id="{98D0E43F-CBAB-8752-AE1F-A94E48F805E4}"/>
              </a:ext>
            </a:extLst>
          </p:cNvPr>
          <p:cNvSpPr/>
          <p:nvPr/>
        </p:nvSpPr>
        <p:spPr>
          <a:xfrm>
            <a:off x="871462" y="1197535"/>
            <a:ext cx="3520440" cy="320040"/>
          </a:xfrm>
          <a:prstGeom prst="roundRect">
            <a:avLst>
              <a:gd name="adj" fmla="val 22857"/>
            </a:avLst>
          </a:prstGeom>
          <a:solidFill>
            <a:srgbClr val="0078D4"/>
          </a:solidFill>
          <a:ln w="6350">
            <a:solidFill>
              <a:srgbClr val="0078D4"/>
            </a:solidFill>
            <a:prstDash val="solid"/>
          </a:ln>
        </p:spPr>
        <p:txBody>
          <a:bodyPr/>
          <a:lstStyle/>
          <a:p>
            <a:endParaRPr lang="en-US" sz="2800">
              <a:latin typeface="+mj-lt"/>
            </a:endParaRPr>
          </a:p>
        </p:txBody>
      </p:sp>
      <p:sp>
        <p:nvSpPr>
          <p:cNvPr id="9" name="Text 8">
            <a:extLst>
              <a:ext uri="{FF2B5EF4-FFF2-40B4-BE49-F238E27FC236}">
                <a16:creationId xmlns:a16="http://schemas.microsoft.com/office/drawing/2014/main" id="{7251FB02-CF39-A2D8-4FCA-ABC564A9E68E}"/>
              </a:ext>
            </a:extLst>
          </p:cNvPr>
          <p:cNvSpPr/>
          <p:nvPr/>
        </p:nvSpPr>
        <p:spPr>
          <a:xfrm>
            <a:off x="825742" y="1215823"/>
            <a:ext cx="3611880" cy="301752"/>
          </a:xfrm>
          <a:prstGeom prst="rect">
            <a:avLst/>
          </a:prstGeom>
          <a:noFill/>
          <a:ln/>
        </p:spPr>
        <p:txBody>
          <a:bodyPr wrap="square" lIns="254" tIns="254" rIns="254" bIns="254" rtlCol="0" anchor="ctr">
            <a:normAutofit/>
          </a:bodyPr>
          <a:lstStyle/>
          <a:p>
            <a:pPr marL="0" indent="0" algn="ctr">
              <a:buNone/>
            </a:pPr>
            <a:r>
              <a:rPr lang="en-US" sz="1600" b="1">
                <a:solidFill>
                  <a:srgbClr val="FFFFFF"/>
                </a:solidFill>
                <a:latin typeface="+mj-lt"/>
                <a:ea typeface="Aptos" pitchFamily="34" charset="-122"/>
                <a:cs typeface="Aptos" pitchFamily="34" charset="-120"/>
              </a:rPr>
              <a:t>Standard-harness agents</a:t>
            </a:r>
            <a:endParaRPr lang="en-US" sz="1600">
              <a:latin typeface="+mj-lt"/>
            </a:endParaRPr>
          </a:p>
        </p:txBody>
      </p:sp>
      <p:sp>
        <p:nvSpPr>
          <p:cNvPr id="10" name="Shape 9">
            <a:extLst>
              <a:ext uri="{FF2B5EF4-FFF2-40B4-BE49-F238E27FC236}">
                <a16:creationId xmlns:a16="http://schemas.microsoft.com/office/drawing/2014/main" id="{E0552269-34C6-1A41-FFBA-C042FD08D326}"/>
              </a:ext>
            </a:extLst>
          </p:cNvPr>
          <p:cNvSpPr/>
          <p:nvPr/>
        </p:nvSpPr>
        <p:spPr>
          <a:xfrm>
            <a:off x="7798905" y="1401912"/>
            <a:ext cx="3494864" cy="320040"/>
          </a:xfrm>
          <a:prstGeom prst="roundRect">
            <a:avLst>
              <a:gd name="adj" fmla="val 22857"/>
            </a:avLst>
          </a:prstGeom>
          <a:solidFill>
            <a:srgbClr val="C239B3"/>
          </a:solidFill>
          <a:ln w="6350">
            <a:solidFill>
              <a:srgbClr val="C239B3"/>
            </a:solidFill>
            <a:prstDash val="solid"/>
          </a:ln>
        </p:spPr>
        <p:txBody>
          <a:bodyPr/>
          <a:lstStyle/>
          <a:p>
            <a:endParaRPr lang="en-US">
              <a:latin typeface="+mj-lt"/>
            </a:endParaRPr>
          </a:p>
        </p:txBody>
      </p:sp>
      <p:sp>
        <p:nvSpPr>
          <p:cNvPr id="11" name="Text 10">
            <a:extLst>
              <a:ext uri="{FF2B5EF4-FFF2-40B4-BE49-F238E27FC236}">
                <a16:creationId xmlns:a16="http://schemas.microsoft.com/office/drawing/2014/main" id="{0363C11E-E096-018F-A72E-D25E847260FB}"/>
              </a:ext>
            </a:extLst>
          </p:cNvPr>
          <p:cNvSpPr/>
          <p:nvPr/>
        </p:nvSpPr>
        <p:spPr>
          <a:xfrm>
            <a:off x="7747088" y="1420200"/>
            <a:ext cx="3611880" cy="301752"/>
          </a:xfrm>
          <a:prstGeom prst="rect">
            <a:avLst/>
          </a:prstGeom>
          <a:noFill/>
          <a:ln/>
        </p:spPr>
        <p:txBody>
          <a:bodyPr wrap="square" lIns="254" tIns="254" rIns="254" bIns="254" rtlCol="0" anchor="ctr">
            <a:normAutofit/>
          </a:bodyPr>
          <a:lstStyle/>
          <a:p>
            <a:pPr marL="0" indent="0" algn="ctr">
              <a:buNone/>
            </a:pPr>
            <a:r>
              <a:rPr lang="en-US" sz="1600" b="1">
                <a:solidFill>
                  <a:srgbClr val="FFFFFF"/>
                </a:solidFill>
                <a:latin typeface="+mj-lt"/>
                <a:ea typeface="Aptos" pitchFamily="34" charset="-122"/>
                <a:cs typeface="Aptos" pitchFamily="34" charset="-120"/>
              </a:rPr>
              <a:t>GitHub Copilot-harness agents</a:t>
            </a:r>
            <a:endParaRPr lang="en-US" sz="1600">
              <a:latin typeface="+mj-lt"/>
            </a:endParaRPr>
          </a:p>
        </p:txBody>
      </p:sp>
      <p:grpSp>
        <p:nvGrpSpPr>
          <p:cNvPr id="7" name="Group 6">
            <a:extLst>
              <a:ext uri="{FF2B5EF4-FFF2-40B4-BE49-F238E27FC236}">
                <a16:creationId xmlns:a16="http://schemas.microsoft.com/office/drawing/2014/main" id="{921C8F65-EC08-861B-3EC7-29D37C7DA080}"/>
              </a:ext>
            </a:extLst>
          </p:cNvPr>
          <p:cNvGrpSpPr/>
          <p:nvPr/>
        </p:nvGrpSpPr>
        <p:grpSpPr>
          <a:xfrm>
            <a:off x="871462" y="1682167"/>
            <a:ext cx="3520440" cy="446992"/>
            <a:chOff x="760807" y="1640978"/>
            <a:chExt cx="3520440" cy="446992"/>
          </a:xfrm>
        </p:grpSpPr>
        <p:sp>
          <p:nvSpPr>
            <p:cNvPr id="12" name="Shape 11">
              <a:extLst>
                <a:ext uri="{FF2B5EF4-FFF2-40B4-BE49-F238E27FC236}">
                  <a16:creationId xmlns:a16="http://schemas.microsoft.com/office/drawing/2014/main" id="{8A623777-C515-36FD-B2C1-CD342D42D6CA}"/>
                </a:ext>
              </a:extLst>
            </p:cNvPr>
            <p:cNvSpPr/>
            <p:nvPr/>
          </p:nvSpPr>
          <p:spPr>
            <a:xfrm>
              <a:off x="760807" y="1640978"/>
              <a:ext cx="3520440" cy="432000"/>
            </a:xfrm>
            <a:prstGeom prst="roundRect">
              <a:avLst>
                <a:gd name="adj" fmla="val 19048"/>
              </a:avLst>
            </a:prstGeom>
            <a:solidFill>
              <a:schemeClr val="accent5">
                <a:lumMod val="20000"/>
                <a:lumOff val="80000"/>
              </a:schemeClr>
            </a:solidFill>
            <a:ln w="13970">
              <a:solidFill>
                <a:srgbClr val="CFE8FF"/>
              </a:solidFill>
              <a:prstDash val="solid"/>
            </a:ln>
          </p:spPr>
          <p:txBody>
            <a:bodyPr/>
            <a:lstStyle/>
            <a:p>
              <a:endParaRPr lang="en-US"/>
            </a:p>
          </p:txBody>
        </p:sp>
        <p:sp>
          <p:nvSpPr>
            <p:cNvPr id="13" name="Text 12">
              <a:extLst>
                <a:ext uri="{FF2B5EF4-FFF2-40B4-BE49-F238E27FC236}">
                  <a16:creationId xmlns:a16="http://schemas.microsoft.com/office/drawing/2014/main" id="{D4155CB9-B04C-E73D-C74F-F102BD0A064E}"/>
                </a:ext>
              </a:extLst>
            </p:cNvPr>
            <p:cNvSpPr/>
            <p:nvPr/>
          </p:nvSpPr>
          <p:spPr>
            <a:xfrm>
              <a:off x="870535" y="1684496"/>
              <a:ext cx="3300984" cy="182880"/>
            </a:xfrm>
            <a:prstGeom prst="rect">
              <a:avLst/>
            </a:prstGeom>
            <a:noFill/>
            <a:ln/>
          </p:spPr>
          <p:txBody>
            <a:bodyPr wrap="square" lIns="0" tIns="0" rIns="0" bIns="0" rtlCol="0" anchor="t">
              <a:normAutofit/>
            </a:bodyPr>
            <a:lstStyle/>
            <a:p>
              <a:pPr marL="0" indent="0" algn="ctr">
                <a:buNone/>
              </a:pPr>
              <a:r>
                <a:rPr lang="en-US" sz="1200" b="1">
                  <a:solidFill>
                    <a:srgbClr val="005A9E"/>
                  </a:solidFill>
                  <a:ea typeface="Aptos" pitchFamily="34" charset="-122"/>
                  <a:cs typeface="Aptos" pitchFamily="34" charset="-120"/>
                </a:rPr>
                <a:t>Topics</a:t>
              </a:r>
              <a:endParaRPr lang="en-US" sz="1200"/>
            </a:p>
          </p:txBody>
        </p:sp>
        <p:sp>
          <p:nvSpPr>
            <p:cNvPr id="14" name="Text 13">
              <a:extLst>
                <a:ext uri="{FF2B5EF4-FFF2-40B4-BE49-F238E27FC236}">
                  <a16:creationId xmlns:a16="http://schemas.microsoft.com/office/drawing/2014/main" id="{973DE9BF-0AAB-2423-E5DF-40B13709D486}"/>
                </a:ext>
              </a:extLst>
            </p:cNvPr>
            <p:cNvSpPr/>
            <p:nvPr/>
          </p:nvSpPr>
          <p:spPr>
            <a:xfrm>
              <a:off x="888823" y="1879269"/>
              <a:ext cx="3264408" cy="208701"/>
            </a:xfrm>
            <a:prstGeom prst="rect">
              <a:avLst/>
            </a:prstGeom>
            <a:noFill/>
            <a:ln/>
          </p:spPr>
          <p:txBody>
            <a:bodyPr wrap="square" lIns="127" tIns="127" rIns="127" bIns="127" rtlCol="0" anchor="ctr">
              <a:noAutofit/>
            </a:bodyPr>
            <a:lstStyle/>
            <a:p>
              <a:pPr marL="0" indent="0" algn="ctr">
                <a:buNone/>
              </a:pPr>
              <a:r>
                <a:rPr lang="en-US" sz="900">
                  <a:solidFill>
                    <a:srgbClr val="1F1F1F"/>
                  </a:solidFill>
                  <a:ea typeface="Aptos" pitchFamily="34" charset="-122"/>
                  <a:cs typeface="Aptos" pitchFamily="34" charset="-120"/>
                </a:rPr>
                <a:t>Authored conversational paths</a:t>
              </a:r>
              <a:endParaRPr lang="en-US" sz="900"/>
            </a:p>
          </p:txBody>
        </p:sp>
      </p:grpSp>
      <p:grpSp>
        <p:nvGrpSpPr>
          <p:cNvPr id="15" name="Group 14">
            <a:extLst>
              <a:ext uri="{FF2B5EF4-FFF2-40B4-BE49-F238E27FC236}">
                <a16:creationId xmlns:a16="http://schemas.microsoft.com/office/drawing/2014/main" id="{A1D3C044-2668-5486-D7B0-7064008471D0}"/>
              </a:ext>
            </a:extLst>
          </p:cNvPr>
          <p:cNvGrpSpPr/>
          <p:nvPr/>
        </p:nvGrpSpPr>
        <p:grpSpPr>
          <a:xfrm>
            <a:off x="7792808" y="1967152"/>
            <a:ext cx="3520440" cy="535315"/>
            <a:chOff x="7726680" y="2057400"/>
            <a:chExt cx="3520440" cy="535315"/>
          </a:xfrm>
        </p:grpSpPr>
        <p:sp>
          <p:nvSpPr>
            <p:cNvPr id="16" name="Shape 26">
              <a:extLst>
                <a:ext uri="{FF2B5EF4-FFF2-40B4-BE49-F238E27FC236}">
                  <a16:creationId xmlns:a16="http://schemas.microsoft.com/office/drawing/2014/main" id="{81C9A2B3-B703-F01A-4614-930FAF1817A0}"/>
                </a:ext>
              </a:extLst>
            </p:cNvPr>
            <p:cNvSpPr/>
            <p:nvPr/>
          </p:nvSpPr>
          <p:spPr>
            <a:xfrm>
              <a:off x="7726680" y="2057400"/>
              <a:ext cx="3520440" cy="535315"/>
            </a:xfrm>
            <a:prstGeom prst="roundRect">
              <a:avLst>
                <a:gd name="adj" fmla="val 19048"/>
              </a:avLst>
            </a:prstGeom>
            <a:solidFill>
              <a:schemeClr val="accent2">
                <a:lumMod val="20000"/>
                <a:lumOff val="80000"/>
              </a:schemeClr>
            </a:solidFill>
            <a:ln w="13970">
              <a:solidFill>
                <a:srgbClr val="E1D3F3"/>
              </a:solidFill>
              <a:prstDash val="solid"/>
            </a:ln>
          </p:spPr>
          <p:txBody>
            <a:bodyPr/>
            <a:lstStyle/>
            <a:p>
              <a:endParaRPr lang="en-US"/>
            </a:p>
          </p:txBody>
        </p:sp>
        <p:sp>
          <p:nvSpPr>
            <p:cNvPr id="17" name="Text 27">
              <a:extLst>
                <a:ext uri="{FF2B5EF4-FFF2-40B4-BE49-F238E27FC236}">
                  <a16:creationId xmlns:a16="http://schemas.microsoft.com/office/drawing/2014/main" id="{1059D228-008A-16F9-FB2D-0082C4F88B98}"/>
                </a:ext>
              </a:extLst>
            </p:cNvPr>
            <p:cNvSpPr/>
            <p:nvPr/>
          </p:nvSpPr>
          <p:spPr>
            <a:xfrm>
              <a:off x="7836408" y="2148840"/>
              <a:ext cx="3300984" cy="182880"/>
            </a:xfrm>
            <a:prstGeom prst="rect">
              <a:avLst/>
            </a:prstGeom>
            <a:noFill/>
            <a:ln/>
          </p:spPr>
          <p:txBody>
            <a:bodyPr wrap="square" lIns="0" tIns="0" rIns="0" bIns="0" rtlCol="0" anchor="t">
              <a:normAutofit/>
            </a:bodyPr>
            <a:lstStyle/>
            <a:p>
              <a:pPr marL="0" indent="0" algn="ctr">
                <a:buNone/>
              </a:pPr>
              <a:r>
                <a:rPr lang="en-US" sz="1200" b="1">
                  <a:solidFill>
                    <a:srgbClr val="8A1682"/>
                  </a:solidFill>
                  <a:ea typeface="Aptos" pitchFamily="34" charset="-122"/>
                  <a:cs typeface="Aptos" pitchFamily="34" charset="-120"/>
                </a:rPr>
                <a:t>Skills</a:t>
              </a:r>
              <a:endParaRPr lang="en-US" sz="1200"/>
            </a:p>
          </p:txBody>
        </p:sp>
        <p:sp>
          <p:nvSpPr>
            <p:cNvPr id="18" name="Text 28">
              <a:extLst>
                <a:ext uri="{FF2B5EF4-FFF2-40B4-BE49-F238E27FC236}">
                  <a16:creationId xmlns:a16="http://schemas.microsoft.com/office/drawing/2014/main" id="{C84F0A45-BE54-2860-2FC1-B87630FD91FE}"/>
                </a:ext>
              </a:extLst>
            </p:cNvPr>
            <p:cNvSpPr/>
            <p:nvPr/>
          </p:nvSpPr>
          <p:spPr>
            <a:xfrm>
              <a:off x="7854696" y="2361669"/>
              <a:ext cx="3264408" cy="169789"/>
            </a:xfrm>
            <a:prstGeom prst="rect">
              <a:avLst/>
            </a:prstGeom>
            <a:noFill/>
            <a:ln/>
          </p:spPr>
          <p:txBody>
            <a:bodyPr wrap="square" lIns="127" tIns="127" rIns="127" bIns="127" rtlCol="0" anchor="ctr">
              <a:normAutofit/>
            </a:bodyPr>
            <a:lstStyle/>
            <a:p>
              <a:pPr marL="0" indent="0" algn="ctr">
                <a:buNone/>
              </a:pPr>
              <a:r>
                <a:rPr lang="en-US" sz="900">
                  <a:solidFill>
                    <a:srgbClr val="1F1F1F"/>
                  </a:solidFill>
                  <a:ea typeface="Aptos" pitchFamily="34" charset="-122"/>
                  <a:cs typeface="Aptos" pitchFamily="34" charset="-120"/>
                </a:rPr>
                <a:t>Reusable context injected when needed</a:t>
              </a:r>
              <a:endParaRPr lang="en-US" sz="900"/>
            </a:p>
          </p:txBody>
        </p:sp>
      </p:grpSp>
      <p:sp>
        <p:nvSpPr>
          <p:cNvPr id="19" name="Shape 41">
            <a:extLst>
              <a:ext uri="{FF2B5EF4-FFF2-40B4-BE49-F238E27FC236}">
                <a16:creationId xmlns:a16="http://schemas.microsoft.com/office/drawing/2014/main" id="{B044618F-0BA5-A380-2A18-CA6CDF519BC4}"/>
              </a:ext>
            </a:extLst>
          </p:cNvPr>
          <p:cNvSpPr/>
          <p:nvPr/>
        </p:nvSpPr>
        <p:spPr>
          <a:xfrm>
            <a:off x="5166360" y="1859282"/>
            <a:ext cx="1920240" cy="2697480"/>
          </a:xfrm>
          <a:prstGeom prst="roundRect">
            <a:avLst>
              <a:gd name="adj" fmla="val 3810"/>
            </a:avLst>
          </a:prstGeom>
          <a:solidFill>
            <a:srgbClr val="FAF8FA"/>
          </a:solidFill>
          <a:ln w="6350">
            <a:solidFill>
              <a:srgbClr val="101828"/>
            </a:solidFill>
            <a:prstDash val="solid"/>
          </a:ln>
        </p:spPr>
        <p:txBody>
          <a:bodyPr/>
          <a:lstStyle/>
          <a:p>
            <a:endParaRPr lang="en-US"/>
          </a:p>
        </p:txBody>
      </p:sp>
      <p:sp>
        <p:nvSpPr>
          <p:cNvPr id="20" name="Text 42">
            <a:extLst>
              <a:ext uri="{FF2B5EF4-FFF2-40B4-BE49-F238E27FC236}">
                <a16:creationId xmlns:a16="http://schemas.microsoft.com/office/drawing/2014/main" id="{2E1FB865-48C8-F0C8-4897-FBC4CA7D0343}"/>
              </a:ext>
            </a:extLst>
          </p:cNvPr>
          <p:cNvSpPr/>
          <p:nvPr/>
        </p:nvSpPr>
        <p:spPr>
          <a:xfrm>
            <a:off x="5376672" y="2334770"/>
            <a:ext cx="1508760" cy="689080"/>
          </a:xfrm>
          <a:prstGeom prst="rect">
            <a:avLst/>
          </a:prstGeom>
          <a:noFill/>
          <a:ln/>
        </p:spPr>
        <p:txBody>
          <a:bodyPr wrap="square" lIns="0" tIns="0" rIns="0" bIns="0" rtlCol="0" anchor="ctr">
            <a:normAutofit lnSpcReduction="10000"/>
          </a:bodyPr>
          <a:lstStyle/>
          <a:p>
            <a:pPr marL="0" indent="0" algn="ctr">
              <a:buNone/>
            </a:pPr>
            <a:r>
              <a:rPr lang="en-US" sz="1600" b="1">
                <a:latin typeface="+mj-lt"/>
                <a:ea typeface="Aptos" pitchFamily="34" charset="-122"/>
                <a:cs typeface="Aptos" pitchFamily="34" charset="-120"/>
              </a:rPr>
              <a:t>Upgrade capabilities, not components</a:t>
            </a:r>
            <a:endParaRPr lang="en-US" sz="1600">
              <a:latin typeface="+mj-lt"/>
            </a:endParaRPr>
          </a:p>
        </p:txBody>
      </p:sp>
      <p:sp>
        <p:nvSpPr>
          <p:cNvPr id="21" name="Text 43">
            <a:extLst>
              <a:ext uri="{FF2B5EF4-FFF2-40B4-BE49-F238E27FC236}">
                <a16:creationId xmlns:a16="http://schemas.microsoft.com/office/drawing/2014/main" id="{9B6C91D6-F72A-C69A-0097-27FEAFC2B102}"/>
              </a:ext>
            </a:extLst>
          </p:cNvPr>
          <p:cNvSpPr/>
          <p:nvPr/>
        </p:nvSpPr>
        <p:spPr>
          <a:xfrm>
            <a:off x="5392177" y="3211092"/>
            <a:ext cx="1481328" cy="804672"/>
          </a:xfrm>
          <a:prstGeom prst="rect">
            <a:avLst/>
          </a:prstGeom>
          <a:noFill/>
          <a:ln/>
        </p:spPr>
        <p:txBody>
          <a:bodyPr wrap="square" lIns="254" tIns="254" rIns="254" bIns="254" rtlCol="0" anchor="ctr">
            <a:normAutofit/>
          </a:bodyPr>
          <a:lstStyle/>
          <a:p>
            <a:pPr marL="0" indent="0" algn="ctr">
              <a:buNone/>
            </a:pPr>
            <a:r>
              <a:rPr lang="en-US" sz="1600">
                <a:ea typeface="Aptos" pitchFamily="34" charset="-122"/>
                <a:cs typeface="Aptos" pitchFamily="34" charset="-120"/>
              </a:rPr>
              <a:t>Ask what tasks must the agent accomplish?</a:t>
            </a:r>
            <a:endParaRPr lang="en-US" sz="1600"/>
          </a:p>
        </p:txBody>
      </p:sp>
      <p:sp>
        <p:nvSpPr>
          <p:cNvPr id="22" name="Shape 44">
            <a:extLst>
              <a:ext uri="{FF2B5EF4-FFF2-40B4-BE49-F238E27FC236}">
                <a16:creationId xmlns:a16="http://schemas.microsoft.com/office/drawing/2014/main" id="{85ED62FF-5782-ECA7-CA4C-8BE19C5DCEBF}"/>
              </a:ext>
            </a:extLst>
          </p:cNvPr>
          <p:cNvSpPr/>
          <p:nvPr/>
        </p:nvSpPr>
        <p:spPr>
          <a:xfrm>
            <a:off x="4647006" y="3093722"/>
            <a:ext cx="519353" cy="0"/>
          </a:xfrm>
          <a:prstGeom prst="line">
            <a:avLst/>
          </a:prstGeom>
          <a:noFill/>
          <a:ln w="29210">
            <a:solidFill>
              <a:srgbClr val="0078D4"/>
            </a:solidFill>
            <a:prstDash val="solid"/>
            <a:headEnd type="none"/>
            <a:tailEnd type="triangle"/>
          </a:ln>
        </p:spPr>
        <p:txBody>
          <a:bodyPr/>
          <a:lstStyle/>
          <a:p>
            <a:endParaRPr lang="en-US"/>
          </a:p>
        </p:txBody>
      </p:sp>
      <p:sp>
        <p:nvSpPr>
          <p:cNvPr id="23" name="Shape 45">
            <a:extLst>
              <a:ext uri="{FF2B5EF4-FFF2-40B4-BE49-F238E27FC236}">
                <a16:creationId xmlns:a16="http://schemas.microsoft.com/office/drawing/2014/main" id="{D4649B0A-191B-6354-6367-780905BAB22E}"/>
              </a:ext>
            </a:extLst>
          </p:cNvPr>
          <p:cNvSpPr/>
          <p:nvPr/>
        </p:nvSpPr>
        <p:spPr>
          <a:xfrm>
            <a:off x="7086600" y="3109134"/>
            <a:ext cx="457200" cy="0"/>
          </a:xfrm>
          <a:prstGeom prst="line">
            <a:avLst/>
          </a:prstGeom>
          <a:noFill/>
          <a:ln w="29210">
            <a:solidFill>
              <a:srgbClr val="C239B3"/>
            </a:solidFill>
            <a:prstDash val="solid"/>
            <a:headEnd type="none"/>
            <a:tailEnd type="triangle"/>
          </a:ln>
        </p:spPr>
        <p:txBody>
          <a:bodyPr/>
          <a:lstStyle/>
          <a:p>
            <a:endParaRPr lang="en-US"/>
          </a:p>
        </p:txBody>
      </p:sp>
      <p:grpSp>
        <p:nvGrpSpPr>
          <p:cNvPr id="42" name="Group 41">
            <a:extLst>
              <a:ext uri="{FF2B5EF4-FFF2-40B4-BE49-F238E27FC236}">
                <a16:creationId xmlns:a16="http://schemas.microsoft.com/office/drawing/2014/main" id="{3449E59C-5893-0666-6586-1A079761A23D}"/>
              </a:ext>
            </a:extLst>
          </p:cNvPr>
          <p:cNvGrpSpPr/>
          <p:nvPr/>
        </p:nvGrpSpPr>
        <p:grpSpPr>
          <a:xfrm>
            <a:off x="871462" y="2262307"/>
            <a:ext cx="3520440" cy="446992"/>
            <a:chOff x="760807" y="2301865"/>
            <a:chExt cx="3520440" cy="446992"/>
          </a:xfrm>
        </p:grpSpPr>
        <p:sp>
          <p:nvSpPr>
            <p:cNvPr id="26" name="Shape 11">
              <a:extLst>
                <a:ext uri="{FF2B5EF4-FFF2-40B4-BE49-F238E27FC236}">
                  <a16:creationId xmlns:a16="http://schemas.microsoft.com/office/drawing/2014/main" id="{4C8A7AA3-2CF0-6430-6030-991F41FC492A}"/>
                </a:ext>
              </a:extLst>
            </p:cNvPr>
            <p:cNvSpPr/>
            <p:nvPr/>
          </p:nvSpPr>
          <p:spPr>
            <a:xfrm>
              <a:off x="760807" y="2301865"/>
              <a:ext cx="3520440" cy="432000"/>
            </a:xfrm>
            <a:prstGeom prst="roundRect">
              <a:avLst>
                <a:gd name="adj" fmla="val 19048"/>
              </a:avLst>
            </a:prstGeom>
            <a:solidFill>
              <a:schemeClr val="accent5">
                <a:lumMod val="20000"/>
                <a:lumOff val="80000"/>
              </a:schemeClr>
            </a:solidFill>
            <a:ln w="13970">
              <a:solidFill>
                <a:srgbClr val="CFE8FF"/>
              </a:solidFill>
              <a:prstDash val="solid"/>
            </a:ln>
          </p:spPr>
          <p:txBody>
            <a:bodyPr/>
            <a:lstStyle/>
            <a:p>
              <a:endParaRPr lang="en-US"/>
            </a:p>
          </p:txBody>
        </p:sp>
        <p:sp>
          <p:nvSpPr>
            <p:cNvPr id="27" name="Text 12">
              <a:extLst>
                <a:ext uri="{FF2B5EF4-FFF2-40B4-BE49-F238E27FC236}">
                  <a16:creationId xmlns:a16="http://schemas.microsoft.com/office/drawing/2014/main" id="{4278CDA6-1933-145B-320F-66F9536193DD}"/>
                </a:ext>
              </a:extLst>
            </p:cNvPr>
            <p:cNvSpPr/>
            <p:nvPr/>
          </p:nvSpPr>
          <p:spPr>
            <a:xfrm>
              <a:off x="870535" y="2345383"/>
              <a:ext cx="3300984" cy="182880"/>
            </a:xfrm>
            <a:prstGeom prst="rect">
              <a:avLst/>
            </a:prstGeom>
            <a:noFill/>
            <a:ln/>
          </p:spPr>
          <p:txBody>
            <a:bodyPr wrap="square" lIns="0" tIns="0" rIns="0" bIns="0" rtlCol="0" anchor="t">
              <a:normAutofit/>
            </a:bodyPr>
            <a:lstStyle/>
            <a:p>
              <a:pPr marL="0" indent="0" algn="ctr">
                <a:buNone/>
              </a:pPr>
              <a:r>
                <a:rPr lang="en-US" sz="1200" b="1">
                  <a:solidFill>
                    <a:srgbClr val="005A9E"/>
                  </a:solidFill>
                  <a:ea typeface="Aptos" pitchFamily="34" charset="-122"/>
                  <a:cs typeface="Aptos" pitchFamily="34" charset="-120"/>
                </a:rPr>
                <a:t>Variables</a:t>
              </a:r>
              <a:endParaRPr lang="en-US" sz="1200"/>
            </a:p>
          </p:txBody>
        </p:sp>
        <p:sp>
          <p:nvSpPr>
            <p:cNvPr id="28" name="Text 13">
              <a:extLst>
                <a:ext uri="{FF2B5EF4-FFF2-40B4-BE49-F238E27FC236}">
                  <a16:creationId xmlns:a16="http://schemas.microsoft.com/office/drawing/2014/main" id="{03A7BD3B-25E9-710A-7BB9-FA716F4239FE}"/>
                </a:ext>
              </a:extLst>
            </p:cNvPr>
            <p:cNvSpPr/>
            <p:nvPr/>
          </p:nvSpPr>
          <p:spPr>
            <a:xfrm>
              <a:off x="888823" y="2540156"/>
              <a:ext cx="3264408" cy="208701"/>
            </a:xfrm>
            <a:prstGeom prst="rect">
              <a:avLst/>
            </a:prstGeom>
            <a:noFill/>
            <a:ln/>
          </p:spPr>
          <p:txBody>
            <a:bodyPr wrap="square" lIns="127" tIns="127" rIns="127" bIns="127" rtlCol="0" anchor="ctr">
              <a:noAutofit/>
            </a:bodyPr>
            <a:lstStyle/>
            <a:p>
              <a:pPr marL="0" indent="0" algn="ctr">
                <a:buNone/>
              </a:pPr>
              <a:r>
                <a:rPr lang="en-US" sz="900">
                  <a:solidFill>
                    <a:srgbClr val="1F1F1F"/>
                  </a:solidFill>
                  <a:ea typeface="Aptos" pitchFamily="34" charset="-122"/>
                  <a:cs typeface="Aptos" pitchFamily="34" charset="-120"/>
                </a:rPr>
                <a:t>Stored state</a:t>
              </a:r>
              <a:endParaRPr lang="en-US" sz="900"/>
            </a:p>
          </p:txBody>
        </p:sp>
      </p:grpSp>
      <p:grpSp>
        <p:nvGrpSpPr>
          <p:cNvPr id="43" name="Group 42">
            <a:extLst>
              <a:ext uri="{FF2B5EF4-FFF2-40B4-BE49-F238E27FC236}">
                <a16:creationId xmlns:a16="http://schemas.microsoft.com/office/drawing/2014/main" id="{0812550B-2C87-8395-521F-9F89EFA0B233}"/>
              </a:ext>
            </a:extLst>
          </p:cNvPr>
          <p:cNvGrpSpPr/>
          <p:nvPr/>
        </p:nvGrpSpPr>
        <p:grpSpPr>
          <a:xfrm>
            <a:off x="871462" y="2842447"/>
            <a:ext cx="3520440" cy="446992"/>
            <a:chOff x="760807" y="2962519"/>
            <a:chExt cx="3520440" cy="446992"/>
          </a:xfrm>
        </p:grpSpPr>
        <p:sp>
          <p:nvSpPr>
            <p:cNvPr id="29" name="Shape 11">
              <a:extLst>
                <a:ext uri="{FF2B5EF4-FFF2-40B4-BE49-F238E27FC236}">
                  <a16:creationId xmlns:a16="http://schemas.microsoft.com/office/drawing/2014/main" id="{18B95B07-51C3-BA8B-096C-D1F4D19CB0BB}"/>
                </a:ext>
              </a:extLst>
            </p:cNvPr>
            <p:cNvSpPr/>
            <p:nvPr/>
          </p:nvSpPr>
          <p:spPr>
            <a:xfrm>
              <a:off x="760807" y="2962519"/>
              <a:ext cx="3520440" cy="432000"/>
            </a:xfrm>
            <a:prstGeom prst="roundRect">
              <a:avLst>
                <a:gd name="adj" fmla="val 19048"/>
              </a:avLst>
            </a:prstGeom>
            <a:solidFill>
              <a:schemeClr val="accent5">
                <a:lumMod val="20000"/>
                <a:lumOff val="80000"/>
              </a:schemeClr>
            </a:solidFill>
            <a:ln w="13970">
              <a:solidFill>
                <a:srgbClr val="CFE8FF"/>
              </a:solidFill>
              <a:prstDash val="solid"/>
            </a:ln>
          </p:spPr>
          <p:txBody>
            <a:bodyPr/>
            <a:lstStyle/>
            <a:p>
              <a:endParaRPr lang="en-US"/>
            </a:p>
          </p:txBody>
        </p:sp>
        <p:sp>
          <p:nvSpPr>
            <p:cNvPr id="30" name="Text 12">
              <a:extLst>
                <a:ext uri="{FF2B5EF4-FFF2-40B4-BE49-F238E27FC236}">
                  <a16:creationId xmlns:a16="http://schemas.microsoft.com/office/drawing/2014/main" id="{7F20BEAF-A691-C730-A4F5-91805323E0D7}"/>
                </a:ext>
              </a:extLst>
            </p:cNvPr>
            <p:cNvSpPr/>
            <p:nvPr/>
          </p:nvSpPr>
          <p:spPr>
            <a:xfrm>
              <a:off x="870535" y="3006037"/>
              <a:ext cx="3300984" cy="182880"/>
            </a:xfrm>
            <a:prstGeom prst="rect">
              <a:avLst/>
            </a:prstGeom>
            <a:noFill/>
            <a:ln/>
          </p:spPr>
          <p:txBody>
            <a:bodyPr wrap="square" lIns="0" tIns="0" rIns="0" bIns="0" rtlCol="0" anchor="t">
              <a:normAutofit/>
            </a:bodyPr>
            <a:lstStyle/>
            <a:p>
              <a:pPr marL="0" indent="0" algn="ctr">
                <a:buNone/>
              </a:pPr>
              <a:r>
                <a:rPr lang="en-US" sz="1200" b="1">
                  <a:solidFill>
                    <a:srgbClr val="005A9E"/>
                  </a:solidFill>
                  <a:ea typeface="Aptos" pitchFamily="34" charset="-122"/>
                  <a:cs typeface="Aptos" pitchFamily="34" charset="-120"/>
                </a:rPr>
                <a:t>Power FX</a:t>
              </a:r>
              <a:endParaRPr lang="en-US" sz="1200"/>
            </a:p>
          </p:txBody>
        </p:sp>
        <p:sp>
          <p:nvSpPr>
            <p:cNvPr id="31" name="Text 13">
              <a:extLst>
                <a:ext uri="{FF2B5EF4-FFF2-40B4-BE49-F238E27FC236}">
                  <a16:creationId xmlns:a16="http://schemas.microsoft.com/office/drawing/2014/main" id="{76506ED5-E4BE-F4FB-C4A3-EA10A81A9F70}"/>
                </a:ext>
              </a:extLst>
            </p:cNvPr>
            <p:cNvSpPr/>
            <p:nvPr/>
          </p:nvSpPr>
          <p:spPr>
            <a:xfrm>
              <a:off x="888823" y="3200810"/>
              <a:ext cx="3264408" cy="208701"/>
            </a:xfrm>
            <a:prstGeom prst="rect">
              <a:avLst/>
            </a:prstGeom>
            <a:noFill/>
            <a:ln/>
          </p:spPr>
          <p:txBody>
            <a:bodyPr wrap="square" lIns="127" tIns="127" rIns="127" bIns="127" rtlCol="0" anchor="ctr">
              <a:noAutofit/>
            </a:bodyPr>
            <a:lstStyle/>
            <a:p>
              <a:pPr marL="0" indent="0" algn="ctr">
                <a:buNone/>
              </a:pPr>
              <a:r>
                <a:rPr lang="en-US" sz="900">
                  <a:solidFill>
                    <a:srgbClr val="1F1F1F"/>
                  </a:solidFill>
                  <a:ea typeface="Aptos" pitchFamily="34" charset="-122"/>
                  <a:cs typeface="Aptos" pitchFamily="34" charset="-120"/>
                </a:rPr>
                <a:t>Inline deterministic data manipulation / logic</a:t>
              </a:r>
              <a:endParaRPr lang="en-US" sz="900"/>
            </a:p>
          </p:txBody>
        </p:sp>
      </p:grpSp>
      <p:grpSp>
        <p:nvGrpSpPr>
          <p:cNvPr id="44" name="Group 43">
            <a:extLst>
              <a:ext uri="{FF2B5EF4-FFF2-40B4-BE49-F238E27FC236}">
                <a16:creationId xmlns:a16="http://schemas.microsoft.com/office/drawing/2014/main" id="{6C568F96-C518-2298-F22B-7F54F8929939}"/>
              </a:ext>
            </a:extLst>
          </p:cNvPr>
          <p:cNvGrpSpPr/>
          <p:nvPr/>
        </p:nvGrpSpPr>
        <p:grpSpPr>
          <a:xfrm>
            <a:off x="871462" y="3422587"/>
            <a:ext cx="3520440" cy="432000"/>
            <a:chOff x="760807" y="3644112"/>
            <a:chExt cx="3520440" cy="432000"/>
          </a:xfrm>
        </p:grpSpPr>
        <p:sp>
          <p:nvSpPr>
            <p:cNvPr id="32" name="Shape 11">
              <a:extLst>
                <a:ext uri="{FF2B5EF4-FFF2-40B4-BE49-F238E27FC236}">
                  <a16:creationId xmlns:a16="http://schemas.microsoft.com/office/drawing/2014/main" id="{A729C70E-EB96-A633-DE38-029279F943C8}"/>
                </a:ext>
              </a:extLst>
            </p:cNvPr>
            <p:cNvSpPr/>
            <p:nvPr/>
          </p:nvSpPr>
          <p:spPr>
            <a:xfrm>
              <a:off x="760807" y="3644112"/>
              <a:ext cx="3520440" cy="432000"/>
            </a:xfrm>
            <a:prstGeom prst="roundRect">
              <a:avLst>
                <a:gd name="adj" fmla="val 19048"/>
              </a:avLst>
            </a:prstGeom>
            <a:solidFill>
              <a:schemeClr val="accent5">
                <a:lumMod val="20000"/>
                <a:lumOff val="80000"/>
              </a:schemeClr>
            </a:solidFill>
            <a:ln w="13970">
              <a:solidFill>
                <a:srgbClr val="CFE8FF"/>
              </a:solidFill>
              <a:prstDash val="solid"/>
            </a:ln>
          </p:spPr>
          <p:txBody>
            <a:bodyPr/>
            <a:lstStyle/>
            <a:p>
              <a:endParaRPr lang="en-US"/>
            </a:p>
          </p:txBody>
        </p:sp>
        <p:sp>
          <p:nvSpPr>
            <p:cNvPr id="33" name="Text 12">
              <a:extLst>
                <a:ext uri="{FF2B5EF4-FFF2-40B4-BE49-F238E27FC236}">
                  <a16:creationId xmlns:a16="http://schemas.microsoft.com/office/drawing/2014/main" id="{2A4A8684-72AF-6D62-60DC-49C4BB6AC650}"/>
                </a:ext>
              </a:extLst>
            </p:cNvPr>
            <p:cNvSpPr/>
            <p:nvPr/>
          </p:nvSpPr>
          <p:spPr>
            <a:xfrm>
              <a:off x="870535" y="3666691"/>
              <a:ext cx="3300984" cy="182880"/>
            </a:xfrm>
            <a:prstGeom prst="rect">
              <a:avLst/>
            </a:prstGeom>
            <a:noFill/>
            <a:ln/>
          </p:spPr>
          <p:txBody>
            <a:bodyPr wrap="square" lIns="0" tIns="0" rIns="0" bIns="0" rtlCol="0" anchor="t">
              <a:normAutofit/>
            </a:bodyPr>
            <a:lstStyle/>
            <a:p>
              <a:pPr marL="0" indent="0" algn="ctr">
                <a:buNone/>
              </a:pPr>
              <a:r>
                <a:rPr lang="en-US" sz="1200" b="1">
                  <a:solidFill>
                    <a:srgbClr val="005A9E"/>
                  </a:solidFill>
                  <a:ea typeface="Aptos" pitchFamily="34" charset="-122"/>
                  <a:cs typeface="Aptos" pitchFamily="34" charset="-120"/>
                </a:rPr>
                <a:t>Child Agents</a:t>
              </a:r>
              <a:endParaRPr lang="en-US" sz="1200"/>
            </a:p>
          </p:txBody>
        </p:sp>
        <p:sp>
          <p:nvSpPr>
            <p:cNvPr id="34" name="Text 13">
              <a:extLst>
                <a:ext uri="{FF2B5EF4-FFF2-40B4-BE49-F238E27FC236}">
                  <a16:creationId xmlns:a16="http://schemas.microsoft.com/office/drawing/2014/main" id="{B2879B09-DA89-A0B1-DC66-2C2E81BE9DA3}"/>
                </a:ext>
              </a:extLst>
            </p:cNvPr>
            <p:cNvSpPr/>
            <p:nvPr/>
          </p:nvSpPr>
          <p:spPr>
            <a:xfrm>
              <a:off x="888823" y="3861464"/>
              <a:ext cx="3264408" cy="208701"/>
            </a:xfrm>
            <a:prstGeom prst="rect">
              <a:avLst/>
            </a:prstGeom>
            <a:noFill/>
            <a:ln/>
          </p:spPr>
          <p:txBody>
            <a:bodyPr wrap="square" lIns="127" tIns="127" rIns="127" bIns="127" rtlCol="0" anchor="ctr">
              <a:noAutofit/>
            </a:bodyPr>
            <a:lstStyle/>
            <a:p>
              <a:pPr marL="0" indent="0" algn="ctr">
                <a:buNone/>
              </a:pPr>
              <a:r>
                <a:rPr lang="en-US" sz="900">
                  <a:solidFill>
                    <a:srgbClr val="1F1F1F"/>
                  </a:solidFill>
                  <a:ea typeface="Aptos" pitchFamily="34" charset="-122"/>
                  <a:cs typeface="Aptos" pitchFamily="34" charset="-120"/>
                </a:rPr>
                <a:t>Specialized delegated expertise</a:t>
              </a:r>
              <a:endParaRPr lang="en-US" sz="900"/>
            </a:p>
          </p:txBody>
        </p:sp>
      </p:grpSp>
      <p:grpSp>
        <p:nvGrpSpPr>
          <p:cNvPr id="47" name="Group 46">
            <a:extLst>
              <a:ext uri="{FF2B5EF4-FFF2-40B4-BE49-F238E27FC236}">
                <a16:creationId xmlns:a16="http://schemas.microsoft.com/office/drawing/2014/main" id="{1E53C6C1-9DDB-F0E3-B0E9-9171297552DE}"/>
              </a:ext>
            </a:extLst>
          </p:cNvPr>
          <p:cNvGrpSpPr/>
          <p:nvPr/>
        </p:nvGrpSpPr>
        <p:grpSpPr>
          <a:xfrm>
            <a:off x="871462" y="5167736"/>
            <a:ext cx="3520440" cy="446992"/>
            <a:chOff x="760807" y="4694890"/>
            <a:chExt cx="3520440" cy="446992"/>
          </a:xfrm>
        </p:grpSpPr>
        <p:sp>
          <p:nvSpPr>
            <p:cNvPr id="35" name="Shape 11">
              <a:extLst>
                <a:ext uri="{FF2B5EF4-FFF2-40B4-BE49-F238E27FC236}">
                  <a16:creationId xmlns:a16="http://schemas.microsoft.com/office/drawing/2014/main" id="{E2C7DD7D-AB41-2827-86D5-1F16E23D4507}"/>
                </a:ext>
              </a:extLst>
            </p:cNvPr>
            <p:cNvSpPr/>
            <p:nvPr/>
          </p:nvSpPr>
          <p:spPr>
            <a:xfrm>
              <a:off x="760807" y="4694890"/>
              <a:ext cx="3520440" cy="432000"/>
            </a:xfrm>
            <a:prstGeom prst="roundRect">
              <a:avLst>
                <a:gd name="adj" fmla="val 19048"/>
              </a:avLst>
            </a:prstGeom>
            <a:solidFill>
              <a:srgbClr val="FFFFFF"/>
            </a:solidFill>
            <a:ln w="13970">
              <a:solidFill>
                <a:srgbClr val="CFE8FF"/>
              </a:solidFill>
              <a:prstDash val="solid"/>
            </a:ln>
          </p:spPr>
          <p:txBody>
            <a:bodyPr/>
            <a:lstStyle/>
            <a:p>
              <a:endParaRPr lang="en-US"/>
            </a:p>
          </p:txBody>
        </p:sp>
        <p:sp>
          <p:nvSpPr>
            <p:cNvPr id="36" name="Text 12">
              <a:extLst>
                <a:ext uri="{FF2B5EF4-FFF2-40B4-BE49-F238E27FC236}">
                  <a16:creationId xmlns:a16="http://schemas.microsoft.com/office/drawing/2014/main" id="{0BE71C7C-0557-360B-D290-C6817F2A51B5}"/>
                </a:ext>
              </a:extLst>
            </p:cNvPr>
            <p:cNvSpPr/>
            <p:nvPr/>
          </p:nvSpPr>
          <p:spPr>
            <a:xfrm>
              <a:off x="786384" y="4733746"/>
              <a:ext cx="3469286" cy="192204"/>
            </a:xfrm>
            <a:prstGeom prst="rect">
              <a:avLst/>
            </a:prstGeom>
            <a:noFill/>
            <a:ln/>
          </p:spPr>
          <p:txBody>
            <a:bodyPr wrap="square" lIns="0" tIns="0" rIns="0" bIns="0" rtlCol="0" anchor="t">
              <a:normAutofit fontScale="92500"/>
            </a:bodyPr>
            <a:lstStyle/>
            <a:p>
              <a:pPr marL="0" indent="0" algn="ctr">
                <a:buNone/>
              </a:pPr>
              <a:r>
                <a:rPr lang="it-IT" sz="1050" b="1">
                  <a:solidFill>
                    <a:srgbClr val="005A9E"/>
                  </a:solidFill>
                </a:rPr>
                <a:t>K</a:t>
              </a:r>
              <a:r>
                <a:rPr lang="en-US" sz="1050" b="1">
                  <a:solidFill>
                    <a:srgbClr val="005A9E"/>
                  </a:solidFill>
                </a:rPr>
                <a:t>nowledge, Tools, Code Interpreter, Connected Agents, …</a:t>
              </a:r>
              <a:endParaRPr lang="en-US" sz="1050"/>
            </a:p>
          </p:txBody>
        </p:sp>
        <p:sp>
          <p:nvSpPr>
            <p:cNvPr id="37" name="Text 13">
              <a:extLst>
                <a:ext uri="{FF2B5EF4-FFF2-40B4-BE49-F238E27FC236}">
                  <a16:creationId xmlns:a16="http://schemas.microsoft.com/office/drawing/2014/main" id="{4C007A1C-320B-C239-5CEB-0A19212F4FAA}"/>
                </a:ext>
              </a:extLst>
            </p:cNvPr>
            <p:cNvSpPr/>
            <p:nvPr/>
          </p:nvSpPr>
          <p:spPr>
            <a:xfrm>
              <a:off x="888823" y="4933181"/>
              <a:ext cx="3264408" cy="208701"/>
            </a:xfrm>
            <a:prstGeom prst="rect">
              <a:avLst/>
            </a:prstGeom>
            <a:noFill/>
            <a:ln/>
          </p:spPr>
          <p:txBody>
            <a:bodyPr wrap="square" lIns="127" tIns="127" rIns="127" bIns="127" rtlCol="0" anchor="ctr">
              <a:noAutofit/>
            </a:bodyPr>
            <a:lstStyle/>
            <a:p>
              <a:pPr marL="0" indent="0" algn="ctr">
                <a:buNone/>
              </a:pPr>
              <a:r>
                <a:rPr lang="en-US" sz="900">
                  <a:solidFill>
                    <a:srgbClr val="1F1F1F"/>
                  </a:solidFill>
                  <a:ea typeface="Aptos" pitchFamily="34" charset="-122"/>
                  <a:cs typeface="Aptos" pitchFamily="34" charset="-120"/>
                </a:rPr>
                <a:t>Common, unchanged, building blocks for agents</a:t>
              </a:r>
              <a:endParaRPr lang="en-US" sz="900"/>
            </a:p>
          </p:txBody>
        </p:sp>
      </p:grpSp>
      <p:grpSp>
        <p:nvGrpSpPr>
          <p:cNvPr id="38" name="Group 37">
            <a:extLst>
              <a:ext uri="{FF2B5EF4-FFF2-40B4-BE49-F238E27FC236}">
                <a16:creationId xmlns:a16="http://schemas.microsoft.com/office/drawing/2014/main" id="{69BCC541-D0C6-5CCE-C037-DA47023A96E3}"/>
              </a:ext>
            </a:extLst>
          </p:cNvPr>
          <p:cNvGrpSpPr/>
          <p:nvPr/>
        </p:nvGrpSpPr>
        <p:grpSpPr>
          <a:xfrm>
            <a:off x="7792808" y="2682430"/>
            <a:ext cx="3520440" cy="535315"/>
            <a:chOff x="7726680" y="2761323"/>
            <a:chExt cx="3520440" cy="535315"/>
          </a:xfrm>
        </p:grpSpPr>
        <p:sp>
          <p:nvSpPr>
            <p:cNvPr id="39" name="Shape 26">
              <a:extLst>
                <a:ext uri="{FF2B5EF4-FFF2-40B4-BE49-F238E27FC236}">
                  <a16:creationId xmlns:a16="http://schemas.microsoft.com/office/drawing/2014/main" id="{8799C391-1DB1-27D5-088A-04774B2AB52D}"/>
                </a:ext>
              </a:extLst>
            </p:cNvPr>
            <p:cNvSpPr/>
            <p:nvPr/>
          </p:nvSpPr>
          <p:spPr>
            <a:xfrm>
              <a:off x="7726680" y="2761323"/>
              <a:ext cx="3520440" cy="535315"/>
            </a:xfrm>
            <a:prstGeom prst="roundRect">
              <a:avLst>
                <a:gd name="adj" fmla="val 19048"/>
              </a:avLst>
            </a:prstGeom>
            <a:solidFill>
              <a:schemeClr val="accent2">
                <a:lumMod val="20000"/>
                <a:lumOff val="80000"/>
              </a:schemeClr>
            </a:solidFill>
            <a:ln w="13970">
              <a:solidFill>
                <a:srgbClr val="E1D3F3"/>
              </a:solidFill>
              <a:prstDash val="solid"/>
            </a:ln>
          </p:spPr>
          <p:txBody>
            <a:bodyPr/>
            <a:lstStyle/>
            <a:p>
              <a:endParaRPr lang="en-US"/>
            </a:p>
          </p:txBody>
        </p:sp>
        <p:sp>
          <p:nvSpPr>
            <p:cNvPr id="40" name="Text 27">
              <a:extLst>
                <a:ext uri="{FF2B5EF4-FFF2-40B4-BE49-F238E27FC236}">
                  <a16:creationId xmlns:a16="http://schemas.microsoft.com/office/drawing/2014/main" id="{6B1F2607-8248-4A28-1F3F-27A0966C1EEB}"/>
                </a:ext>
              </a:extLst>
            </p:cNvPr>
            <p:cNvSpPr/>
            <p:nvPr/>
          </p:nvSpPr>
          <p:spPr>
            <a:xfrm>
              <a:off x="7836408" y="2852763"/>
              <a:ext cx="3300984" cy="182880"/>
            </a:xfrm>
            <a:prstGeom prst="rect">
              <a:avLst/>
            </a:prstGeom>
            <a:noFill/>
            <a:ln/>
          </p:spPr>
          <p:txBody>
            <a:bodyPr wrap="square" lIns="0" tIns="0" rIns="0" bIns="0" rtlCol="0" anchor="t">
              <a:normAutofit/>
            </a:bodyPr>
            <a:lstStyle/>
            <a:p>
              <a:pPr marL="0" indent="0" algn="ctr">
                <a:buNone/>
              </a:pPr>
              <a:r>
                <a:rPr lang="en-US" sz="1200" b="1">
                  <a:solidFill>
                    <a:srgbClr val="8A1682"/>
                  </a:solidFill>
                  <a:ea typeface="Aptos" pitchFamily="34" charset="-122"/>
                  <a:cs typeface="Aptos" pitchFamily="34" charset="-120"/>
                </a:rPr>
                <a:t>Memory</a:t>
              </a:r>
              <a:endParaRPr lang="en-US" sz="1200"/>
            </a:p>
          </p:txBody>
        </p:sp>
        <p:sp>
          <p:nvSpPr>
            <p:cNvPr id="41" name="Text 28">
              <a:extLst>
                <a:ext uri="{FF2B5EF4-FFF2-40B4-BE49-F238E27FC236}">
                  <a16:creationId xmlns:a16="http://schemas.microsoft.com/office/drawing/2014/main" id="{9E35116D-EF49-9446-29D4-2789D46B88C7}"/>
                </a:ext>
              </a:extLst>
            </p:cNvPr>
            <p:cNvSpPr/>
            <p:nvPr/>
          </p:nvSpPr>
          <p:spPr>
            <a:xfrm>
              <a:off x="7854696" y="3065592"/>
              <a:ext cx="3264408" cy="169789"/>
            </a:xfrm>
            <a:prstGeom prst="rect">
              <a:avLst/>
            </a:prstGeom>
            <a:noFill/>
            <a:ln/>
          </p:spPr>
          <p:txBody>
            <a:bodyPr wrap="square" lIns="127" tIns="127" rIns="127" bIns="127" rtlCol="0" anchor="ctr">
              <a:normAutofit/>
            </a:bodyPr>
            <a:lstStyle/>
            <a:p>
              <a:pPr marL="0" indent="0" algn="ctr">
                <a:buNone/>
              </a:pPr>
              <a:r>
                <a:rPr lang="en-US" sz="900">
                  <a:solidFill>
                    <a:srgbClr val="1F1F1F"/>
                  </a:solidFill>
                  <a:ea typeface="Aptos" pitchFamily="34" charset="-122"/>
                  <a:cs typeface="Aptos" pitchFamily="34" charset="-120"/>
                </a:rPr>
                <a:t>Remembered context across sessions</a:t>
              </a:r>
              <a:endParaRPr lang="en-US" sz="900"/>
            </a:p>
          </p:txBody>
        </p:sp>
      </p:grpSp>
      <p:grpSp>
        <p:nvGrpSpPr>
          <p:cNvPr id="45" name="Group 44">
            <a:extLst>
              <a:ext uri="{FF2B5EF4-FFF2-40B4-BE49-F238E27FC236}">
                <a16:creationId xmlns:a16="http://schemas.microsoft.com/office/drawing/2014/main" id="{4C85FB12-27FA-8658-1052-CF517403DC97}"/>
              </a:ext>
            </a:extLst>
          </p:cNvPr>
          <p:cNvGrpSpPr/>
          <p:nvPr/>
        </p:nvGrpSpPr>
        <p:grpSpPr>
          <a:xfrm>
            <a:off x="871462" y="3987735"/>
            <a:ext cx="3520440" cy="446992"/>
            <a:chOff x="760807" y="4285031"/>
            <a:chExt cx="3520440" cy="446992"/>
          </a:xfrm>
        </p:grpSpPr>
        <p:sp>
          <p:nvSpPr>
            <p:cNvPr id="8" name="Shape 11">
              <a:extLst>
                <a:ext uri="{FF2B5EF4-FFF2-40B4-BE49-F238E27FC236}">
                  <a16:creationId xmlns:a16="http://schemas.microsoft.com/office/drawing/2014/main" id="{AE149F58-69B4-8F11-56D5-57866A73FF25}"/>
                </a:ext>
              </a:extLst>
            </p:cNvPr>
            <p:cNvSpPr/>
            <p:nvPr/>
          </p:nvSpPr>
          <p:spPr>
            <a:xfrm>
              <a:off x="760807" y="4285031"/>
              <a:ext cx="3520440" cy="432000"/>
            </a:xfrm>
            <a:prstGeom prst="roundRect">
              <a:avLst>
                <a:gd name="adj" fmla="val 19048"/>
              </a:avLst>
            </a:prstGeom>
            <a:solidFill>
              <a:schemeClr val="accent5">
                <a:lumMod val="20000"/>
                <a:lumOff val="80000"/>
              </a:schemeClr>
            </a:solidFill>
            <a:ln w="13970">
              <a:solidFill>
                <a:srgbClr val="CFE8FF"/>
              </a:solidFill>
              <a:prstDash val="solid"/>
            </a:ln>
          </p:spPr>
          <p:txBody>
            <a:bodyPr/>
            <a:lstStyle/>
            <a:p>
              <a:endParaRPr lang="en-US"/>
            </a:p>
          </p:txBody>
        </p:sp>
        <p:sp>
          <p:nvSpPr>
            <p:cNvPr id="46" name="Text 12">
              <a:extLst>
                <a:ext uri="{FF2B5EF4-FFF2-40B4-BE49-F238E27FC236}">
                  <a16:creationId xmlns:a16="http://schemas.microsoft.com/office/drawing/2014/main" id="{D05BAE16-0E23-54C9-1267-1117ADFF6B52}"/>
                </a:ext>
              </a:extLst>
            </p:cNvPr>
            <p:cNvSpPr/>
            <p:nvPr/>
          </p:nvSpPr>
          <p:spPr>
            <a:xfrm>
              <a:off x="870535" y="4328549"/>
              <a:ext cx="3300984" cy="182880"/>
            </a:xfrm>
            <a:prstGeom prst="rect">
              <a:avLst/>
            </a:prstGeom>
            <a:noFill/>
            <a:ln/>
          </p:spPr>
          <p:txBody>
            <a:bodyPr wrap="square" lIns="0" tIns="0" rIns="0" bIns="0" rtlCol="0" anchor="t">
              <a:normAutofit/>
            </a:bodyPr>
            <a:lstStyle/>
            <a:p>
              <a:pPr marL="0" indent="0" algn="ctr">
                <a:buNone/>
              </a:pPr>
              <a:r>
                <a:rPr lang="en-US" sz="1200" b="1">
                  <a:solidFill>
                    <a:srgbClr val="005A9E"/>
                  </a:solidFill>
                  <a:ea typeface="Aptos" pitchFamily="34" charset="-122"/>
                  <a:cs typeface="Aptos" pitchFamily="34" charset="-120"/>
                </a:rPr>
                <a:t>Adaptive Cards</a:t>
              </a:r>
              <a:endParaRPr lang="en-US" sz="1200"/>
            </a:p>
          </p:txBody>
        </p:sp>
        <p:sp>
          <p:nvSpPr>
            <p:cNvPr id="50" name="Text 13">
              <a:extLst>
                <a:ext uri="{FF2B5EF4-FFF2-40B4-BE49-F238E27FC236}">
                  <a16:creationId xmlns:a16="http://schemas.microsoft.com/office/drawing/2014/main" id="{EFBA39C4-DDE6-095C-3AF3-B2DD3CBB0AE3}"/>
                </a:ext>
              </a:extLst>
            </p:cNvPr>
            <p:cNvSpPr/>
            <p:nvPr/>
          </p:nvSpPr>
          <p:spPr>
            <a:xfrm>
              <a:off x="888823" y="4523322"/>
              <a:ext cx="3264408" cy="208701"/>
            </a:xfrm>
            <a:prstGeom prst="rect">
              <a:avLst/>
            </a:prstGeom>
            <a:noFill/>
            <a:ln/>
          </p:spPr>
          <p:txBody>
            <a:bodyPr wrap="square" lIns="127" tIns="127" rIns="127" bIns="127" rtlCol="0" anchor="ctr">
              <a:noAutofit/>
            </a:bodyPr>
            <a:lstStyle/>
            <a:p>
              <a:pPr marL="0" indent="0" algn="ctr">
                <a:buNone/>
              </a:pPr>
              <a:r>
                <a:rPr lang="en-US" sz="900">
                  <a:solidFill>
                    <a:srgbClr val="1F1F1F"/>
                  </a:solidFill>
                  <a:ea typeface="Aptos" pitchFamily="34" charset="-122"/>
                  <a:cs typeface="Aptos" pitchFamily="34" charset="-120"/>
                </a:rPr>
                <a:t>Deterministic card chat experience</a:t>
              </a:r>
              <a:endParaRPr lang="en-US" sz="900"/>
            </a:p>
          </p:txBody>
        </p:sp>
      </p:grpSp>
      <p:grpSp>
        <p:nvGrpSpPr>
          <p:cNvPr id="51" name="Group 50">
            <a:extLst>
              <a:ext uri="{FF2B5EF4-FFF2-40B4-BE49-F238E27FC236}">
                <a16:creationId xmlns:a16="http://schemas.microsoft.com/office/drawing/2014/main" id="{9C013C11-9499-9790-FEF3-8CB3228CFE09}"/>
              </a:ext>
            </a:extLst>
          </p:cNvPr>
          <p:cNvGrpSpPr/>
          <p:nvPr/>
        </p:nvGrpSpPr>
        <p:grpSpPr>
          <a:xfrm>
            <a:off x="7798905" y="4827494"/>
            <a:ext cx="3520440" cy="525314"/>
            <a:chOff x="7909560" y="4071489"/>
            <a:chExt cx="3520440" cy="525314"/>
          </a:xfrm>
        </p:grpSpPr>
        <p:grpSp>
          <p:nvGrpSpPr>
            <p:cNvPr id="52" name="Group 51">
              <a:extLst>
                <a:ext uri="{FF2B5EF4-FFF2-40B4-BE49-F238E27FC236}">
                  <a16:creationId xmlns:a16="http://schemas.microsoft.com/office/drawing/2014/main" id="{1CF395DB-330B-775E-BA4E-FDBE134E8EED}"/>
                </a:ext>
              </a:extLst>
            </p:cNvPr>
            <p:cNvGrpSpPr/>
            <p:nvPr/>
          </p:nvGrpSpPr>
          <p:grpSpPr>
            <a:xfrm>
              <a:off x="7909560" y="4071489"/>
              <a:ext cx="3520440" cy="525314"/>
              <a:chOff x="7726680" y="4701625"/>
              <a:chExt cx="3520440" cy="525314"/>
            </a:xfrm>
          </p:grpSpPr>
          <p:sp>
            <p:nvSpPr>
              <p:cNvPr id="55" name="Shape 11">
                <a:extLst>
                  <a:ext uri="{FF2B5EF4-FFF2-40B4-BE49-F238E27FC236}">
                    <a16:creationId xmlns:a16="http://schemas.microsoft.com/office/drawing/2014/main" id="{E3FA8C6F-1C96-58FD-6877-0627F8383367}"/>
                  </a:ext>
                </a:extLst>
              </p:cNvPr>
              <p:cNvSpPr/>
              <p:nvPr/>
            </p:nvSpPr>
            <p:spPr>
              <a:xfrm>
                <a:off x="7726680" y="4701625"/>
                <a:ext cx="3520440" cy="525314"/>
              </a:xfrm>
              <a:prstGeom prst="roundRect">
                <a:avLst>
                  <a:gd name="adj" fmla="val 19048"/>
                </a:avLst>
              </a:prstGeom>
              <a:solidFill>
                <a:srgbClr val="FBFDFF"/>
              </a:solidFill>
              <a:ln w="13970">
                <a:solidFill>
                  <a:srgbClr val="E1D3F3"/>
                </a:solidFill>
                <a:prstDash val="solid"/>
              </a:ln>
            </p:spPr>
            <p:txBody>
              <a:bodyPr/>
              <a:lstStyle/>
              <a:p>
                <a:endParaRPr lang="en-US"/>
              </a:p>
            </p:txBody>
          </p:sp>
          <p:sp>
            <p:nvSpPr>
              <p:cNvPr id="56" name="Text 13">
                <a:extLst>
                  <a:ext uri="{FF2B5EF4-FFF2-40B4-BE49-F238E27FC236}">
                    <a16:creationId xmlns:a16="http://schemas.microsoft.com/office/drawing/2014/main" id="{FD0E52AC-C259-0D67-350A-95A7CF1E762D}"/>
                  </a:ext>
                </a:extLst>
              </p:cNvPr>
              <p:cNvSpPr/>
              <p:nvPr/>
            </p:nvSpPr>
            <p:spPr>
              <a:xfrm>
                <a:off x="7854696" y="4976408"/>
                <a:ext cx="3264408" cy="208701"/>
              </a:xfrm>
              <a:prstGeom prst="rect">
                <a:avLst/>
              </a:prstGeom>
              <a:noFill/>
              <a:ln/>
            </p:spPr>
            <p:txBody>
              <a:bodyPr wrap="square" lIns="127" tIns="127" rIns="127" bIns="127" rtlCol="0" anchor="ctr">
                <a:noAutofit/>
              </a:bodyPr>
              <a:lstStyle/>
              <a:p>
                <a:pPr algn="ctr"/>
                <a:r>
                  <a:rPr lang="en-US" sz="900">
                    <a:solidFill>
                      <a:srgbClr val="1F1F1F"/>
                    </a:solidFill>
                    <a:ea typeface="Aptos" pitchFamily="34" charset="-122"/>
                    <a:cs typeface="Aptos" pitchFamily="34" charset="-120"/>
                  </a:rPr>
                  <a:t>Common, unchanged, building blocks for agents</a:t>
                </a:r>
                <a:endParaRPr lang="en-US" sz="900"/>
              </a:p>
            </p:txBody>
          </p:sp>
        </p:grpSp>
        <p:sp>
          <p:nvSpPr>
            <p:cNvPr id="54" name="Text 12">
              <a:extLst>
                <a:ext uri="{FF2B5EF4-FFF2-40B4-BE49-F238E27FC236}">
                  <a16:creationId xmlns:a16="http://schemas.microsoft.com/office/drawing/2014/main" id="{95568AB4-16A8-D12A-86D4-6F59474C56EE}"/>
                </a:ext>
              </a:extLst>
            </p:cNvPr>
            <p:cNvSpPr/>
            <p:nvPr/>
          </p:nvSpPr>
          <p:spPr>
            <a:xfrm>
              <a:off x="7935137" y="4173946"/>
              <a:ext cx="3469286" cy="192204"/>
            </a:xfrm>
            <a:prstGeom prst="rect">
              <a:avLst/>
            </a:prstGeom>
            <a:noFill/>
            <a:ln/>
          </p:spPr>
          <p:txBody>
            <a:bodyPr wrap="square" lIns="0" tIns="0" rIns="0" bIns="0" rtlCol="0" anchor="t">
              <a:normAutofit fontScale="85000" lnSpcReduction="10000"/>
            </a:bodyPr>
            <a:lstStyle/>
            <a:p>
              <a:pPr marL="0" indent="0" algn="ctr">
                <a:buNone/>
              </a:pPr>
              <a:r>
                <a:rPr lang="it-IT" sz="1200" b="1">
                  <a:solidFill>
                    <a:srgbClr val="8A1682"/>
                  </a:solidFill>
                </a:rPr>
                <a:t>K</a:t>
              </a:r>
              <a:r>
                <a:rPr lang="en-US" sz="1200" b="1">
                  <a:solidFill>
                    <a:srgbClr val="8A1682"/>
                  </a:solidFill>
                </a:rPr>
                <a:t>nowledge, Tools, Code Execution, Connected Agents, …</a:t>
              </a:r>
            </a:p>
          </p:txBody>
        </p:sp>
      </p:grpSp>
      <p:grpSp>
        <p:nvGrpSpPr>
          <p:cNvPr id="57" name="Group 56">
            <a:extLst>
              <a:ext uri="{FF2B5EF4-FFF2-40B4-BE49-F238E27FC236}">
                <a16:creationId xmlns:a16="http://schemas.microsoft.com/office/drawing/2014/main" id="{29CBEAF2-0BBB-CD86-47AB-CF58D11FB69B}"/>
              </a:ext>
            </a:extLst>
          </p:cNvPr>
          <p:cNvGrpSpPr/>
          <p:nvPr/>
        </p:nvGrpSpPr>
        <p:grpSpPr>
          <a:xfrm>
            <a:off x="7792808" y="3397708"/>
            <a:ext cx="3520440" cy="535315"/>
            <a:chOff x="7726680" y="2761323"/>
            <a:chExt cx="3520440" cy="535315"/>
          </a:xfrm>
        </p:grpSpPr>
        <p:sp>
          <p:nvSpPr>
            <p:cNvPr id="58" name="Shape 26">
              <a:extLst>
                <a:ext uri="{FF2B5EF4-FFF2-40B4-BE49-F238E27FC236}">
                  <a16:creationId xmlns:a16="http://schemas.microsoft.com/office/drawing/2014/main" id="{ACEE4E2E-487B-110A-21CC-54BFFCC2172C}"/>
                </a:ext>
              </a:extLst>
            </p:cNvPr>
            <p:cNvSpPr/>
            <p:nvPr/>
          </p:nvSpPr>
          <p:spPr>
            <a:xfrm>
              <a:off x="7726680" y="2761323"/>
              <a:ext cx="3520440" cy="535315"/>
            </a:xfrm>
            <a:prstGeom prst="roundRect">
              <a:avLst>
                <a:gd name="adj" fmla="val 19048"/>
              </a:avLst>
            </a:prstGeom>
            <a:solidFill>
              <a:schemeClr val="accent2">
                <a:lumMod val="20000"/>
                <a:lumOff val="80000"/>
              </a:schemeClr>
            </a:solidFill>
            <a:ln w="13970">
              <a:solidFill>
                <a:srgbClr val="E1D3F3"/>
              </a:solidFill>
              <a:prstDash val="solid"/>
            </a:ln>
          </p:spPr>
          <p:txBody>
            <a:bodyPr/>
            <a:lstStyle/>
            <a:p>
              <a:endParaRPr lang="en-US"/>
            </a:p>
          </p:txBody>
        </p:sp>
        <p:sp>
          <p:nvSpPr>
            <p:cNvPr id="59" name="Text 27">
              <a:extLst>
                <a:ext uri="{FF2B5EF4-FFF2-40B4-BE49-F238E27FC236}">
                  <a16:creationId xmlns:a16="http://schemas.microsoft.com/office/drawing/2014/main" id="{8A402ACD-0688-F16A-96D2-AC25787176A4}"/>
                </a:ext>
              </a:extLst>
            </p:cNvPr>
            <p:cNvSpPr/>
            <p:nvPr/>
          </p:nvSpPr>
          <p:spPr>
            <a:xfrm>
              <a:off x="7836408" y="2852763"/>
              <a:ext cx="3300984" cy="182880"/>
            </a:xfrm>
            <a:prstGeom prst="rect">
              <a:avLst/>
            </a:prstGeom>
            <a:noFill/>
            <a:ln/>
          </p:spPr>
          <p:txBody>
            <a:bodyPr wrap="square" lIns="0" tIns="0" rIns="0" bIns="0" rtlCol="0" anchor="t">
              <a:normAutofit/>
            </a:bodyPr>
            <a:lstStyle/>
            <a:p>
              <a:pPr marL="0" indent="0" algn="ctr">
                <a:buNone/>
              </a:pPr>
              <a:r>
                <a:rPr lang="en-US" sz="1200" b="1">
                  <a:solidFill>
                    <a:srgbClr val="8A1682"/>
                  </a:solidFill>
                  <a:ea typeface="Aptos" pitchFamily="34" charset="-122"/>
                  <a:cs typeface="Aptos" pitchFamily="34" charset="-120"/>
                </a:rPr>
                <a:t>Hooks (soon)</a:t>
              </a:r>
              <a:endParaRPr lang="en-US" sz="1200"/>
            </a:p>
          </p:txBody>
        </p:sp>
        <p:sp>
          <p:nvSpPr>
            <p:cNvPr id="61" name="Text 28">
              <a:extLst>
                <a:ext uri="{FF2B5EF4-FFF2-40B4-BE49-F238E27FC236}">
                  <a16:creationId xmlns:a16="http://schemas.microsoft.com/office/drawing/2014/main" id="{DC4CA2EC-4EAC-7E00-B827-EB4517172948}"/>
                </a:ext>
              </a:extLst>
            </p:cNvPr>
            <p:cNvSpPr/>
            <p:nvPr/>
          </p:nvSpPr>
          <p:spPr>
            <a:xfrm>
              <a:off x="7854696" y="3065592"/>
              <a:ext cx="3264408" cy="169789"/>
            </a:xfrm>
            <a:prstGeom prst="rect">
              <a:avLst/>
            </a:prstGeom>
            <a:noFill/>
            <a:ln/>
          </p:spPr>
          <p:txBody>
            <a:bodyPr wrap="square" lIns="127" tIns="127" rIns="127" bIns="127" rtlCol="0" anchor="ctr">
              <a:normAutofit/>
            </a:bodyPr>
            <a:lstStyle/>
            <a:p>
              <a:pPr marL="0" indent="0" algn="ctr">
                <a:buNone/>
              </a:pPr>
              <a:r>
                <a:rPr lang="en-US" sz="900">
                  <a:solidFill>
                    <a:srgbClr val="1F1F1F"/>
                  </a:solidFill>
                  <a:ea typeface="Aptos" pitchFamily="34" charset="-122"/>
                  <a:cs typeface="Aptos" pitchFamily="34" charset="-120"/>
                </a:rPr>
                <a:t>Trigger experience for code-first workflows</a:t>
              </a:r>
              <a:endParaRPr lang="en-US" sz="900"/>
            </a:p>
          </p:txBody>
        </p:sp>
      </p:grpSp>
      <p:grpSp>
        <p:nvGrpSpPr>
          <p:cNvPr id="64" name="Group 63">
            <a:extLst>
              <a:ext uri="{FF2B5EF4-FFF2-40B4-BE49-F238E27FC236}">
                <a16:creationId xmlns:a16="http://schemas.microsoft.com/office/drawing/2014/main" id="{25C6A574-DC69-C4EB-B277-4E3A145AEE3B}"/>
              </a:ext>
            </a:extLst>
          </p:cNvPr>
          <p:cNvGrpSpPr/>
          <p:nvPr/>
        </p:nvGrpSpPr>
        <p:grpSpPr>
          <a:xfrm>
            <a:off x="871462" y="4578133"/>
            <a:ext cx="3520440" cy="446992"/>
            <a:chOff x="760807" y="4285031"/>
            <a:chExt cx="3520440" cy="446992"/>
          </a:xfrm>
        </p:grpSpPr>
        <p:sp>
          <p:nvSpPr>
            <p:cNvPr id="65" name="Shape 11">
              <a:extLst>
                <a:ext uri="{FF2B5EF4-FFF2-40B4-BE49-F238E27FC236}">
                  <a16:creationId xmlns:a16="http://schemas.microsoft.com/office/drawing/2014/main" id="{F490094F-1AA5-2794-2A4B-2958030346E9}"/>
                </a:ext>
              </a:extLst>
            </p:cNvPr>
            <p:cNvSpPr/>
            <p:nvPr/>
          </p:nvSpPr>
          <p:spPr>
            <a:xfrm>
              <a:off x="760807" y="4285031"/>
              <a:ext cx="3520440" cy="432000"/>
            </a:xfrm>
            <a:prstGeom prst="roundRect">
              <a:avLst>
                <a:gd name="adj" fmla="val 19048"/>
              </a:avLst>
            </a:prstGeom>
            <a:solidFill>
              <a:schemeClr val="accent5">
                <a:lumMod val="20000"/>
                <a:lumOff val="80000"/>
              </a:schemeClr>
            </a:solidFill>
            <a:ln w="13970">
              <a:solidFill>
                <a:srgbClr val="CFE8FF"/>
              </a:solidFill>
              <a:prstDash val="solid"/>
            </a:ln>
          </p:spPr>
          <p:txBody>
            <a:bodyPr/>
            <a:lstStyle/>
            <a:p>
              <a:endParaRPr lang="en-US"/>
            </a:p>
          </p:txBody>
        </p:sp>
        <p:sp>
          <p:nvSpPr>
            <p:cNvPr id="66" name="Text 12">
              <a:extLst>
                <a:ext uri="{FF2B5EF4-FFF2-40B4-BE49-F238E27FC236}">
                  <a16:creationId xmlns:a16="http://schemas.microsoft.com/office/drawing/2014/main" id="{28355162-5E64-1857-8D4B-F07C5D01CA0B}"/>
                </a:ext>
              </a:extLst>
            </p:cNvPr>
            <p:cNvSpPr/>
            <p:nvPr/>
          </p:nvSpPr>
          <p:spPr>
            <a:xfrm>
              <a:off x="870535" y="4328549"/>
              <a:ext cx="3300984" cy="182880"/>
            </a:xfrm>
            <a:prstGeom prst="rect">
              <a:avLst/>
            </a:prstGeom>
            <a:noFill/>
            <a:ln/>
          </p:spPr>
          <p:txBody>
            <a:bodyPr wrap="square" lIns="0" tIns="0" rIns="0" bIns="0" rtlCol="0" anchor="t">
              <a:normAutofit/>
            </a:bodyPr>
            <a:lstStyle/>
            <a:p>
              <a:pPr marL="0" indent="0" algn="ctr">
                <a:buNone/>
              </a:pPr>
              <a:r>
                <a:rPr lang="en-US" sz="1200" b="1">
                  <a:solidFill>
                    <a:srgbClr val="005A9E"/>
                  </a:solidFill>
                  <a:ea typeface="Aptos" pitchFamily="34" charset="-122"/>
                  <a:cs typeface="Aptos" pitchFamily="34" charset="-120"/>
                </a:rPr>
                <a:t>Agent Flows</a:t>
              </a:r>
              <a:endParaRPr lang="en-US" sz="1200"/>
            </a:p>
          </p:txBody>
        </p:sp>
        <p:sp>
          <p:nvSpPr>
            <p:cNvPr id="67" name="Text 13">
              <a:extLst>
                <a:ext uri="{FF2B5EF4-FFF2-40B4-BE49-F238E27FC236}">
                  <a16:creationId xmlns:a16="http://schemas.microsoft.com/office/drawing/2014/main" id="{FDEFDE9F-0A61-522E-7BD6-1F96247BDC3A}"/>
                </a:ext>
              </a:extLst>
            </p:cNvPr>
            <p:cNvSpPr/>
            <p:nvPr/>
          </p:nvSpPr>
          <p:spPr>
            <a:xfrm>
              <a:off x="888823" y="4523322"/>
              <a:ext cx="3264408" cy="208701"/>
            </a:xfrm>
            <a:prstGeom prst="rect">
              <a:avLst/>
            </a:prstGeom>
            <a:noFill/>
            <a:ln/>
          </p:spPr>
          <p:txBody>
            <a:bodyPr wrap="square" lIns="127" tIns="127" rIns="127" bIns="127" rtlCol="0" anchor="ctr">
              <a:noAutofit/>
            </a:bodyPr>
            <a:lstStyle/>
            <a:p>
              <a:pPr marL="0" indent="0" algn="ctr">
                <a:buNone/>
              </a:pPr>
              <a:r>
                <a:rPr lang="en-US" sz="900">
                  <a:solidFill>
                    <a:srgbClr val="1F1F1F"/>
                  </a:solidFill>
                  <a:ea typeface="Aptos" pitchFamily="34" charset="-122"/>
                  <a:cs typeface="Aptos" pitchFamily="34" charset="-120"/>
                </a:rPr>
                <a:t>Automated, repetitive steps in a deterministic path</a:t>
              </a:r>
              <a:endParaRPr lang="en-US" sz="900"/>
            </a:p>
          </p:txBody>
        </p:sp>
      </p:grpSp>
      <p:grpSp>
        <p:nvGrpSpPr>
          <p:cNvPr id="70" name="Group 69">
            <a:extLst>
              <a:ext uri="{FF2B5EF4-FFF2-40B4-BE49-F238E27FC236}">
                <a16:creationId xmlns:a16="http://schemas.microsoft.com/office/drawing/2014/main" id="{907D9914-76A9-0F8E-B11B-891F2D72BD78}"/>
              </a:ext>
            </a:extLst>
          </p:cNvPr>
          <p:cNvGrpSpPr/>
          <p:nvPr/>
        </p:nvGrpSpPr>
        <p:grpSpPr>
          <a:xfrm>
            <a:off x="7791615" y="4112601"/>
            <a:ext cx="3520440" cy="535315"/>
            <a:chOff x="7726680" y="2761323"/>
            <a:chExt cx="3520440" cy="535315"/>
          </a:xfrm>
        </p:grpSpPr>
        <p:sp>
          <p:nvSpPr>
            <p:cNvPr id="71" name="Shape 26">
              <a:extLst>
                <a:ext uri="{FF2B5EF4-FFF2-40B4-BE49-F238E27FC236}">
                  <a16:creationId xmlns:a16="http://schemas.microsoft.com/office/drawing/2014/main" id="{0947F569-7381-5C25-2B83-C1E3D25D72CB}"/>
                </a:ext>
              </a:extLst>
            </p:cNvPr>
            <p:cNvSpPr/>
            <p:nvPr/>
          </p:nvSpPr>
          <p:spPr>
            <a:xfrm>
              <a:off x="7726680" y="2761323"/>
              <a:ext cx="3520440" cy="535315"/>
            </a:xfrm>
            <a:prstGeom prst="roundRect">
              <a:avLst>
                <a:gd name="adj" fmla="val 19048"/>
              </a:avLst>
            </a:prstGeom>
            <a:solidFill>
              <a:schemeClr val="accent2">
                <a:lumMod val="20000"/>
                <a:lumOff val="80000"/>
              </a:schemeClr>
            </a:solidFill>
            <a:ln w="13970">
              <a:solidFill>
                <a:srgbClr val="E1D3F3"/>
              </a:solidFill>
              <a:prstDash val="solid"/>
            </a:ln>
          </p:spPr>
          <p:txBody>
            <a:bodyPr/>
            <a:lstStyle/>
            <a:p>
              <a:endParaRPr lang="en-US"/>
            </a:p>
          </p:txBody>
        </p:sp>
        <p:sp>
          <p:nvSpPr>
            <p:cNvPr id="72" name="Text 27">
              <a:extLst>
                <a:ext uri="{FF2B5EF4-FFF2-40B4-BE49-F238E27FC236}">
                  <a16:creationId xmlns:a16="http://schemas.microsoft.com/office/drawing/2014/main" id="{BE56ED29-38FE-4650-ACC2-7257C15C88B1}"/>
                </a:ext>
              </a:extLst>
            </p:cNvPr>
            <p:cNvSpPr/>
            <p:nvPr/>
          </p:nvSpPr>
          <p:spPr>
            <a:xfrm>
              <a:off x="7836408" y="2852763"/>
              <a:ext cx="3300984" cy="182880"/>
            </a:xfrm>
            <a:prstGeom prst="rect">
              <a:avLst/>
            </a:prstGeom>
            <a:noFill/>
            <a:ln/>
          </p:spPr>
          <p:txBody>
            <a:bodyPr wrap="square" lIns="0" tIns="0" rIns="0" bIns="0" rtlCol="0" anchor="t">
              <a:normAutofit/>
            </a:bodyPr>
            <a:lstStyle/>
            <a:p>
              <a:pPr marL="0" indent="0" algn="ctr">
                <a:buNone/>
              </a:pPr>
              <a:r>
                <a:rPr lang="en-US" sz="1200" b="1">
                  <a:solidFill>
                    <a:srgbClr val="8A1682"/>
                  </a:solidFill>
                  <a:ea typeface="Aptos" pitchFamily="34" charset="-122"/>
                  <a:cs typeface="Aptos" pitchFamily="34" charset="-120"/>
                </a:rPr>
                <a:t>Workflows</a:t>
              </a:r>
              <a:endParaRPr lang="en-US" sz="1200"/>
            </a:p>
          </p:txBody>
        </p:sp>
        <p:sp>
          <p:nvSpPr>
            <p:cNvPr id="73" name="Text 28">
              <a:extLst>
                <a:ext uri="{FF2B5EF4-FFF2-40B4-BE49-F238E27FC236}">
                  <a16:creationId xmlns:a16="http://schemas.microsoft.com/office/drawing/2014/main" id="{BC03DBC4-09EE-A617-A1DB-B1CDCC0F494A}"/>
                </a:ext>
              </a:extLst>
            </p:cNvPr>
            <p:cNvSpPr/>
            <p:nvPr/>
          </p:nvSpPr>
          <p:spPr>
            <a:xfrm>
              <a:off x="7854696" y="3065592"/>
              <a:ext cx="3264408" cy="169789"/>
            </a:xfrm>
            <a:prstGeom prst="rect">
              <a:avLst/>
            </a:prstGeom>
            <a:noFill/>
            <a:ln/>
          </p:spPr>
          <p:txBody>
            <a:bodyPr wrap="square" lIns="127" tIns="127" rIns="127" bIns="127" rtlCol="0" anchor="ctr">
              <a:normAutofit/>
            </a:bodyPr>
            <a:lstStyle/>
            <a:p>
              <a:pPr marL="0" indent="0" algn="ctr">
                <a:buNone/>
              </a:pPr>
              <a:r>
                <a:rPr lang="en-US" sz="900">
                  <a:solidFill>
                    <a:srgbClr val="1F1F1F"/>
                  </a:solidFill>
                  <a:ea typeface="Aptos" pitchFamily="34" charset="-122"/>
                  <a:cs typeface="Aptos" pitchFamily="34" charset="-120"/>
                </a:rPr>
                <a:t>Automation with native AI actions and agent handoffs </a:t>
              </a:r>
              <a:endParaRPr lang="en-US" sz="900"/>
            </a:p>
          </p:txBody>
        </p:sp>
      </p:grpSp>
      <p:sp>
        <p:nvSpPr>
          <p:cNvPr id="69" name="TextBox 68">
            <a:extLst>
              <a:ext uri="{FF2B5EF4-FFF2-40B4-BE49-F238E27FC236}">
                <a16:creationId xmlns:a16="http://schemas.microsoft.com/office/drawing/2014/main" id="{7860D54E-48D8-A9E4-6D5A-681E6BEB9E60}"/>
              </a:ext>
            </a:extLst>
          </p:cNvPr>
          <p:cNvSpPr txBox="1"/>
          <p:nvPr/>
        </p:nvSpPr>
        <p:spPr>
          <a:xfrm>
            <a:off x="1172615" y="5984998"/>
            <a:ext cx="10121153" cy="307777"/>
          </a:xfrm>
          <a:prstGeom prst="rect">
            <a:avLst/>
          </a:prstGeom>
          <a:noFill/>
        </p:spPr>
        <p:txBody>
          <a:bodyPr wrap="square">
            <a:spAutoFit/>
          </a:bodyPr>
          <a:lstStyle/>
          <a:p>
            <a:pPr algn="ctr"/>
            <a:r>
              <a:rPr lang="en-GB" sz="1400" b="1">
                <a:latin typeface="+mj-lt"/>
                <a:cs typeface="Segoe UI" pitchFamily="34" charset="0"/>
              </a:rPr>
              <a:t>Translate what the agent must do into loop-ready components, rather than copying building blocks one-for-one.</a:t>
            </a:r>
          </a:p>
        </p:txBody>
      </p:sp>
    </p:spTree>
    <p:extLst>
      <p:ext uri="{BB962C8B-B14F-4D97-AF65-F5344CB8AC3E}">
        <p14:creationId xmlns:p14="http://schemas.microsoft.com/office/powerpoint/2010/main" val="3674467208"/>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910B9-77ED-EABE-EDCB-289FC728166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CBC0667-B808-D56C-F814-4EEC55067F4F}"/>
              </a:ext>
            </a:extLst>
          </p:cNvPr>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itle 1">
            <a:extLst>
              <a:ext uri="{FF2B5EF4-FFF2-40B4-BE49-F238E27FC236}">
                <a16:creationId xmlns:a16="http://schemas.microsoft.com/office/drawing/2014/main" id="{6603EF31-074F-C230-29CF-90E5D5A14320}"/>
              </a:ext>
            </a:extLst>
          </p:cNvPr>
          <p:cNvSpPr txBox="1">
            <a:spLocks/>
          </p:cNvSpPr>
          <p:nvPr/>
        </p:nvSpPr>
        <p:spPr>
          <a:xfrm>
            <a:off x="417577" y="521601"/>
            <a:ext cx="11052046" cy="492443"/>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r>
              <a:rPr lang="en-US" sz="2800" b="1">
                <a:solidFill>
                  <a:srgbClr val="000000"/>
                </a:solidFill>
                <a:latin typeface="Segoe UI Semibold" panose="020B0702040204020203" pitchFamily="34" charset="0"/>
                <a:cs typeface="Segoe UI Semibold" panose="020B0702040204020203" pitchFamily="34" charset="0"/>
              </a:rPr>
              <a:t>Replacing standard constructs: branch by design choice</a:t>
            </a:r>
          </a:p>
        </p:txBody>
      </p:sp>
      <p:sp>
        <p:nvSpPr>
          <p:cNvPr id="60" name="Text Placeholder 59">
            <a:extLst>
              <a:ext uri="{FF2B5EF4-FFF2-40B4-BE49-F238E27FC236}">
                <a16:creationId xmlns:a16="http://schemas.microsoft.com/office/drawing/2014/main" id="{7E8E5A77-ED79-8867-325C-06B20E224D8E}"/>
              </a:ext>
            </a:extLst>
          </p:cNvPr>
          <p:cNvSpPr>
            <a:spLocks noGrp="1"/>
          </p:cNvSpPr>
          <p:nvPr>
            <p:ph type="body" sz="quarter" idx="11"/>
          </p:nvPr>
        </p:nvSpPr>
        <p:spPr>
          <a:xfrm>
            <a:off x="554736" y="356788"/>
            <a:ext cx="11052046" cy="153888"/>
          </a:xfrm>
        </p:spPr>
        <p:txBody>
          <a:bodyPr/>
          <a:lstStyle/>
          <a:p>
            <a:r>
              <a:rPr lang="en-US">
                <a:solidFill>
                  <a:srgbClr val="566172"/>
                </a:solidFill>
                <a:latin typeface="Aptos" panose="020B0004020202020204" pitchFamily="34" charset="0"/>
              </a:rPr>
              <a:t>Some STANDARD constructs map to multiple components in the ghcp harness. The right target depends on the intent behind the construct.</a:t>
            </a:r>
          </a:p>
        </p:txBody>
      </p:sp>
      <p:sp>
        <p:nvSpPr>
          <p:cNvPr id="44" name="Rectangle: Rounded Corners 43">
            <a:extLst>
              <a:ext uri="{FF2B5EF4-FFF2-40B4-BE49-F238E27FC236}">
                <a16:creationId xmlns:a16="http://schemas.microsoft.com/office/drawing/2014/main" id="{B56CF83B-B653-1FD5-162D-CAEA8B35EE32}"/>
              </a:ext>
            </a:extLst>
          </p:cNvPr>
          <p:cNvSpPr/>
          <p:nvPr/>
        </p:nvSpPr>
        <p:spPr bwMode="auto">
          <a:xfrm>
            <a:off x="640080" y="1850656"/>
            <a:ext cx="2423160" cy="621792"/>
          </a:xfrm>
          <a:prstGeom prst="roundRect">
            <a:avLst/>
          </a:prstGeom>
          <a:solidFill>
            <a:srgbClr val="FFFFFF"/>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US" sz="1400">
              <a:solidFill>
                <a:schemeClr val="bg1"/>
              </a:solidFill>
              <a:latin typeface="+mj-lt"/>
              <a:ea typeface="Segoe UI" pitchFamily="34" charset="0"/>
              <a:cs typeface="Segoe UI" pitchFamily="34" charset="0"/>
            </a:endParaRPr>
          </a:p>
        </p:txBody>
      </p:sp>
      <p:sp>
        <p:nvSpPr>
          <p:cNvPr id="45" name="TextBox 44">
            <a:extLst>
              <a:ext uri="{FF2B5EF4-FFF2-40B4-BE49-F238E27FC236}">
                <a16:creationId xmlns:a16="http://schemas.microsoft.com/office/drawing/2014/main" id="{FA6B7742-4A77-DF1B-DD8F-AA8DC25B79E5}"/>
              </a:ext>
            </a:extLst>
          </p:cNvPr>
          <p:cNvSpPr txBox="1"/>
          <p:nvPr/>
        </p:nvSpPr>
        <p:spPr>
          <a:xfrm>
            <a:off x="868680" y="1853776"/>
            <a:ext cx="1965960" cy="615553"/>
          </a:xfrm>
          <a:prstGeom prst="rect">
            <a:avLst/>
          </a:prstGeom>
          <a:noFill/>
        </p:spPr>
        <p:txBody>
          <a:bodyPr vert="horz" wrap="square" lIns="50800" tIns="25400" rIns="50800" bIns="25400" rtlCol="0" anchor="ctr">
            <a:noAutofit/>
          </a:bodyPr>
          <a:lstStyle/>
          <a:p>
            <a:pPr algn="ctr"/>
            <a:r>
              <a:rPr lang="en-US" sz="1400" b="1">
                <a:solidFill>
                  <a:srgbClr val="1F1F1F"/>
                </a:solidFill>
                <a:latin typeface="+mj-lt"/>
              </a:rPr>
              <a:t>Topic</a:t>
            </a:r>
            <a:endParaRPr lang="en-US" sz="1400" b="1" err="1">
              <a:solidFill>
                <a:srgbClr val="1F1F1F"/>
              </a:solidFill>
              <a:latin typeface="+mj-lt"/>
            </a:endParaRPr>
          </a:p>
        </p:txBody>
      </p:sp>
      <p:cxnSp>
        <p:nvCxnSpPr>
          <p:cNvPr id="46" name="Straight Arrow Connector 45">
            <a:extLst>
              <a:ext uri="{FF2B5EF4-FFF2-40B4-BE49-F238E27FC236}">
                <a16:creationId xmlns:a16="http://schemas.microsoft.com/office/drawing/2014/main" id="{8FB41F27-893F-9735-D755-3774932BEC68}"/>
              </a:ext>
            </a:extLst>
          </p:cNvPr>
          <p:cNvCxnSpPr/>
          <p:nvPr/>
        </p:nvCxnSpPr>
        <p:spPr>
          <a:xfrm flipV="1">
            <a:off x="3063240" y="1657180"/>
            <a:ext cx="1097280" cy="338328"/>
          </a:xfrm>
          <a:prstGeom prst="straightConnector1">
            <a:avLst/>
          </a:prstGeom>
          <a:ln w="22860">
            <a:solidFill>
              <a:srgbClr val="C239B3"/>
            </a:solidFill>
            <a:prstDash val="dash"/>
            <a:headEnd type="none"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AADF04C-9C2F-5BA9-4A3A-735370715657}"/>
              </a:ext>
            </a:extLst>
          </p:cNvPr>
          <p:cNvCxnSpPr>
            <a:cxnSpLocks/>
          </p:cNvCxnSpPr>
          <p:nvPr/>
        </p:nvCxnSpPr>
        <p:spPr>
          <a:xfrm>
            <a:off x="5310476" y="1831203"/>
            <a:ext cx="0" cy="328898"/>
          </a:xfrm>
          <a:prstGeom prst="straightConnector1">
            <a:avLst/>
          </a:prstGeom>
          <a:ln w="22860">
            <a:solidFill>
              <a:srgbClr val="13A10E"/>
            </a:solidFill>
            <a:prstDash val="dash"/>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48" name="Rectangle: Rounded Corners 47">
            <a:extLst>
              <a:ext uri="{FF2B5EF4-FFF2-40B4-BE49-F238E27FC236}">
                <a16:creationId xmlns:a16="http://schemas.microsoft.com/office/drawing/2014/main" id="{21D9E8B9-0F23-E54C-0448-329745E98ED6}"/>
              </a:ext>
            </a:extLst>
          </p:cNvPr>
          <p:cNvSpPr/>
          <p:nvPr/>
        </p:nvSpPr>
        <p:spPr bwMode="auto">
          <a:xfrm>
            <a:off x="4274819" y="1392003"/>
            <a:ext cx="2057400" cy="439200"/>
          </a:xfrm>
          <a:prstGeom prst="roundRect">
            <a:avLst/>
          </a:prstGeom>
          <a:solidFill>
            <a:srgbClr val="F8E8F7"/>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100">
              <a:solidFill>
                <a:schemeClr val="bg1"/>
              </a:solidFill>
              <a:ea typeface="Segoe UI" pitchFamily="34" charset="0"/>
              <a:cs typeface="Segoe UI" pitchFamily="34" charset="0"/>
            </a:endParaRPr>
          </a:p>
        </p:txBody>
      </p:sp>
      <p:sp>
        <p:nvSpPr>
          <p:cNvPr id="49" name="TextBox 48">
            <a:extLst>
              <a:ext uri="{FF2B5EF4-FFF2-40B4-BE49-F238E27FC236}">
                <a16:creationId xmlns:a16="http://schemas.microsoft.com/office/drawing/2014/main" id="{7367D0F2-7181-6947-1707-06B9B7801B45}"/>
              </a:ext>
            </a:extLst>
          </p:cNvPr>
          <p:cNvSpPr txBox="1"/>
          <p:nvPr/>
        </p:nvSpPr>
        <p:spPr>
          <a:xfrm>
            <a:off x="4457699" y="1392004"/>
            <a:ext cx="1691640" cy="439200"/>
          </a:xfrm>
          <a:prstGeom prst="rect">
            <a:avLst/>
          </a:prstGeom>
          <a:noFill/>
        </p:spPr>
        <p:txBody>
          <a:bodyPr vert="horz" wrap="square" lIns="50800" tIns="25400" rIns="50800" bIns="25400" rtlCol="0" anchor="ctr">
            <a:noAutofit/>
          </a:bodyPr>
          <a:lstStyle/>
          <a:p>
            <a:pPr algn="ctr"/>
            <a:r>
              <a:rPr lang="en-US" sz="1200" b="1">
                <a:solidFill>
                  <a:srgbClr val="8A1682"/>
                </a:solidFill>
              </a:rPr>
              <a:t>Skill</a:t>
            </a:r>
            <a:endParaRPr lang="en-US" sz="1200" b="1" err="1">
              <a:solidFill>
                <a:srgbClr val="8A1682"/>
              </a:solidFill>
            </a:endParaRPr>
          </a:p>
        </p:txBody>
      </p:sp>
      <p:sp>
        <p:nvSpPr>
          <p:cNvPr id="50" name="Rectangle: Rounded Corners 49">
            <a:extLst>
              <a:ext uri="{FF2B5EF4-FFF2-40B4-BE49-F238E27FC236}">
                <a16:creationId xmlns:a16="http://schemas.microsoft.com/office/drawing/2014/main" id="{0D267064-F529-6983-00D8-21148BC67B65}"/>
              </a:ext>
            </a:extLst>
          </p:cNvPr>
          <p:cNvSpPr/>
          <p:nvPr/>
        </p:nvSpPr>
        <p:spPr bwMode="auto">
          <a:xfrm>
            <a:off x="4274819" y="2203833"/>
            <a:ext cx="2057400" cy="439200"/>
          </a:xfrm>
          <a:prstGeom prst="roundRect">
            <a:avLst/>
          </a:prstGeom>
          <a:solidFill>
            <a:srgbClr val="EAF7EA"/>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100">
              <a:solidFill>
                <a:schemeClr val="bg1"/>
              </a:solidFill>
              <a:ea typeface="Segoe UI" pitchFamily="34" charset="0"/>
              <a:cs typeface="Segoe UI" pitchFamily="34" charset="0"/>
            </a:endParaRPr>
          </a:p>
        </p:txBody>
      </p:sp>
      <p:sp>
        <p:nvSpPr>
          <p:cNvPr id="51" name="TextBox 50">
            <a:extLst>
              <a:ext uri="{FF2B5EF4-FFF2-40B4-BE49-F238E27FC236}">
                <a16:creationId xmlns:a16="http://schemas.microsoft.com/office/drawing/2014/main" id="{2337B907-7869-539F-913A-E46342371A47}"/>
              </a:ext>
            </a:extLst>
          </p:cNvPr>
          <p:cNvSpPr txBox="1"/>
          <p:nvPr/>
        </p:nvSpPr>
        <p:spPr>
          <a:xfrm>
            <a:off x="4457699" y="2197434"/>
            <a:ext cx="1691640" cy="445599"/>
          </a:xfrm>
          <a:prstGeom prst="rect">
            <a:avLst/>
          </a:prstGeom>
          <a:noFill/>
        </p:spPr>
        <p:txBody>
          <a:bodyPr vert="horz" wrap="square" lIns="50800" tIns="25400" rIns="50800" bIns="25400" rtlCol="0" anchor="ctr">
            <a:noAutofit/>
          </a:bodyPr>
          <a:lstStyle/>
          <a:p>
            <a:pPr algn="ctr"/>
            <a:r>
              <a:rPr lang="en-US" sz="1200" b="1">
                <a:solidFill>
                  <a:srgbClr val="13A10E"/>
                </a:solidFill>
              </a:rPr>
              <a:t>Tool</a:t>
            </a:r>
          </a:p>
        </p:txBody>
      </p:sp>
      <p:sp>
        <p:nvSpPr>
          <p:cNvPr id="52" name="Rectangle: Rounded Corners 51">
            <a:extLst>
              <a:ext uri="{FF2B5EF4-FFF2-40B4-BE49-F238E27FC236}">
                <a16:creationId xmlns:a16="http://schemas.microsoft.com/office/drawing/2014/main" id="{56D47741-4E19-EB4D-5CD4-1BE78D0BD857}"/>
              </a:ext>
            </a:extLst>
          </p:cNvPr>
          <p:cNvSpPr/>
          <p:nvPr/>
        </p:nvSpPr>
        <p:spPr bwMode="auto">
          <a:xfrm>
            <a:off x="6515099" y="1392004"/>
            <a:ext cx="5091683" cy="439200"/>
          </a:xfrm>
          <a:prstGeom prst="roundRect">
            <a:avLst/>
          </a:prstGeom>
          <a:solidFill>
            <a:srgbClr val="FBFDFF"/>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US" sz="1100">
              <a:solidFill>
                <a:schemeClr val="tx2">
                  <a:lumMod val="75000"/>
                  <a:lumOff val="25000"/>
                </a:schemeClr>
              </a:solidFill>
              <a:ea typeface="Segoe UI" pitchFamily="34" charset="0"/>
              <a:cs typeface="Segoe UI" pitchFamily="34" charset="0"/>
            </a:endParaRPr>
          </a:p>
        </p:txBody>
      </p:sp>
      <p:sp>
        <p:nvSpPr>
          <p:cNvPr id="2" name="TextBox 1">
            <a:extLst>
              <a:ext uri="{FF2B5EF4-FFF2-40B4-BE49-F238E27FC236}">
                <a16:creationId xmlns:a16="http://schemas.microsoft.com/office/drawing/2014/main" id="{1D64A328-D778-3029-DAD4-EE29F99A3C7C}"/>
              </a:ext>
            </a:extLst>
          </p:cNvPr>
          <p:cNvSpPr txBox="1"/>
          <p:nvPr/>
        </p:nvSpPr>
        <p:spPr>
          <a:xfrm>
            <a:off x="6706689" y="1392004"/>
            <a:ext cx="4703745" cy="439200"/>
          </a:xfrm>
          <a:prstGeom prst="rect">
            <a:avLst/>
          </a:prstGeom>
          <a:noFill/>
        </p:spPr>
        <p:txBody>
          <a:bodyPr vert="horz" wrap="square" lIns="50800" tIns="25400" rIns="50800" bIns="25400" rtlCol="0" anchor="ctr">
            <a:noAutofit/>
          </a:bodyPr>
          <a:lstStyle/>
          <a:p>
            <a:r>
              <a:rPr lang="en-US" sz="1100">
                <a:solidFill>
                  <a:schemeClr val="tx2">
                    <a:lumMod val="75000"/>
                    <a:lumOff val="25000"/>
                  </a:schemeClr>
                </a:solidFill>
              </a:rPr>
              <a:t>Topics drive the conversational flow. Use a skill when the topic is a reusable procedure, or context useful only in a specific scenario.</a:t>
            </a:r>
          </a:p>
        </p:txBody>
      </p:sp>
      <p:sp>
        <p:nvSpPr>
          <p:cNvPr id="54" name="Rectangle: Rounded Corners 53">
            <a:extLst>
              <a:ext uri="{FF2B5EF4-FFF2-40B4-BE49-F238E27FC236}">
                <a16:creationId xmlns:a16="http://schemas.microsoft.com/office/drawing/2014/main" id="{F9FF5467-AAEE-F8B8-DB88-923142EC531A}"/>
              </a:ext>
            </a:extLst>
          </p:cNvPr>
          <p:cNvSpPr/>
          <p:nvPr/>
        </p:nvSpPr>
        <p:spPr bwMode="auto">
          <a:xfrm>
            <a:off x="6515099" y="2203834"/>
            <a:ext cx="5091683" cy="439200"/>
          </a:xfrm>
          <a:prstGeom prst="roundRect">
            <a:avLst/>
          </a:prstGeom>
          <a:solidFill>
            <a:srgbClr val="FBFDFF"/>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US" sz="1100">
              <a:solidFill>
                <a:schemeClr val="tx2">
                  <a:lumMod val="75000"/>
                  <a:lumOff val="25000"/>
                </a:schemeClr>
              </a:solidFill>
              <a:ea typeface="Segoe UI" pitchFamily="34" charset="0"/>
              <a:cs typeface="Segoe UI" pitchFamily="34" charset="0"/>
            </a:endParaRPr>
          </a:p>
        </p:txBody>
      </p:sp>
      <p:sp>
        <p:nvSpPr>
          <p:cNvPr id="55" name="TextBox 54">
            <a:extLst>
              <a:ext uri="{FF2B5EF4-FFF2-40B4-BE49-F238E27FC236}">
                <a16:creationId xmlns:a16="http://schemas.microsoft.com/office/drawing/2014/main" id="{D8285D18-8797-7C4C-19C2-F6FFA67E6C18}"/>
              </a:ext>
            </a:extLst>
          </p:cNvPr>
          <p:cNvSpPr txBox="1"/>
          <p:nvPr/>
        </p:nvSpPr>
        <p:spPr>
          <a:xfrm>
            <a:off x="6706689" y="2203834"/>
            <a:ext cx="4703745" cy="439200"/>
          </a:xfrm>
          <a:prstGeom prst="rect">
            <a:avLst/>
          </a:prstGeom>
          <a:noFill/>
        </p:spPr>
        <p:txBody>
          <a:bodyPr vert="horz" wrap="square" lIns="50800" tIns="25400" rIns="50800" bIns="25400" rtlCol="0" anchor="ctr">
            <a:noAutofit/>
          </a:bodyPr>
          <a:lstStyle/>
          <a:p>
            <a:r>
              <a:rPr lang="en-US" sz="1100">
                <a:solidFill>
                  <a:schemeClr val="tx2">
                    <a:lumMod val="75000"/>
                    <a:lumOff val="25000"/>
                  </a:schemeClr>
                </a:solidFill>
              </a:rPr>
              <a:t>To replace a topic, you might also need to add a tool when the topic mainly performs one action, lookup, or deterministic function.</a:t>
            </a:r>
          </a:p>
        </p:txBody>
      </p:sp>
      <p:sp>
        <p:nvSpPr>
          <p:cNvPr id="56" name="Rectangle: Rounded Corners 55">
            <a:extLst>
              <a:ext uri="{FF2B5EF4-FFF2-40B4-BE49-F238E27FC236}">
                <a16:creationId xmlns:a16="http://schemas.microsoft.com/office/drawing/2014/main" id="{69FCC74D-2168-4641-4691-85F1DDA37413}"/>
              </a:ext>
            </a:extLst>
          </p:cNvPr>
          <p:cNvSpPr/>
          <p:nvPr/>
        </p:nvSpPr>
        <p:spPr bwMode="auto">
          <a:xfrm>
            <a:off x="640080" y="3061346"/>
            <a:ext cx="2423160" cy="438912"/>
          </a:xfrm>
          <a:prstGeom prst="roundRect">
            <a:avLst/>
          </a:prstGeom>
          <a:solidFill>
            <a:srgbClr val="FFFFFF"/>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US" sz="1400">
              <a:solidFill>
                <a:schemeClr val="bg1"/>
              </a:solidFill>
              <a:latin typeface="+mj-lt"/>
              <a:ea typeface="Segoe UI" pitchFamily="34" charset="0"/>
              <a:cs typeface="Segoe UI" pitchFamily="34" charset="0"/>
            </a:endParaRPr>
          </a:p>
        </p:txBody>
      </p:sp>
      <p:sp>
        <p:nvSpPr>
          <p:cNvPr id="57" name="TextBox 56">
            <a:extLst>
              <a:ext uri="{FF2B5EF4-FFF2-40B4-BE49-F238E27FC236}">
                <a16:creationId xmlns:a16="http://schemas.microsoft.com/office/drawing/2014/main" id="{69345497-2BBC-6648-5267-BC2523E18F98}"/>
              </a:ext>
            </a:extLst>
          </p:cNvPr>
          <p:cNvSpPr txBox="1"/>
          <p:nvPr/>
        </p:nvSpPr>
        <p:spPr>
          <a:xfrm>
            <a:off x="868680" y="3126914"/>
            <a:ext cx="1965960" cy="307777"/>
          </a:xfrm>
          <a:prstGeom prst="rect">
            <a:avLst/>
          </a:prstGeom>
          <a:noFill/>
        </p:spPr>
        <p:txBody>
          <a:bodyPr vert="horz" wrap="square" lIns="50800" tIns="25400" rIns="50800" bIns="25400" rtlCol="0" anchor="ctr">
            <a:noAutofit/>
          </a:bodyPr>
          <a:lstStyle/>
          <a:p>
            <a:pPr algn="ctr"/>
            <a:r>
              <a:rPr lang="en-US" sz="1400" b="1">
                <a:solidFill>
                  <a:srgbClr val="1F1F1F"/>
                </a:solidFill>
                <a:latin typeface="+mj-lt"/>
              </a:rPr>
              <a:t>Power Fx</a:t>
            </a:r>
            <a:endParaRPr lang="en-US" sz="1400" b="1" err="1">
              <a:solidFill>
                <a:srgbClr val="1F1F1F"/>
              </a:solidFill>
              <a:latin typeface="+mj-lt"/>
            </a:endParaRPr>
          </a:p>
        </p:txBody>
      </p:sp>
      <p:cxnSp>
        <p:nvCxnSpPr>
          <p:cNvPr id="58" name="Straight Arrow Connector 57">
            <a:extLst>
              <a:ext uri="{FF2B5EF4-FFF2-40B4-BE49-F238E27FC236}">
                <a16:creationId xmlns:a16="http://schemas.microsoft.com/office/drawing/2014/main" id="{6571F292-5A21-4055-1AB9-236073628556}"/>
              </a:ext>
            </a:extLst>
          </p:cNvPr>
          <p:cNvCxnSpPr/>
          <p:nvPr/>
        </p:nvCxnSpPr>
        <p:spPr>
          <a:xfrm>
            <a:off x="3090672" y="3277790"/>
            <a:ext cx="1005840" cy="0"/>
          </a:xfrm>
          <a:prstGeom prst="straightConnector1">
            <a:avLst/>
          </a:prstGeom>
          <a:ln w="22860">
            <a:solidFill>
              <a:srgbClr val="F7630C"/>
            </a:solidFill>
            <a:prstDash val="dash"/>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59" name="Rectangle: Rounded Corners 58">
            <a:extLst>
              <a:ext uri="{FF2B5EF4-FFF2-40B4-BE49-F238E27FC236}">
                <a16:creationId xmlns:a16="http://schemas.microsoft.com/office/drawing/2014/main" id="{621C2B82-480D-B5BF-0513-0311435F69CF}"/>
              </a:ext>
            </a:extLst>
          </p:cNvPr>
          <p:cNvSpPr/>
          <p:nvPr/>
        </p:nvSpPr>
        <p:spPr bwMode="auto">
          <a:xfrm>
            <a:off x="4274819" y="3058333"/>
            <a:ext cx="2057400" cy="439200"/>
          </a:xfrm>
          <a:prstGeom prst="roundRect">
            <a:avLst/>
          </a:prstGeom>
          <a:solidFill>
            <a:srgbClr val="FFF1E8"/>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US" sz="1100">
              <a:solidFill>
                <a:schemeClr val="bg1"/>
              </a:solidFill>
              <a:ea typeface="Segoe UI" pitchFamily="34" charset="0"/>
              <a:cs typeface="Segoe UI" pitchFamily="34" charset="0"/>
            </a:endParaRPr>
          </a:p>
        </p:txBody>
      </p:sp>
      <p:sp>
        <p:nvSpPr>
          <p:cNvPr id="4" name="TextBox 3">
            <a:extLst>
              <a:ext uri="{FF2B5EF4-FFF2-40B4-BE49-F238E27FC236}">
                <a16:creationId xmlns:a16="http://schemas.microsoft.com/office/drawing/2014/main" id="{1D1319FA-17DB-FA44-1984-2BCE0D0EBE84}"/>
              </a:ext>
            </a:extLst>
          </p:cNvPr>
          <p:cNvSpPr txBox="1"/>
          <p:nvPr/>
        </p:nvSpPr>
        <p:spPr>
          <a:xfrm>
            <a:off x="4421123" y="3057959"/>
            <a:ext cx="1764792" cy="438912"/>
          </a:xfrm>
          <a:prstGeom prst="rect">
            <a:avLst/>
          </a:prstGeom>
          <a:noFill/>
        </p:spPr>
        <p:txBody>
          <a:bodyPr vert="horz" wrap="square" lIns="50800" tIns="25400" rIns="50800" bIns="25400" rtlCol="0" anchor="ctr">
            <a:noAutofit/>
          </a:bodyPr>
          <a:lstStyle/>
          <a:p>
            <a:pPr algn="ctr"/>
            <a:r>
              <a:rPr lang="en-US" sz="1200" b="1">
                <a:solidFill>
                  <a:srgbClr val="F7630C"/>
                </a:solidFill>
              </a:rPr>
              <a:t>Tool / skill helper code</a:t>
            </a:r>
          </a:p>
        </p:txBody>
      </p:sp>
      <p:sp>
        <p:nvSpPr>
          <p:cNvPr id="61" name="Rectangle: Rounded Corners 60">
            <a:extLst>
              <a:ext uri="{FF2B5EF4-FFF2-40B4-BE49-F238E27FC236}">
                <a16:creationId xmlns:a16="http://schemas.microsoft.com/office/drawing/2014/main" id="{BFBB98B4-4567-8EF4-A27E-490BD7A99289}"/>
              </a:ext>
            </a:extLst>
          </p:cNvPr>
          <p:cNvSpPr/>
          <p:nvPr/>
        </p:nvSpPr>
        <p:spPr bwMode="auto">
          <a:xfrm>
            <a:off x="6515099" y="3058334"/>
            <a:ext cx="5091683" cy="439200"/>
          </a:xfrm>
          <a:prstGeom prst="roundRect">
            <a:avLst/>
          </a:prstGeom>
          <a:solidFill>
            <a:srgbClr val="FBFDFF"/>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US" sz="1100">
              <a:solidFill>
                <a:schemeClr val="tx2">
                  <a:lumMod val="75000"/>
                  <a:lumOff val="25000"/>
                </a:schemeClr>
              </a:solidFill>
              <a:ea typeface="Segoe UI" pitchFamily="34" charset="0"/>
              <a:cs typeface="Segoe UI" pitchFamily="34" charset="0"/>
            </a:endParaRPr>
          </a:p>
        </p:txBody>
      </p:sp>
      <p:sp>
        <p:nvSpPr>
          <p:cNvPr id="62" name="TextBox 61">
            <a:extLst>
              <a:ext uri="{FF2B5EF4-FFF2-40B4-BE49-F238E27FC236}">
                <a16:creationId xmlns:a16="http://schemas.microsoft.com/office/drawing/2014/main" id="{161CC826-F284-FDD5-BBD9-AABCF0633C23}"/>
              </a:ext>
            </a:extLst>
          </p:cNvPr>
          <p:cNvSpPr txBox="1"/>
          <p:nvPr/>
        </p:nvSpPr>
        <p:spPr>
          <a:xfrm>
            <a:off x="6706689" y="3057960"/>
            <a:ext cx="4703745" cy="445312"/>
          </a:xfrm>
          <a:prstGeom prst="rect">
            <a:avLst/>
          </a:prstGeom>
          <a:noFill/>
        </p:spPr>
        <p:txBody>
          <a:bodyPr vert="horz" wrap="square" lIns="50800" tIns="25400" rIns="50800" bIns="25400" rtlCol="0" anchor="ctr">
            <a:noAutofit/>
          </a:bodyPr>
          <a:lstStyle/>
          <a:p>
            <a:r>
              <a:rPr lang="en-US" sz="1100">
                <a:solidFill>
                  <a:schemeClr val="tx2">
                    <a:lumMod val="75000"/>
                    <a:lumOff val="25000"/>
                  </a:schemeClr>
                </a:solidFill>
              </a:rPr>
              <a:t>Move deterministic data-manipulation formulas into explicit code, referenced either in the instructions or in a skill support file.</a:t>
            </a:r>
          </a:p>
        </p:txBody>
      </p:sp>
      <p:sp>
        <p:nvSpPr>
          <p:cNvPr id="63" name="Rectangle: Rounded Corners 62">
            <a:extLst>
              <a:ext uri="{FF2B5EF4-FFF2-40B4-BE49-F238E27FC236}">
                <a16:creationId xmlns:a16="http://schemas.microsoft.com/office/drawing/2014/main" id="{489A85F7-24AC-2C4E-9B44-BD3A96A5B34F}"/>
              </a:ext>
            </a:extLst>
          </p:cNvPr>
          <p:cNvSpPr/>
          <p:nvPr/>
        </p:nvSpPr>
        <p:spPr bwMode="auto">
          <a:xfrm>
            <a:off x="640080" y="3683138"/>
            <a:ext cx="2423160" cy="438912"/>
          </a:xfrm>
          <a:prstGeom prst="roundRect">
            <a:avLst/>
          </a:prstGeom>
          <a:solidFill>
            <a:srgbClr val="FFFFFF"/>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US" sz="1400">
              <a:solidFill>
                <a:schemeClr val="bg1"/>
              </a:solidFill>
              <a:latin typeface="+mj-lt"/>
              <a:ea typeface="Segoe UI" pitchFamily="34" charset="0"/>
              <a:cs typeface="Segoe UI" pitchFamily="34" charset="0"/>
            </a:endParaRPr>
          </a:p>
        </p:txBody>
      </p:sp>
      <p:sp>
        <p:nvSpPr>
          <p:cNvPr id="64" name="TextBox 63">
            <a:extLst>
              <a:ext uri="{FF2B5EF4-FFF2-40B4-BE49-F238E27FC236}">
                <a16:creationId xmlns:a16="http://schemas.microsoft.com/office/drawing/2014/main" id="{97D4625E-E457-AEE9-9568-A15157A135D7}"/>
              </a:ext>
            </a:extLst>
          </p:cNvPr>
          <p:cNvSpPr txBox="1"/>
          <p:nvPr/>
        </p:nvSpPr>
        <p:spPr>
          <a:xfrm>
            <a:off x="868680" y="3748706"/>
            <a:ext cx="1965960" cy="307777"/>
          </a:xfrm>
          <a:prstGeom prst="rect">
            <a:avLst/>
          </a:prstGeom>
          <a:noFill/>
        </p:spPr>
        <p:txBody>
          <a:bodyPr vert="horz" wrap="square" lIns="50800" tIns="25400" rIns="50800" bIns="25400" rtlCol="0" anchor="ctr">
            <a:noAutofit/>
          </a:bodyPr>
          <a:lstStyle/>
          <a:p>
            <a:pPr algn="ctr"/>
            <a:r>
              <a:rPr lang="en-US" sz="1400" b="1">
                <a:solidFill>
                  <a:srgbClr val="1F1F1F"/>
                </a:solidFill>
                <a:latin typeface="+mj-lt"/>
              </a:rPr>
              <a:t>Variables</a:t>
            </a:r>
            <a:endParaRPr lang="en-US" sz="1400" b="1" err="1">
              <a:solidFill>
                <a:srgbClr val="1F1F1F"/>
              </a:solidFill>
              <a:latin typeface="+mj-lt"/>
            </a:endParaRPr>
          </a:p>
        </p:txBody>
      </p:sp>
      <p:cxnSp>
        <p:nvCxnSpPr>
          <p:cNvPr id="65" name="Straight Arrow Connector 64">
            <a:extLst>
              <a:ext uri="{FF2B5EF4-FFF2-40B4-BE49-F238E27FC236}">
                <a16:creationId xmlns:a16="http://schemas.microsoft.com/office/drawing/2014/main" id="{C8E8B450-E7A7-420E-E167-6CC8F86A62CF}"/>
              </a:ext>
            </a:extLst>
          </p:cNvPr>
          <p:cNvCxnSpPr/>
          <p:nvPr/>
        </p:nvCxnSpPr>
        <p:spPr>
          <a:xfrm>
            <a:off x="3090672" y="3899582"/>
            <a:ext cx="1005840" cy="0"/>
          </a:xfrm>
          <a:prstGeom prst="straightConnector1">
            <a:avLst/>
          </a:prstGeom>
          <a:ln w="22860">
            <a:solidFill>
              <a:srgbClr val="6B46C1"/>
            </a:solidFill>
            <a:prstDash val="dash"/>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66" name="Rectangle: Rounded Corners 65">
            <a:extLst>
              <a:ext uri="{FF2B5EF4-FFF2-40B4-BE49-F238E27FC236}">
                <a16:creationId xmlns:a16="http://schemas.microsoft.com/office/drawing/2014/main" id="{185B078C-2EAD-6EC1-6B1B-E182BF303AF7}"/>
              </a:ext>
            </a:extLst>
          </p:cNvPr>
          <p:cNvSpPr/>
          <p:nvPr/>
        </p:nvSpPr>
        <p:spPr bwMode="auto">
          <a:xfrm>
            <a:off x="4274819" y="3680125"/>
            <a:ext cx="2057400" cy="439200"/>
          </a:xfrm>
          <a:prstGeom prst="roundRect">
            <a:avLst/>
          </a:prstGeom>
          <a:solidFill>
            <a:srgbClr val="F1EAFE"/>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US" sz="1100">
              <a:solidFill>
                <a:schemeClr val="bg1"/>
              </a:solidFill>
              <a:ea typeface="Segoe UI" pitchFamily="34" charset="0"/>
              <a:cs typeface="Segoe UI" pitchFamily="34" charset="0"/>
            </a:endParaRPr>
          </a:p>
        </p:txBody>
      </p:sp>
      <p:sp>
        <p:nvSpPr>
          <p:cNvPr id="67" name="TextBox 66">
            <a:extLst>
              <a:ext uri="{FF2B5EF4-FFF2-40B4-BE49-F238E27FC236}">
                <a16:creationId xmlns:a16="http://schemas.microsoft.com/office/drawing/2014/main" id="{51894AA8-6DE2-8C6D-87CC-13CAA23D2310}"/>
              </a:ext>
            </a:extLst>
          </p:cNvPr>
          <p:cNvSpPr txBox="1"/>
          <p:nvPr/>
        </p:nvSpPr>
        <p:spPr>
          <a:xfrm>
            <a:off x="4421123" y="3679463"/>
            <a:ext cx="1764792" cy="439200"/>
          </a:xfrm>
          <a:prstGeom prst="rect">
            <a:avLst/>
          </a:prstGeom>
          <a:noFill/>
        </p:spPr>
        <p:txBody>
          <a:bodyPr vert="horz" wrap="square" lIns="50800" tIns="25400" rIns="50800" bIns="25400" rtlCol="0" anchor="ctr">
            <a:noAutofit/>
          </a:bodyPr>
          <a:lstStyle/>
          <a:p>
            <a:pPr algn="ctr"/>
            <a:r>
              <a:rPr lang="en-US" sz="1200" b="1">
                <a:solidFill>
                  <a:srgbClr val="6B46C1"/>
                </a:solidFill>
              </a:rPr>
              <a:t>Conversation history / memory / database</a:t>
            </a:r>
          </a:p>
        </p:txBody>
      </p:sp>
      <p:sp>
        <p:nvSpPr>
          <p:cNvPr id="68" name="Rectangle: Rounded Corners 67">
            <a:extLst>
              <a:ext uri="{FF2B5EF4-FFF2-40B4-BE49-F238E27FC236}">
                <a16:creationId xmlns:a16="http://schemas.microsoft.com/office/drawing/2014/main" id="{B3172D08-CF21-908D-987A-2A0FA0467607}"/>
              </a:ext>
            </a:extLst>
          </p:cNvPr>
          <p:cNvSpPr/>
          <p:nvPr/>
        </p:nvSpPr>
        <p:spPr bwMode="auto">
          <a:xfrm>
            <a:off x="6515099" y="3680126"/>
            <a:ext cx="5091683" cy="439200"/>
          </a:xfrm>
          <a:prstGeom prst="roundRect">
            <a:avLst/>
          </a:prstGeom>
          <a:solidFill>
            <a:srgbClr val="FBFDFF"/>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US" sz="1100">
              <a:solidFill>
                <a:schemeClr val="tx2">
                  <a:lumMod val="75000"/>
                  <a:lumOff val="25000"/>
                </a:schemeClr>
              </a:solidFill>
              <a:ea typeface="Segoe UI" pitchFamily="34" charset="0"/>
              <a:cs typeface="Segoe UI" pitchFamily="34" charset="0"/>
            </a:endParaRPr>
          </a:p>
        </p:txBody>
      </p:sp>
      <p:sp>
        <p:nvSpPr>
          <p:cNvPr id="69" name="TextBox 68">
            <a:extLst>
              <a:ext uri="{FF2B5EF4-FFF2-40B4-BE49-F238E27FC236}">
                <a16:creationId xmlns:a16="http://schemas.microsoft.com/office/drawing/2014/main" id="{55C158B1-CF43-2341-608B-25A056131149}"/>
              </a:ext>
            </a:extLst>
          </p:cNvPr>
          <p:cNvSpPr txBox="1"/>
          <p:nvPr/>
        </p:nvSpPr>
        <p:spPr>
          <a:xfrm>
            <a:off x="6703641" y="3674388"/>
            <a:ext cx="4839523" cy="444276"/>
          </a:xfrm>
          <a:prstGeom prst="rect">
            <a:avLst/>
          </a:prstGeom>
          <a:noFill/>
        </p:spPr>
        <p:txBody>
          <a:bodyPr vert="horz" wrap="square" lIns="50800" tIns="25400" rIns="50800" bIns="25400" rtlCol="0" anchor="ctr">
            <a:noAutofit/>
          </a:bodyPr>
          <a:lstStyle/>
          <a:p>
            <a:r>
              <a:rPr lang="en-US" sz="1100">
                <a:solidFill>
                  <a:schemeClr val="tx2">
                    <a:lumMod val="75000"/>
                    <a:lumOff val="25000"/>
                  </a:schemeClr>
                </a:solidFill>
              </a:rPr>
              <a:t>Keep short-lived context in the loop; for durable task context use Dataverse, for user context use memory. If the value is derived, use the agent sandbox.</a:t>
            </a:r>
          </a:p>
        </p:txBody>
      </p:sp>
      <p:sp>
        <p:nvSpPr>
          <p:cNvPr id="70" name="Rectangle: Rounded Corners 69">
            <a:extLst>
              <a:ext uri="{FF2B5EF4-FFF2-40B4-BE49-F238E27FC236}">
                <a16:creationId xmlns:a16="http://schemas.microsoft.com/office/drawing/2014/main" id="{6D11FEBF-BC02-5A41-80A5-453027B3DD6D}"/>
              </a:ext>
            </a:extLst>
          </p:cNvPr>
          <p:cNvSpPr/>
          <p:nvPr/>
        </p:nvSpPr>
        <p:spPr bwMode="auto">
          <a:xfrm>
            <a:off x="640080" y="4304930"/>
            <a:ext cx="2423160" cy="438912"/>
          </a:xfrm>
          <a:prstGeom prst="roundRect">
            <a:avLst/>
          </a:prstGeom>
          <a:solidFill>
            <a:srgbClr val="FFFFFF"/>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US" sz="1400">
              <a:solidFill>
                <a:schemeClr val="bg1"/>
              </a:solidFill>
              <a:latin typeface="+mj-lt"/>
              <a:ea typeface="Segoe UI" pitchFamily="34" charset="0"/>
              <a:cs typeface="Segoe UI" pitchFamily="34" charset="0"/>
            </a:endParaRPr>
          </a:p>
        </p:txBody>
      </p:sp>
      <p:sp>
        <p:nvSpPr>
          <p:cNvPr id="71" name="TextBox 70">
            <a:extLst>
              <a:ext uri="{FF2B5EF4-FFF2-40B4-BE49-F238E27FC236}">
                <a16:creationId xmlns:a16="http://schemas.microsoft.com/office/drawing/2014/main" id="{D1F73BDB-0D59-F4C4-4D16-0BE8F5F33AF2}"/>
              </a:ext>
            </a:extLst>
          </p:cNvPr>
          <p:cNvSpPr txBox="1"/>
          <p:nvPr/>
        </p:nvSpPr>
        <p:spPr>
          <a:xfrm>
            <a:off x="868680" y="4370498"/>
            <a:ext cx="1965960" cy="307777"/>
          </a:xfrm>
          <a:prstGeom prst="rect">
            <a:avLst/>
          </a:prstGeom>
          <a:noFill/>
        </p:spPr>
        <p:txBody>
          <a:bodyPr vert="horz" wrap="square" lIns="50800" tIns="25400" rIns="50800" bIns="25400" rtlCol="0" anchor="ctr">
            <a:noAutofit/>
          </a:bodyPr>
          <a:lstStyle/>
          <a:p>
            <a:pPr algn="ctr"/>
            <a:r>
              <a:rPr lang="en-US" sz="1400" b="1">
                <a:solidFill>
                  <a:srgbClr val="1F1F1F"/>
                </a:solidFill>
                <a:latin typeface="+mj-lt"/>
              </a:rPr>
              <a:t>Deterministic Flows</a:t>
            </a:r>
          </a:p>
        </p:txBody>
      </p:sp>
      <p:cxnSp>
        <p:nvCxnSpPr>
          <p:cNvPr id="72" name="Straight Arrow Connector 71">
            <a:extLst>
              <a:ext uri="{FF2B5EF4-FFF2-40B4-BE49-F238E27FC236}">
                <a16:creationId xmlns:a16="http://schemas.microsoft.com/office/drawing/2014/main" id="{EA8A3AB6-8ADC-CD9E-3764-9C65E42388A2}"/>
              </a:ext>
            </a:extLst>
          </p:cNvPr>
          <p:cNvCxnSpPr/>
          <p:nvPr/>
        </p:nvCxnSpPr>
        <p:spPr>
          <a:xfrm>
            <a:off x="3090672" y="4521374"/>
            <a:ext cx="1005840" cy="0"/>
          </a:xfrm>
          <a:prstGeom prst="straightConnector1">
            <a:avLst/>
          </a:prstGeom>
          <a:ln w="22860">
            <a:solidFill>
              <a:srgbClr val="13A10E"/>
            </a:solidFill>
            <a:prstDash val="dash"/>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73" name="Rectangle: Rounded Corners 72">
            <a:extLst>
              <a:ext uri="{FF2B5EF4-FFF2-40B4-BE49-F238E27FC236}">
                <a16:creationId xmlns:a16="http://schemas.microsoft.com/office/drawing/2014/main" id="{8763519F-D58F-7B25-BDA4-4643C1413403}"/>
              </a:ext>
            </a:extLst>
          </p:cNvPr>
          <p:cNvSpPr/>
          <p:nvPr/>
        </p:nvSpPr>
        <p:spPr bwMode="auto">
          <a:xfrm>
            <a:off x="4274819" y="4301917"/>
            <a:ext cx="2057400" cy="439200"/>
          </a:xfrm>
          <a:prstGeom prst="roundRect">
            <a:avLst/>
          </a:prstGeom>
          <a:solidFill>
            <a:srgbClr val="EAF7EA"/>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US" sz="1100">
              <a:solidFill>
                <a:schemeClr val="bg1"/>
              </a:solidFill>
              <a:ea typeface="Segoe UI" pitchFamily="34" charset="0"/>
              <a:cs typeface="Segoe UI" pitchFamily="34" charset="0"/>
            </a:endParaRPr>
          </a:p>
        </p:txBody>
      </p:sp>
      <p:sp>
        <p:nvSpPr>
          <p:cNvPr id="74" name="TextBox 73">
            <a:extLst>
              <a:ext uri="{FF2B5EF4-FFF2-40B4-BE49-F238E27FC236}">
                <a16:creationId xmlns:a16="http://schemas.microsoft.com/office/drawing/2014/main" id="{5E2BE409-30B6-973A-9F26-884D3B48C8B8}"/>
              </a:ext>
            </a:extLst>
          </p:cNvPr>
          <p:cNvSpPr txBox="1"/>
          <p:nvPr/>
        </p:nvSpPr>
        <p:spPr>
          <a:xfrm>
            <a:off x="4421123" y="4300594"/>
            <a:ext cx="1764792" cy="438912"/>
          </a:xfrm>
          <a:prstGeom prst="rect">
            <a:avLst/>
          </a:prstGeom>
          <a:noFill/>
        </p:spPr>
        <p:txBody>
          <a:bodyPr vert="horz" wrap="square" lIns="50800" tIns="25400" rIns="50800" bIns="25400" rtlCol="0" anchor="ctr">
            <a:noAutofit/>
          </a:bodyPr>
          <a:lstStyle/>
          <a:p>
            <a:pPr algn="ctr"/>
            <a:r>
              <a:rPr lang="en-US" sz="1200" b="1">
                <a:solidFill>
                  <a:srgbClr val="13A10E"/>
                </a:solidFill>
              </a:rPr>
              <a:t>Workflows</a:t>
            </a:r>
          </a:p>
        </p:txBody>
      </p:sp>
      <p:sp>
        <p:nvSpPr>
          <p:cNvPr id="75" name="Rectangle: Rounded Corners 74">
            <a:extLst>
              <a:ext uri="{FF2B5EF4-FFF2-40B4-BE49-F238E27FC236}">
                <a16:creationId xmlns:a16="http://schemas.microsoft.com/office/drawing/2014/main" id="{19B69ECE-1D04-22C3-571B-957D062EB40F}"/>
              </a:ext>
            </a:extLst>
          </p:cNvPr>
          <p:cNvSpPr/>
          <p:nvPr/>
        </p:nvSpPr>
        <p:spPr bwMode="auto">
          <a:xfrm>
            <a:off x="6515099" y="4301918"/>
            <a:ext cx="5091683" cy="439200"/>
          </a:xfrm>
          <a:prstGeom prst="roundRect">
            <a:avLst/>
          </a:prstGeom>
          <a:solidFill>
            <a:srgbClr val="FBFDFF"/>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US" sz="1100">
              <a:solidFill>
                <a:schemeClr val="tx2">
                  <a:lumMod val="75000"/>
                  <a:lumOff val="25000"/>
                </a:schemeClr>
              </a:solidFill>
              <a:ea typeface="Segoe UI" pitchFamily="34" charset="0"/>
              <a:cs typeface="Segoe UI" pitchFamily="34" charset="0"/>
            </a:endParaRPr>
          </a:p>
        </p:txBody>
      </p:sp>
      <p:sp>
        <p:nvSpPr>
          <p:cNvPr id="76" name="TextBox 75">
            <a:extLst>
              <a:ext uri="{FF2B5EF4-FFF2-40B4-BE49-F238E27FC236}">
                <a16:creationId xmlns:a16="http://schemas.microsoft.com/office/drawing/2014/main" id="{D18FF031-7461-C0E7-A2EC-F92413E1BD9B}"/>
              </a:ext>
            </a:extLst>
          </p:cNvPr>
          <p:cNvSpPr txBox="1"/>
          <p:nvPr/>
        </p:nvSpPr>
        <p:spPr>
          <a:xfrm>
            <a:off x="6702180" y="4301918"/>
            <a:ext cx="4904602" cy="444344"/>
          </a:xfrm>
          <a:prstGeom prst="rect">
            <a:avLst/>
          </a:prstGeom>
          <a:noFill/>
        </p:spPr>
        <p:txBody>
          <a:bodyPr vert="horz" wrap="square" lIns="50800" tIns="25400" rIns="50800" bIns="25400" rtlCol="0" anchor="ctr">
            <a:noAutofit/>
          </a:bodyPr>
          <a:lstStyle/>
          <a:p>
            <a:r>
              <a:rPr lang="en-GB" sz="1100">
                <a:solidFill>
                  <a:schemeClr val="tx2">
                    <a:lumMod val="75000"/>
                    <a:lumOff val="25000"/>
                  </a:schemeClr>
                </a:solidFill>
              </a:rPr>
              <a:t>Workflows keep known deterministic blocks and gain AI-native actions. Move prompts into inline agents, which offer tool orchestration besides reasoning.</a:t>
            </a:r>
            <a:endParaRPr lang="en-US" sz="1100">
              <a:solidFill>
                <a:schemeClr val="tx2">
                  <a:lumMod val="75000"/>
                  <a:lumOff val="25000"/>
                </a:schemeClr>
              </a:solidFill>
            </a:endParaRPr>
          </a:p>
        </p:txBody>
      </p:sp>
      <p:sp>
        <p:nvSpPr>
          <p:cNvPr id="77" name="Rectangle: Rounded Corners 76">
            <a:extLst>
              <a:ext uri="{FF2B5EF4-FFF2-40B4-BE49-F238E27FC236}">
                <a16:creationId xmlns:a16="http://schemas.microsoft.com/office/drawing/2014/main" id="{97CCCBAA-E822-7D87-DF53-F6FB62D2D276}"/>
              </a:ext>
            </a:extLst>
          </p:cNvPr>
          <p:cNvSpPr/>
          <p:nvPr/>
        </p:nvSpPr>
        <p:spPr bwMode="auto">
          <a:xfrm>
            <a:off x="640080" y="4926722"/>
            <a:ext cx="2423160" cy="438912"/>
          </a:xfrm>
          <a:prstGeom prst="roundRect">
            <a:avLst/>
          </a:prstGeom>
          <a:solidFill>
            <a:srgbClr val="FFFFFF"/>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US" sz="1400">
              <a:solidFill>
                <a:schemeClr val="bg1"/>
              </a:solidFill>
              <a:latin typeface="+mj-lt"/>
              <a:ea typeface="Segoe UI" pitchFamily="34" charset="0"/>
              <a:cs typeface="Segoe UI" pitchFamily="34" charset="0"/>
            </a:endParaRPr>
          </a:p>
        </p:txBody>
      </p:sp>
      <p:sp>
        <p:nvSpPr>
          <p:cNvPr id="78" name="TextBox 77">
            <a:extLst>
              <a:ext uri="{FF2B5EF4-FFF2-40B4-BE49-F238E27FC236}">
                <a16:creationId xmlns:a16="http://schemas.microsoft.com/office/drawing/2014/main" id="{BC728D64-FF65-F0B4-3E94-86085D314628}"/>
              </a:ext>
            </a:extLst>
          </p:cNvPr>
          <p:cNvSpPr txBox="1"/>
          <p:nvPr/>
        </p:nvSpPr>
        <p:spPr>
          <a:xfrm>
            <a:off x="868680" y="4992290"/>
            <a:ext cx="1965960" cy="307777"/>
          </a:xfrm>
          <a:prstGeom prst="rect">
            <a:avLst/>
          </a:prstGeom>
          <a:noFill/>
        </p:spPr>
        <p:txBody>
          <a:bodyPr vert="horz" wrap="square" lIns="50800" tIns="25400" rIns="50800" bIns="25400" rtlCol="0" anchor="ctr">
            <a:noAutofit/>
          </a:bodyPr>
          <a:lstStyle/>
          <a:p>
            <a:pPr algn="ctr"/>
            <a:r>
              <a:rPr lang="en-US" sz="1400" b="1">
                <a:solidFill>
                  <a:srgbClr val="1F1F1F"/>
                </a:solidFill>
                <a:latin typeface="+mj-lt"/>
              </a:rPr>
              <a:t>Fallback topic</a:t>
            </a:r>
            <a:endParaRPr lang="en-US" sz="1400" b="1" err="1">
              <a:solidFill>
                <a:srgbClr val="1F1F1F"/>
              </a:solidFill>
              <a:latin typeface="+mj-lt"/>
            </a:endParaRPr>
          </a:p>
        </p:txBody>
      </p:sp>
      <p:cxnSp>
        <p:nvCxnSpPr>
          <p:cNvPr id="79" name="Straight Arrow Connector 78">
            <a:extLst>
              <a:ext uri="{FF2B5EF4-FFF2-40B4-BE49-F238E27FC236}">
                <a16:creationId xmlns:a16="http://schemas.microsoft.com/office/drawing/2014/main" id="{16BE2484-502E-0FB4-7B6F-2C81C77EC4EB}"/>
              </a:ext>
            </a:extLst>
          </p:cNvPr>
          <p:cNvCxnSpPr/>
          <p:nvPr/>
        </p:nvCxnSpPr>
        <p:spPr>
          <a:xfrm>
            <a:off x="3090672" y="5143166"/>
            <a:ext cx="1005840" cy="0"/>
          </a:xfrm>
          <a:prstGeom prst="straightConnector1">
            <a:avLst/>
          </a:prstGeom>
          <a:ln w="22860">
            <a:solidFill>
              <a:srgbClr val="0078D4"/>
            </a:solidFill>
            <a:prstDash val="dash"/>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80" name="Rectangle: Rounded Corners 79">
            <a:extLst>
              <a:ext uri="{FF2B5EF4-FFF2-40B4-BE49-F238E27FC236}">
                <a16:creationId xmlns:a16="http://schemas.microsoft.com/office/drawing/2014/main" id="{C5400900-1768-6AF6-495A-A2614D030242}"/>
              </a:ext>
            </a:extLst>
          </p:cNvPr>
          <p:cNvSpPr/>
          <p:nvPr/>
        </p:nvSpPr>
        <p:spPr bwMode="auto">
          <a:xfrm>
            <a:off x="4274819" y="4923709"/>
            <a:ext cx="2057400" cy="439200"/>
          </a:xfrm>
          <a:prstGeom prst="roundRect">
            <a:avLst/>
          </a:prstGeom>
          <a:solidFill>
            <a:srgbClr val="EAF5FF"/>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US" sz="1100">
              <a:solidFill>
                <a:schemeClr val="bg1"/>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792A434D-2FE3-D6FF-3431-6AFF7C718835}"/>
              </a:ext>
            </a:extLst>
          </p:cNvPr>
          <p:cNvSpPr txBox="1"/>
          <p:nvPr/>
        </p:nvSpPr>
        <p:spPr>
          <a:xfrm>
            <a:off x="4421123" y="4922098"/>
            <a:ext cx="1764792" cy="438913"/>
          </a:xfrm>
          <a:prstGeom prst="rect">
            <a:avLst/>
          </a:prstGeom>
          <a:noFill/>
        </p:spPr>
        <p:txBody>
          <a:bodyPr vert="horz" wrap="square" lIns="50800" tIns="25400" rIns="50800" bIns="25400" rtlCol="0" anchor="ctr">
            <a:noAutofit/>
          </a:bodyPr>
          <a:lstStyle/>
          <a:p>
            <a:pPr algn="ctr"/>
            <a:r>
              <a:rPr lang="en-US" sz="1200" b="1">
                <a:solidFill>
                  <a:srgbClr val="0078D4"/>
                </a:solidFill>
              </a:rPr>
              <a:t>Instructions + knowledge + evals</a:t>
            </a:r>
          </a:p>
        </p:txBody>
      </p:sp>
      <p:sp>
        <p:nvSpPr>
          <p:cNvPr id="7" name="Rectangle: Rounded Corners 6">
            <a:extLst>
              <a:ext uri="{FF2B5EF4-FFF2-40B4-BE49-F238E27FC236}">
                <a16:creationId xmlns:a16="http://schemas.microsoft.com/office/drawing/2014/main" id="{290A696F-BD52-4870-85DE-1016D251CDBA}"/>
              </a:ext>
            </a:extLst>
          </p:cNvPr>
          <p:cNvSpPr/>
          <p:nvPr/>
        </p:nvSpPr>
        <p:spPr bwMode="auto">
          <a:xfrm>
            <a:off x="6515099" y="4923710"/>
            <a:ext cx="5091683" cy="439200"/>
          </a:xfrm>
          <a:prstGeom prst="roundRect">
            <a:avLst/>
          </a:prstGeom>
          <a:solidFill>
            <a:srgbClr val="FBFDFF"/>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US" sz="1100">
              <a:solidFill>
                <a:schemeClr val="tx2">
                  <a:lumMod val="75000"/>
                  <a:lumOff val="25000"/>
                </a:schemeClr>
              </a:solidFill>
              <a:ea typeface="Segoe UI" pitchFamily="34" charset="0"/>
              <a:cs typeface="Segoe UI" pitchFamily="34" charset="0"/>
            </a:endParaRPr>
          </a:p>
        </p:txBody>
      </p:sp>
      <p:sp>
        <p:nvSpPr>
          <p:cNvPr id="83" name="TextBox 82">
            <a:extLst>
              <a:ext uri="{FF2B5EF4-FFF2-40B4-BE49-F238E27FC236}">
                <a16:creationId xmlns:a16="http://schemas.microsoft.com/office/drawing/2014/main" id="{0DF61C2B-E064-89FF-CD27-12BBA803CA03}"/>
              </a:ext>
            </a:extLst>
          </p:cNvPr>
          <p:cNvSpPr txBox="1"/>
          <p:nvPr/>
        </p:nvSpPr>
        <p:spPr>
          <a:xfrm>
            <a:off x="6706689" y="4928854"/>
            <a:ext cx="4703745" cy="432158"/>
          </a:xfrm>
          <a:prstGeom prst="rect">
            <a:avLst/>
          </a:prstGeom>
          <a:noFill/>
        </p:spPr>
        <p:txBody>
          <a:bodyPr vert="horz" wrap="square" lIns="50800" tIns="25400" rIns="50800" bIns="25400" rtlCol="0" anchor="ctr">
            <a:noAutofit/>
          </a:bodyPr>
          <a:lstStyle/>
          <a:p>
            <a:r>
              <a:rPr lang="en-US" sz="1100">
                <a:solidFill>
                  <a:schemeClr val="tx2">
                    <a:lumMod val="75000"/>
                    <a:lumOff val="25000"/>
                  </a:schemeClr>
                </a:solidFill>
              </a:rPr>
              <a:t>Define fallback behavior, grounding strategy, and tests for unresolved intents.</a:t>
            </a:r>
            <a:endParaRPr lang="en-US" sz="1100" err="1">
              <a:solidFill>
                <a:schemeClr val="tx2">
                  <a:lumMod val="75000"/>
                  <a:lumOff val="25000"/>
                </a:schemeClr>
              </a:solidFill>
            </a:endParaRPr>
          </a:p>
        </p:txBody>
      </p:sp>
      <p:sp>
        <p:nvSpPr>
          <p:cNvPr id="8" name="Takeaway Banner">
            <a:extLst>
              <a:ext uri="{FF2B5EF4-FFF2-40B4-BE49-F238E27FC236}">
                <a16:creationId xmlns:a16="http://schemas.microsoft.com/office/drawing/2014/main" id="{2890EA0C-E5FE-3EDE-1C35-86DB7A6B818C}"/>
              </a:ext>
            </a:extLst>
          </p:cNvPr>
          <p:cNvSpPr/>
          <p:nvPr/>
        </p:nvSpPr>
        <p:spPr>
          <a:xfrm>
            <a:off x="640080" y="5720690"/>
            <a:ext cx="10980419" cy="402336"/>
          </a:xfrm>
          <a:prstGeom prst="roundRect">
            <a:avLst>
              <a:gd name="adj" fmla="val 12000"/>
            </a:avLst>
          </a:prstGeom>
          <a:solidFill>
            <a:srgbClr val="FAF8FA"/>
          </a:solidFill>
          <a:ln w="12700">
            <a:solidFill>
              <a:schemeClr val="bg1"/>
            </a:solidFill>
          </a:ln>
          <a:effectLst>
            <a:outerShdw blurRad="50800" dist="38100" dir="5400000" algn="t" rotWithShape="0">
              <a:prstClr val="black">
                <a:alpha val="40000"/>
              </a:prstClr>
            </a:outerShdw>
          </a:effectLst>
        </p:spPr>
        <p:txBody>
          <a:bodyPr lIns="182880" tIns="18288" rIns="182880" bIns="18288" rtlCol="0" anchor="ctr"/>
          <a:lstStyle/>
          <a:p>
            <a:pPr algn="ctr"/>
            <a:r>
              <a:rPr lang="en-GB" sz="1300" b="1">
                <a:latin typeface="+mj-lt"/>
                <a:cs typeface="Segoe UI" pitchFamily="34" charset="0"/>
              </a:rPr>
              <a:t>The target component is a design decision. Split old artifacts when one construct actually contains multiple jobs.</a:t>
            </a:r>
          </a:p>
        </p:txBody>
      </p:sp>
    </p:spTree>
    <p:extLst>
      <p:ext uri="{BB962C8B-B14F-4D97-AF65-F5344CB8AC3E}">
        <p14:creationId xmlns:p14="http://schemas.microsoft.com/office/powerpoint/2010/main" val="4039376711"/>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A4605-4395-B488-F851-A24FD1EE07A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60D4BD9-85EB-D469-568C-87B52873D811}"/>
              </a:ext>
            </a:extLst>
          </p:cNvPr>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itle 1">
            <a:extLst>
              <a:ext uri="{FF2B5EF4-FFF2-40B4-BE49-F238E27FC236}">
                <a16:creationId xmlns:a16="http://schemas.microsoft.com/office/drawing/2014/main" id="{EF6606C6-2384-268B-731E-3AED3F557238}"/>
              </a:ext>
            </a:extLst>
          </p:cNvPr>
          <p:cNvSpPr txBox="1">
            <a:spLocks/>
          </p:cNvSpPr>
          <p:nvPr/>
        </p:nvSpPr>
        <p:spPr>
          <a:xfrm>
            <a:off x="417577" y="521601"/>
            <a:ext cx="11052046" cy="492443"/>
          </a:xfrm>
          <a:prstGeom prst="rect">
            <a:avLst/>
          </a:prstGeom>
        </p:spPr>
        <p:txBody>
          <a:bodyPr/>
          <a:lstStyle>
            <a:lvl1pPr algn="l" defTabSz="932742" rtl="0" eaLnBrk="1" latinLnBrk="0" hangingPunct="1">
              <a:lnSpc>
                <a:spcPct val="100000"/>
              </a:lnSpc>
              <a:spcBef>
                <a:spcPct val="0"/>
              </a:spcBef>
              <a:buNone/>
              <a:defRPr lang="en-US" sz="2400" b="0" kern="1200" cap="none" spc="-50" baseline="0" dirty="0" smtClean="0">
                <a:ln w="3175">
                  <a:noFill/>
                </a:ln>
                <a:solidFill>
                  <a:schemeClr val="tx1"/>
                </a:solidFill>
                <a:effectLst/>
                <a:latin typeface="+mj-lt"/>
                <a:ea typeface="+mn-ea"/>
                <a:cs typeface="Segoe Sans Display" pitchFamily="2" charset="0"/>
              </a:defRPr>
            </a:lvl1pPr>
          </a:lstStyle>
          <a:p>
            <a:r>
              <a:rPr lang="en-US" sz="2800" b="1">
                <a:solidFill>
                  <a:srgbClr val="000000"/>
                </a:solidFill>
                <a:latin typeface="Segoe UI Semibold" panose="020B0702040204020203" pitchFamily="34" charset="0"/>
                <a:cs typeface="Segoe UI Semibold" panose="020B0702040204020203" pitchFamily="34" charset="0"/>
              </a:rPr>
              <a:t>Upgrade workflow: understand, inventor, refactor, evaluate</a:t>
            </a:r>
          </a:p>
        </p:txBody>
      </p:sp>
      <p:sp>
        <p:nvSpPr>
          <p:cNvPr id="60" name="Text Placeholder 59">
            <a:extLst>
              <a:ext uri="{FF2B5EF4-FFF2-40B4-BE49-F238E27FC236}">
                <a16:creationId xmlns:a16="http://schemas.microsoft.com/office/drawing/2014/main" id="{76335FE4-70F6-B91A-827B-B73DDAB89CB2}"/>
              </a:ext>
            </a:extLst>
          </p:cNvPr>
          <p:cNvSpPr>
            <a:spLocks noGrp="1"/>
          </p:cNvSpPr>
          <p:nvPr>
            <p:ph type="body" sz="quarter" idx="11"/>
          </p:nvPr>
        </p:nvSpPr>
        <p:spPr>
          <a:xfrm>
            <a:off x="546120" y="320480"/>
            <a:ext cx="11052046" cy="153888"/>
          </a:xfrm>
        </p:spPr>
        <p:txBody>
          <a:bodyPr/>
          <a:lstStyle/>
          <a:p>
            <a:r>
              <a:rPr lang="en-US">
                <a:solidFill>
                  <a:srgbClr val="566172"/>
                </a:solidFill>
                <a:latin typeface="Aptos" panose="020B0004020202020204" pitchFamily="34" charset="0"/>
              </a:rPr>
              <a:t>Take stock of the existing agent, then loop on refactoring until it meets its evals.</a:t>
            </a:r>
          </a:p>
        </p:txBody>
      </p:sp>
      <p:grpSp>
        <p:nvGrpSpPr>
          <p:cNvPr id="139" name="Group 138">
            <a:extLst>
              <a:ext uri="{FF2B5EF4-FFF2-40B4-BE49-F238E27FC236}">
                <a16:creationId xmlns:a16="http://schemas.microsoft.com/office/drawing/2014/main" id="{1B2951AE-EE68-3845-5917-43BCCDBF3F0A}"/>
              </a:ext>
            </a:extLst>
          </p:cNvPr>
          <p:cNvGrpSpPr/>
          <p:nvPr/>
        </p:nvGrpSpPr>
        <p:grpSpPr>
          <a:xfrm>
            <a:off x="718930" y="1370278"/>
            <a:ext cx="10515600" cy="2003877"/>
            <a:chOff x="718930" y="1423286"/>
            <a:chExt cx="10515600" cy="2003877"/>
          </a:xfrm>
        </p:grpSpPr>
        <p:cxnSp>
          <p:nvCxnSpPr>
            <p:cNvPr id="91" name="Straight Arrow Connector 90">
              <a:extLst>
                <a:ext uri="{FF2B5EF4-FFF2-40B4-BE49-F238E27FC236}">
                  <a16:creationId xmlns:a16="http://schemas.microsoft.com/office/drawing/2014/main" id="{040E34B7-7644-F72D-7B84-E23855975F87}"/>
                </a:ext>
              </a:extLst>
            </p:cNvPr>
            <p:cNvCxnSpPr/>
            <p:nvPr/>
          </p:nvCxnSpPr>
          <p:spPr>
            <a:xfrm>
              <a:off x="2959210" y="2109086"/>
              <a:ext cx="411480" cy="0"/>
            </a:xfrm>
            <a:prstGeom prst="straightConnector1">
              <a:avLst/>
            </a:prstGeom>
            <a:ln w="19050">
              <a:solidFill>
                <a:srgbClr val="566172"/>
              </a:solidFill>
              <a:prstDash val="dash"/>
              <a:headEnd type="none"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889ABA2D-2BE3-841A-D5F8-45504013F106}"/>
                </a:ext>
              </a:extLst>
            </p:cNvPr>
            <p:cNvCxnSpPr/>
            <p:nvPr/>
          </p:nvCxnSpPr>
          <p:spPr>
            <a:xfrm>
              <a:off x="5748130" y="2109086"/>
              <a:ext cx="411480" cy="0"/>
            </a:xfrm>
            <a:prstGeom prst="straightConnector1">
              <a:avLst/>
            </a:prstGeom>
            <a:ln w="19050">
              <a:solidFill>
                <a:srgbClr val="566172"/>
              </a:solidFill>
              <a:prstDash val="dash"/>
              <a:headEnd type="none"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81C0CBA5-1BD4-9B0E-8FAC-752BB770F15E}"/>
                </a:ext>
              </a:extLst>
            </p:cNvPr>
            <p:cNvCxnSpPr/>
            <p:nvPr/>
          </p:nvCxnSpPr>
          <p:spPr>
            <a:xfrm>
              <a:off x="8537050" y="2109086"/>
              <a:ext cx="411480" cy="0"/>
            </a:xfrm>
            <a:prstGeom prst="straightConnector1">
              <a:avLst/>
            </a:prstGeom>
            <a:ln w="19050">
              <a:solidFill>
                <a:srgbClr val="566172"/>
              </a:solidFill>
              <a:prstDash val="dash"/>
              <a:headEnd type="none"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3F376378-000C-E09B-ACBC-7DFEFC179137}"/>
                </a:ext>
              </a:extLst>
            </p:cNvPr>
            <p:cNvCxnSpPr/>
            <p:nvPr/>
          </p:nvCxnSpPr>
          <p:spPr>
            <a:xfrm flipH="1">
              <a:off x="1660000" y="3282586"/>
              <a:ext cx="8454390" cy="0"/>
            </a:xfrm>
            <a:prstGeom prst="straightConnector1">
              <a:avLst/>
            </a:prstGeom>
            <a:ln w="25400">
              <a:solidFill>
                <a:srgbClr val="F7630C"/>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CEF138C1-C81F-EFB4-F20D-09E0D9DE6F1A}"/>
                </a:ext>
              </a:extLst>
            </p:cNvPr>
            <p:cNvCxnSpPr>
              <a:cxnSpLocks/>
            </p:cNvCxnSpPr>
            <p:nvPr/>
          </p:nvCxnSpPr>
          <p:spPr>
            <a:xfrm flipV="1">
              <a:off x="7325830" y="2824495"/>
              <a:ext cx="0" cy="402412"/>
            </a:xfrm>
            <a:prstGeom prst="straightConnector1">
              <a:avLst/>
            </a:prstGeom>
            <a:ln w="25400">
              <a:solidFill>
                <a:srgbClr val="F7630C"/>
              </a:solidFill>
              <a:prstDash val="dash"/>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96" name="Rectangle: Rounded Corners 95">
              <a:extLst>
                <a:ext uri="{FF2B5EF4-FFF2-40B4-BE49-F238E27FC236}">
                  <a16:creationId xmlns:a16="http://schemas.microsoft.com/office/drawing/2014/main" id="{A9B0C047-F1F8-47B8-95E4-94E3862558F8}"/>
                </a:ext>
              </a:extLst>
            </p:cNvPr>
            <p:cNvSpPr/>
            <p:nvPr/>
          </p:nvSpPr>
          <p:spPr bwMode="auto">
            <a:xfrm>
              <a:off x="7759990" y="3146216"/>
              <a:ext cx="1920240" cy="274320"/>
            </a:xfrm>
            <a:prstGeom prst="roundRect">
              <a:avLst/>
            </a:prstGeom>
            <a:solidFill>
              <a:srgbClr val="F7630C"/>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grpSp>
          <p:nvGrpSpPr>
            <p:cNvPr id="112" name="Group 111">
              <a:extLst>
                <a:ext uri="{FF2B5EF4-FFF2-40B4-BE49-F238E27FC236}">
                  <a16:creationId xmlns:a16="http://schemas.microsoft.com/office/drawing/2014/main" id="{C575E3E4-2855-036C-0423-F1BECD9C2A25}"/>
                </a:ext>
              </a:extLst>
            </p:cNvPr>
            <p:cNvGrpSpPr/>
            <p:nvPr/>
          </p:nvGrpSpPr>
          <p:grpSpPr>
            <a:xfrm>
              <a:off x="718930" y="1423286"/>
              <a:ext cx="2240280" cy="1371600"/>
              <a:chOff x="685800" y="1920240"/>
              <a:chExt cx="2240280" cy="1371600"/>
            </a:xfrm>
          </p:grpSpPr>
          <p:sp>
            <p:nvSpPr>
              <p:cNvPr id="32" name="Rectangle: Rounded Corners 31">
                <a:extLst>
                  <a:ext uri="{FF2B5EF4-FFF2-40B4-BE49-F238E27FC236}">
                    <a16:creationId xmlns:a16="http://schemas.microsoft.com/office/drawing/2014/main" id="{2591F088-F629-3AA2-6799-F4B1D2CE04B0}"/>
                  </a:ext>
                </a:extLst>
              </p:cNvPr>
              <p:cNvSpPr/>
              <p:nvPr/>
            </p:nvSpPr>
            <p:spPr bwMode="auto">
              <a:xfrm>
                <a:off x="685800" y="1920240"/>
                <a:ext cx="2240280" cy="1371600"/>
              </a:xfrm>
              <a:prstGeom prst="roundRect">
                <a:avLst/>
              </a:prstGeom>
              <a:solidFill>
                <a:srgbClr val="FFFFFF"/>
              </a:solidFill>
              <a:ln w="1778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33" name="Oval 32">
                <a:extLst>
                  <a:ext uri="{FF2B5EF4-FFF2-40B4-BE49-F238E27FC236}">
                    <a16:creationId xmlns:a16="http://schemas.microsoft.com/office/drawing/2014/main" id="{2EFED905-61C6-413F-D103-58CF0E24CD55}"/>
                  </a:ext>
                </a:extLst>
              </p:cNvPr>
              <p:cNvSpPr/>
              <p:nvPr/>
            </p:nvSpPr>
            <p:spPr bwMode="auto">
              <a:xfrm>
                <a:off x="843766" y="2077574"/>
                <a:ext cx="347472" cy="347472"/>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34" name="TextBox 33">
                <a:extLst>
                  <a:ext uri="{FF2B5EF4-FFF2-40B4-BE49-F238E27FC236}">
                    <a16:creationId xmlns:a16="http://schemas.microsoft.com/office/drawing/2014/main" id="{121F883B-AA24-3556-6522-4A496E5FC88F}"/>
                  </a:ext>
                </a:extLst>
              </p:cNvPr>
              <p:cNvSpPr txBox="1"/>
              <p:nvPr/>
            </p:nvSpPr>
            <p:spPr>
              <a:xfrm>
                <a:off x="944350" y="2097422"/>
                <a:ext cx="146304" cy="307777"/>
              </a:xfrm>
              <a:prstGeom prst="rect">
                <a:avLst/>
              </a:prstGeom>
              <a:noFill/>
            </p:spPr>
            <p:txBody>
              <a:bodyPr vert="horz" wrap="square" lIns="50800" tIns="25400" rIns="50800" bIns="25400" rtlCol="0" anchor="ctr">
                <a:noAutofit/>
              </a:bodyPr>
              <a:lstStyle/>
              <a:p>
                <a:pPr algn="ctr"/>
                <a:r>
                  <a:rPr lang="en-US" sz="900" b="1">
                    <a:solidFill>
                      <a:srgbClr val="FFFFFF"/>
                    </a:solidFill>
                  </a:rPr>
                  <a:t>1</a:t>
                </a:r>
              </a:p>
            </p:txBody>
          </p:sp>
          <p:sp>
            <p:nvSpPr>
              <p:cNvPr id="35" name="TextBox 34">
                <a:extLst>
                  <a:ext uri="{FF2B5EF4-FFF2-40B4-BE49-F238E27FC236}">
                    <a16:creationId xmlns:a16="http://schemas.microsoft.com/office/drawing/2014/main" id="{38E7557B-99FE-E2BC-543A-C0E15E223940}"/>
                  </a:ext>
                </a:extLst>
              </p:cNvPr>
              <p:cNvSpPr txBox="1"/>
              <p:nvPr/>
            </p:nvSpPr>
            <p:spPr>
              <a:xfrm>
                <a:off x="1161288" y="2128962"/>
                <a:ext cx="1764792" cy="243983"/>
              </a:xfrm>
              <a:prstGeom prst="rect">
                <a:avLst/>
              </a:prstGeom>
              <a:noFill/>
            </p:spPr>
            <p:txBody>
              <a:bodyPr vert="horz" wrap="square" lIns="50800" tIns="25400" rIns="50800" bIns="25400" rtlCol="0" anchor="ctr">
                <a:noAutofit/>
              </a:bodyPr>
              <a:lstStyle/>
              <a:p>
                <a:pPr algn="ctr"/>
                <a:r>
                  <a:rPr lang="en-US" sz="1050" b="1">
                    <a:solidFill>
                      <a:srgbClr val="0078D4"/>
                    </a:solidFill>
                    <a:latin typeface="+mj-lt"/>
                  </a:rPr>
                  <a:t>Understand the use case</a:t>
                </a:r>
              </a:p>
            </p:txBody>
          </p:sp>
          <p:sp>
            <p:nvSpPr>
              <p:cNvPr id="101" name="TextBox 100">
                <a:extLst>
                  <a:ext uri="{FF2B5EF4-FFF2-40B4-BE49-F238E27FC236}">
                    <a16:creationId xmlns:a16="http://schemas.microsoft.com/office/drawing/2014/main" id="{45E34059-9BB1-45E5-44D4-DF0E0492D2E9}"/>
                  </a:ext>
                </a:extLst>
              </p:cNvPr>
              <p:cNvSpPr txBox="1"/>
              <p:nvPr/>
            </p:nvSpPr>
            <p:spPr>
              <a:xfrm>
                <a:off x="1149626" y="2379938"/>
                <a:ext cx="1727648" cy="838129"/>
              </a:xfrm>
              <a:prstGeom prst="rect">
                <a:avLst/>
              </a:prstGeom>
              <a:noFill/>
            </p:spPr>
            <p:txBody>
              <a:bodyPr vert="horz" wrap="square" lIns="50800" tIns="25400" rIns="50800" bIns="25400" rtlCol="0" anchor="t">
                <a:noAutofit/>
              </a:bodyPr>
              <a:lstStyle/>
              <a:p>
                <a:pPr marL="171450" indent="-171450">
                  <a:spcAft>
                    <a:spcPts val="20"/>
                  </a:spcAft>
                  <a:buFont typeface="Arial" panose="020B0604020202020204" pitchFamily="34" charset="0"/>
                  <a:buChar char="•"/>
                </a:pPr>
                <a:r>
                  <a:rPr lang="en-US" sz="900">
                    <a:solidFill>
                      <a:srgbClr val="1F1F1F"/>
                    </a:solidFill>
                  </a:rPr>
                  <a:t>Its assigned tasks</a:t>
                </a:r>
              </a:p>
              <a:p>
                <a:pPr marL="171450" indent="-171450">
                  <a:spcAft>
                    <a:spcPts val="20"/>
                  </a:spcAft>
                  <a:buFont typeface="Arial" panose="020B0604020202020204" pitchFamily="34" charset="0"/>
                  <a:buChar char="•"/>
                </a:pPr>
                <a:r>
                  <a:rPr lang="en-US" sz="900">
                    <a:solidFill>
                      <a:srgbClr val="1F1F1F"/>
                    </a:solidFill>
                  </a:rPr>
                  <a:t>The outcomes to deliver</a:t>
                </a:r>
              </a:p>
              <a:p>
                <a:pPr marL="171450" indent="-171450">
                  <a:spcAft>
                    <a:spcPts val="20"/>
                  </a:spcAft>
                  <a:buFont typeface="Arial" panose="020B0604020202020204" pitchFamily="34" charset="0"/>
                  <a:buChar char="•"/>
                </a:pPr>
                <a:r>
                  <a:rPr lang="en-US" sz="900" b="1">
                    <a:solidFill>
                      <a:srgbClr val="F7630C"/>
                    </a:solidFill>
                  </a:rPr>
                  <a:t>Evals for what it must do</a:t>
                </a:r>
              </a:p>
              <a:p>
                <a:pPr marL="171450" indent="-171450">
                  <a:spcAft>
                    <a:spcPts val="20"/>
                  </a:spcAft>
                  <a:buFont typeface="Arial" panose="020B0604020202020204" pitchFamily="34" charset="0"/>
                  <a:buChar char="•"/>
                </a:pPr>
                <a:r>
                  <a:rPr lang="en-US" sz="900">
                    <a:solidFill>
                      <a:srgbClr val="1F1F1F"/>
                    </a:solidFill>
                  </a:rPr>
                  <a:t>Its boundaries and risks</a:t>
                </a:r>
              </a:p>
              <a:p>
                <a:pPr marL="171450" indent="-171450">
                  <a:spcAft>
                    <a:spcPts val="20"/>
                  </a:spcAft>
                  <a:buFont typeface="Arial" panose="020B0604020202020204" pitchFamily="34" charset="0"/>
                  <a:buChar char="•"/>
                </a:pPr>
                <a:r>
                  <a:rPr lang="en-US" sz="900">
                    <a:solidFill>
                      <a:srgbClr val="1F1F1F"/>
                    </a:solidFill>
                  </a:rPr>
                  <a:t>How it handles edge cases</a:t>
                </a:r>
              </a:p>
            </p:txBody>
          </p:sp>
        </p:grpSp>
        <p:grpSp>
          <p:nvGrpSpPr>
            <p:cNvPr id="113" name="Group 112">
              <a:extLst>
                <a:ext uri="{FF2B5EF4-FFF2-40B4-BE49-F238E27FC236}">
                  <a16:creationId xmlns:a16="http://schemas.microsoft.com/office/drawing/2014/main" id="{51E17A33-893B-578B-E4DE-5875376A27BC}"/>
                </a:ext>
              </a:extLst>
            </p:cNvPr>
            <p:cNvGrpSpPr/>
            <p:nvPr/>
          </p:nvGrpSpPr>
          <p:grpSpPr>
            <a:xfrm>
              <a:off x="3388978" y="1423286"/>
              <a:ext cx="2240280" cy="1371600"/>
              <a:chOff x="3355848" y="1920240"/>
              <a:chExt cx="2240280" cy="1371600"/>
            </a:xfrm>
          </p:grpSpPr>
          <p:sp>
            <p:nvSpPr>
              <p:cNvPr id="103" name="Rectangle: Rounded Corners 102">
                <a:extLst>
                  <a:ext uri="{FF2B5EF4-FFF2-40B4-BE49-F238E27FC236}">
                    <a16:creationId xmlns:a16="http://schemas.microsoft.com/office/drawing/2014/main" id="{C16E5102-CA00-B10C-EA21-22328391CB25}"/>
                  </a:ext>
                </a:extLst>
              </p:cNvPr>
              <p:cNvSpPr/>
              <p:nvPr/>
            </p:nvSpPr>
            <p:spPr bwMode="auto">
              <a:xfrm>
                <a:off x="3355848" y="1920240"/>
                <a:ext cx="2240280" cy="1371600"/>
              </a:xfrm>
              <a:prstGeom prst="roundRect">
                <a:avLst/>
              </a:prstGeom>
              <a:solidFill>
                <a:srgbClr val="FFFFFF"/>
              </a:solidFill>
              <a:ln w="1778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5" name="Oval 104">
                <a:extLst>
                  <a:ext uri="{FF2B5EF4-FFF2-40B4-BE49-F238E27FC236}">
                    <a16:creationId xmlns:a16="http://schemas.microsoft.com/office/drawing/2014/main" id="{6A785003-32A5-3C0B-AB94-46D26C3B5450}"/>
                  </a:ext>
                </a:extLst>
              </p:cNvPr>
              <p:cNvSpPr/>
              <p:nvPr/>
            </p:nvSpPr>
            <p:spPr bwMode="auto">
              <a:xfrm>
                <a:off x="3513814" y="2077574"/>
                <a:ext cx="347472" cy="347472"/>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7" name="TextBox 106">
                <a:extLst>
                  <a:ext uri="{FF2B5EF4-FFF2-40B4-BE49-F238E27FC236}">
                    <a16:creationId xmlns:a16="http://schemas.microsoft.com/office/drawing/2014/main" id="{CBE58DC6-0234-2828-3E33-3C53ACD429E7}"/>
                  </a:ext>
                </a:extLst>
              </p:cNvPr>
              <p:cNvSpPr txBox="1"/>
              <p:nvPr/>
            </p:nvSpPr>
            <p:spPr>
              <a:xfrm>
                <a:off x="3614398" y="2097422"/>
                <a:ext cx="146304" cy="307777"/>
              </a:xfrm>
              <a:prstGeom prst="rect">
                <a:avLst/>
              </a:prstGeom>
              <a:noFill/>
            </p:spPr>
            <p:txBody>
              <a:bodyPr vert="horz" wrap="square" lIns="50800" tIns="25400" rIns="50800" bIns="25400" rtlCol="0" anchor="ctr">
                <a:noAutofit/>
              </a:bodyPr>
              <a:lstStyle/>
              <a:p>
                <a:pPr algn="ctr"/>
                <a:r>
                  <a:rPr lang="it-IT" sz="900" b="1">
                    <a:solidFill>
                      <a:srgbClr val="FFFFFF"/>
                    </a:solidFill>
                  </a:rPr>
                  <a:t>2</a:t>
                </a:r>
                <a:endParaRPr lang="en-US" sz="900" b="1">
                  <a:solidFill>
                    <a:srgbClr val="FFFFFF"/>
                  </a:solidFill>
                </a:endParaRPr>
              </a:p>
            </p:txBody>
          </p:sp>
          <p:sp>
            <p:nvSpPr>
              <p:cNvPr id="109" name="TextBox 108">
                <a:extLst>
                  <a:ext uri="{FF2B5EF4-FFF2-40B4-BE49-F238E27FC236}">
                    <a16:creationId xmlns:a16="http://schemas.microsoft.com/office/drawing/2014/main" id="{3091D04F-17A0-1906-989A-7330191738A8}"/>
                  </a:ext>
                </a:extLst>
              </p:cNvPr>
              <p:cNvSpPr txBox="1"/>
              <p:nvPr/>
            </p:nvSpPr>
            <p:spPr>
              <a:xfrm>
                <a:off x="3831336" y="2128962"/>
                <a:ext cx="1764792" cy="243983"/>
              </a:xfrm>
              <a:prstGeom prst="rect">
                <a:avLst/>
              </a:prstGeom>
              <a:noFill/>
            </p:spPr>
            <p:txBody>
              <a:bodyPr vert="horz" wrap="square" lIns="50800" tIns="25400" rIns="50800" bIns="25400" rtlCol="0" anchor="ctr">
                <a:noAutofit/>
              </a:bodyPr>
              <a:lstStyle/>
              <a:p>
                <a:pPr algn="ctr"/>
                <a:r>
                  <a:rPr lang="en-US" sz="1050" b="1">
                    <a:solidFill>
                      <a:schemeClr val="accent2"/>
                    </a:solidFill>
                    <a:latin typeface="+mj-lt"/>
                  </a:rPr>
                  <a:t>Inventor the existing agent</a:t>
                </a:r>
              </a:p>
            </p:txBody>
          </p:sp>
          <p:sp>
            <p:nvSpPr>
              <p:cNvPr id="111" name="TextBox 110">
                <a:extLst>
                  <a:ext uri="{FF2B5EF4-FFF2-40B4-BE49-F238E27FC236}">
                    <a16:creationId xmlns:a16="http://schemas.microsoft.com/office/drawing/2014/main" id="{E7B3C5AC-C194-4F53-9162-3E7902C55F55}"/>
                  </a:ext>
                </a:extLst>
              </p:cNvPr>
              <p:cNvSpPr txBox="1"/>
              <p:nvPr/>
            </p:nvSpPr>
            <p:spPr>
              <a:xfrm>
                <a:off x="3819674" y="2439572"/>
                <a:ext cx="1727648" cy="838129"/>
              </a:xfrm>
              <a:prstGeom prst="rect">
                <a:avLst/>
              </a:prstGeom>
              <a:noFill/>
            </p:spPr>
            <p:txBody>
              <a:bodyPr vert="horz" wrap="square" lIns="50800" tIns="25400" rIns="50800" bIns="25400" rtlCol="0" anchor="t">
                <a:noAutofit/>
              </a:bodyPr>
              <a:lstStyle/>
              <a:p>
                <a:pPr marL="171450" indent="-171450">
                  <a:spcAft>
                    <a:spcPts val="60"/>
                  </a:spcAft>
                  <a:buFont typeface="Arial" panose="020B0604020202020204" pitchFamily="34" charset="0"/>
                  <a:buChar char="•"/>
                </a:pPr>
                <a:r>
                  <a:rPr lang="en-US" sz="1000">
                    <a:solidFill>
                      <a:srgbClr val="1F1F1F"/>
                    </a:solidFill>
                  </a:rPr>
                  <a:t>Its topics, flows, and variables</a:t>
                </a:r>
              </a:p>
              <a:p>
                <a:pPr marL="171450" indent="-171450">
                  <a:spcAft>
                    <a:spcPts val="60"/>
                  </a:spcAft>
                  <a:buFont typeface="Arial" panose="020B0604020202020204" pitchFamily="34" charset="0"/>
                  <a:buChar char="•"/>
                </a:pPr>
                <a:r>
                  <a:rPr lang="en-US" sz="1000">
                    <a:solidFill>
                      <a:srgbClr val="1F1F1F"/>
                    </a:solidFill>
                  </a:rPr>
                  <a:t>Why each design choice was made</a:t>
                </a:r>
              </a:p>
            </p:txBody>
          </p:sp>
        </p:grpSp>
        <p:sp>
          <p:nvSpPr>
            <p:cNvPr id="97" name="TextBox 96">
              <a:extLst>
                <a:ext uri="{FF2B5EF4-FFF2-40B4-BE49-F238E27FC236}">
                  <a16:creationId xmlns:a16="http://schemas.microsoft.com/office/drawing/2014/main" id="{BB1C5FC0-CBB5-0FB5-B788-1E6761114AEE}"/>
                </a:ext>
              </a:extLst>
            </p:cNvPr>
            <p:cNvSpPr txBox="1"/>
            <p:nvPr/>
          </p:nvSpPr>
          <p:spPr>
            <a:xfrm>
              <a:off x="7759990" y="3151293"/>
              <a:ext cx="1920240" cy="275870"/>
            </a:xfrm>
            <a:prstGeom prst="rect">
              <a:avLst/>
            </a:prstGeom>
            <a:noFill/>
          </p:spPr>
          <p:txBody>
            <a:bodyPr vert="horz" wrap="square" lIns="50800" tIns="25400" rIns="50800" bIns="25400" rtlCol="0" anchor="ctr">
              <a:noAutofit/>
            </a:bodyPr>
            <a:lstStyle/>
            <a:p>
              <a:pPr algn="ctr"/>
              <a:r>
                <a:rPr lang="en-US" sz="920" b="1">
                  <a:solidFill>
                    <a:srgbClr val="FFFFFF"/>
                  </a:solidFill>
                  <a:latin typeface="+mj-lt"/>
                </a:rPr>
                <a:t>Loop until evals pass</a:t>
              </a:r>
            </a:p>
          </p:txBody>
        </p:sp>
        <p:grpSp>
          <p:nvGrpSpPr>
            <p:cNvPr id="115" name="Group 114">
              <a:extLst>
                <a:ext uri="{FF2B5EF4-FFF2-40B4-BE49-F238E27FC236}">
                  <a16:creationId xmlns:a16="http://schemas.microsoft.com/office/drawing/2014/main" id="{D841E0FA-E279-9F46-82C2-D6AF72A2BB95}"/>
                </a:ext>
              </a:extLst>
            </p:cNvPr>
            <p:cNvGrpSpPr/>
            <p:nvPr/>
          </p:nvGrpSpPr>
          <p:grpSpPr>
            <a:xfrm>
              <a:off x="6205690" y="1436921"/>
              <a:ext cx="2340864" cy="1371600"/>
              <a:chOff x="3355848" y="1920240"/>
              <a:chExt cx="2340864" cy="1371600"/>
            </a:xfrm>
          </p:grpSpPr>
          <p:sp>
            <p:nvSpPr>
              <p:cNvPr id="116" name="Rectangle: Rounded Corners 115">
                <a:extLst>
                  <a:ext uri="{FF2B5EF4-FFF2-40B4-BE49-F238E27FC236}">
                    <a16:creationId xmlns:a16="http://schemas.microsoft.com/office/drawing/2014/main" id="{9DB17FED-35E9-CDC6-51B9-7B88E223E1D5}"/>
                  </a:ext>
                </a:extLst>
              </p:cNvPr>
              <p:cNvSpPr/>
              <p:nvPr/>
            </p:nvSpPr>
            <p:spPr bwMode="auto">
              <a:xfrm>
                <a:off x="3355848" y="1920240"/>
                <a:ext cx="2240280" cy="1371600"/>
              </a:xfrm>
              <a:prstGeom prst="roundRect">
                <a:avLst/>
              </a:prstGeom>
              <a:solidFill>
                <a:srgbClr val="FFFFFF"/>
              </a:solidFill>
              <a:ln w="1778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7" name="Oval 116">
                <a:extLst>
                  <a:ext uri="{FF2B5EF4-FFF2-40B4-BE49-F238E27FC236}">
                    <a16:creationId xmlns:a16="http://schemas.microsoft.com/office/drawing/2014/main" id="{F3FF8945-2E6F-9B25-828C-37C1D0D795CA}"/>
                  </a:ext>
                </a:extLst>
              </p:cNvPr>
              <p:cNvSpPr/>
              <p:nvPr/>
            </p:nvSpPr>
            <p:spPr bwMode="auto">
              <a:xfrm>
                <a:off x="3513814" y="2077574"/>
                <a:ext cx="347472" cy="347472"/>
              </a:xfrm>
              <a:prstGeom prst="ellipse">
                <a:avLst/>
              </a:prstGeom>
              <a:solidFill>
                <a:srgbClr val="13A10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8" name="TextBox 117">
                <a:extLst>
                  <a:ext uri="{FF2B5EF4-FFF2-40B4-BE49-F238E27FC236}">
                    <a16:creationId xmlns:a16="http://schemas.microsoft.com/office/drawing/2014/main" id="{C7074F96-F44F-D2CE-2DDD-AF8454D17759}"/>
                  </a:ext>
                </a:extLst>
              </p:cNvPr>
              <p:cNvSpPr txBox="1"/>
              <p:nvPr/>
            </p:nvSpPr>
            <p:spPr>
              <a:xfrm>
                <a:off x="3614398" y="2097422"/>
                <a:ext cx="146304" cy="307777"/>
              </a:xfrm>
              <a:prstGeom prst="rect">
                <a:avLst/>
              </a:prstGeom>
              <a:noFill/>
            </p:spPr>
            <p:txBody>
              <a:bodyPr vert="horz" wrap="square" lIns="50800" tIns="25400" rIns="50800" bIns="25400" rtlCol="0" anchor="ctr">
                <a:noAutofit/>
              </a:bodyPr>
              <a:lstStyle/>
              <a:p>
                <a:pPr algn="ctr"/>
                <a:r>
                  <a:rPr lang="it-IT" sz="900" b="1">
                    <a:solidFill>
                      <a:srgbClr val="FFFFFF"/>
                    </a:solidFill>
                  </a:rPr>
                  <a:t>3</a:t>
                </a:r>
                <a:endParaRPr lang="en-US" sz="900" b="1">
                  <a:solidFill>
                    <a:srgbClr val="FFFFFF"/>
                  </a:solidFill>
                </a:endParaRPr>
              </a:p>
            </p:txBody>
          </p:sp>
          <p:sp>
            <p:nvSpPr>
              <p:cNvPr id="119" name="TextBox 118">
                <a:extLst>
                  <a:ext uri="{FF2B5EF4-FFF2-40B4-BE49-F238E27FC236}">
                    <a16:creationId xmlns:a16="http://schemas.microsoft.com/office/drawing/2014/main" id="{C1948720-92D3-B346-F7CE-79B666BA019E}"/>
                  </a:ext>
                </a:extLst>
              </p:cNvPr>
              <p:cNvSpPr txBox="1"/>
              <p:nvPr/>
            </p:nvSpPr>
            <p:spPr>
              <a:xfrm>
                <a:off x="3931920" y="2113814"/>
                <a:ext cx="1764792" cy="243983"/>
              </a:xfrm>
              <a:prstGeom prst="rect">
                <a:avLst/>
              </a:prstGeom>
              <a:noFill/>
            </p:spPr>
            <p:txBody>
              <a:bodyPr vert="horz" wrap="square" lIns="50800" tIns="25400" rIns="50800" bIns="25400" rtlCol="0" anchor="ctr">
                <a:noAutofit/>
              </a:bodyPr>
              <a:lstStyle/>
              <a:p>
                <a:r>
                  <a:rPr lang="en-US" sz="1050" b="1">
                    <a:solidFill>
                      <a:srgbClr val="13A10E"/>
                    </a:solidFill>
                    <a:latin typeface="+mj-lt"/>
                  </a:rPr>
                  <a:t>Refactor and rebuild</a:t>
                </a:r>
              </a:p>
            </p:txBody>
          </p:sp>
          <p:sp>
            <p:nvSpPr>
              <p:cNvPr id="120" name="TextBox 119">
                <a:extLst>
                  <a:ext uri="{FF2B5EF4-FFF2-40B4-BE49-F238E27FC236}">
                    <a16:creationId xmlns:a16="http://schemas.microsoft.com/office/drawing/2014/main" id="{C7E9EE0D-5B65-F9F2-E526-8E018FFA4E63}"/>
                  </a:ext>
                </a:extLst>
              </p:cNvPr>
              <p:cNvSpPr txBox="1"/>
              <p:nvPr/>
            </p:nvSpPr>
            <p:spPr>
              <a:xfrm>
                <a:off x="3780580" y="2439572"/>
                <a:ext cx="1786620" cy="838129"/>
              </a:xfrm>
              <a:prstGeom prst="rect">
                <a:avLst/>
              </a:prstGeom>
              <a:noFill/>
            </p:spPr>
            <p:txBody>
              <a:bodyPr vert="horz" wrap="square" lIns="50800" tIns="25400" rIns="50800" bIns="25400" rtlCol="0" anchor="t">
                <a:noAutofit/>
              </a:bodyPr>
              <a:lstStyle/>
              <a:p>
                <a:pPr marL="171450" indent="-171450">
                  <a:spcAft>
                    <a:spcPts val="60"/>
                  </a:spcAft>
                  <a:buFont typeface="Arial" panose="020B0604020202020204" pitchFamily="34" charset="0"/>
                  <a:buChar char="•"/>
                </a:pPr>
                <a:r>
                  <a:rPr lang="en-US" sz="1000">
                    <a:solidFill>
                      <a:srgbClr val="1F1F1F"/>
                    </a:solidFill>
                  </a:rPr>
                  <a:t>Map assigned tasks, </a:t>
                </a:r>
                <a:r>
                  <a:rPr lang="en-US" sz="1000" b="1" u="sng">
                    <a:solidFill>
                      <a:srgbClr val="1F1F1F"/>
                    </a:solidFill>
                  </a:rPr>
                  <a:t>not components</a:t>
                </a:r>
                <a:r>
                  <a:rPr lang="en-US" sz="1000">
                    <a:solidFill>
                      <a:srgbClr val="1F1F1F"/>
                    </a:solidFill>
                  </a:rPr>
                  <a:t>, into loop-native blocks</a:t>
                </a:r>
              </a:p>
              <a:p>
                <a:pPr marL="171450" indent="-171450">
                  <a:spcAft>
                    <a:spcPts val="60"/>
                  </a:spcAft>
                  <a:buFont typeface="Arial" panose="020B0604020202020204" pitchFamily="34" charset="0"/>
                  <a:buChar char="•"/>
                </a:pPr>
                <a:r>
                  <a:rPr lang="en-US" sz="1000">
                    <a:solidFill>
                      <a:srgbClr val="1F1F1F"/>
                    </a:solidFill>
                  </a:rPr>
                  <a:t>Drop what is no longer needed</a:t>
                </a:r>
              </a:p>
            </p:txBody>
          </p:sp>
        </p:grpSp>
        <p:grpSp>
          <p:nvGrpSpPr>
            <p:cNvPr id="124" name="Group 123">
              <a:extLst>
                <a:ext uri="{FF2B5EF4-FFF2-40B4-BE49-F238E27FC236}">
                  <a16:creationId xmlns:a16="http://schemas.microsoft.com/office/drawing/2014/main" id="{16B2D7D9-4C21-1CA3-EABD-D40625F9B0C9}"/>
                </a:ext>
              </a:extLst>
            </p:cNvPr>
            <p:cNvGrpSpPr/>
            <p:nvPr/>
          </p:nvGrpSpPr>
          <p:grpSpPr>
            <a:xfrm>
              <a:off x="8994250" y="1467034"/>
              <a:ext cx="2240280" cy="1371600"/>
              <a:chOff x="3355848" y="1920240"/>
              <a:chExt cx="2240280" cy="1371600"/>
            </a:xfrm>
          </p:grpSpPr>
          <p:sp>
            <p:nvSpPr>
              <p:cNvPr id="125" name="Rectangle: Rounded Corners 124">
                <a:extLst>
                  <a:ext uri="{FF2B5EF4-FFF2-40B4-BE49-F238E27FC236}">
                    <a16:creationId xmlns:a16="http://schemas.microsoft.com/office/drawing/2014/main" id="{0586760E-BF8D-079A-0653-7AB65EF059EF}"/>
                  </a:ext>
                </a:extLst>
              </p:cNvPr>
              <p:cNvSpPr/>
              <p:nvPr/>
            </p:nvSpPr>
            <p:spPr bwMode="auto">
              <a:xfrm>
                <a:off x="3355848" y="1920240"/>
                <a:ext cx="2240280" cy="1371600"/>
              </a:xfrm>
              <a:prstGeom prst="roundRect">
                <a:avLst/>
              </a:prstGeom>
              <a:solidFill>
                <a:srgbClr val="FFFFFF"/>
              </a:solidFill>
              <a:ln w="1778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26" name="Oval 125">
                <a:extLst>
                  <a:ext uri="{FF2B5EF4-FFF2-40B4-BE49-F238E27FC236}">
                    <a16:creationId xmlns:a16="http://schemas.microsoft.com/office/drawing/2014/main" id="{7A29C68F-E228-041A-E9B5-3EEF21413C8F}"/>
                  </a:ext>
                </a:extLst>
              </p:cNvPr>
              <p:cNvSpPr/>
              <p:nvPr/>
            </p:nvSpPr>
            <p:spPr bwMode="auto">
              <a:xfrm>
                <a:off x="3513814" y="2077574"/>
                <a:ext cx="347472" cy="347472"/>
              </a:xfrm>
              <a:prstGeom prst="ellipse">
                <a:avLst/>
              </a:prstGeom>
              <a:solidFill>
                <a:srgbClr val="F7630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27" name="TextBox 126">
                <a:extLst>
                  <a:ext uri="{FF2B5EF4-FFF2-40B4-BE49-F238E27FC236}">
                    <a16:creationId xmlns:a16="http://schemas.microsoft.com/office/drawing/2014/main" id="{B95454C6-4AAF-B3E4-3E3B-F99F1CD19D9B}"/>
                  </a:ext>
                </a:extLst>
              </p:cNvPr>
              <p:cNvSpPr txBox="1"/>
              <p:nvPr/>
            </p:nvSpPr>
            <p:spPr>
              <a:xfrm>
                <a:off x="3614398" y="2097422"/>
                <a:ext cx="146304" cy="307777"/>
              </a:xfrm>
              <a:prstGeom prst="rect">
                <a:avLst/>
              </a:prstGeom>
              <a:noFill/>
            </p:spPr>
            <p:txBody>
              <a:bodyPr vert="horz" wrap="square" lIns="50800" tIns="25400" rIns="50800" bIns="25400" rtlCol="0" anchor="ctr">
                <a:noAutofit/>
              </a:bodyPr>
              <a:lstStyle/>
              <a:p>
                <a:pPr algn="ctr"/>
                <a:r>
                  <a:rPr lang="it-IT" sz="900" b="1">
                    <a:solidFill>
                      <a:srgbClr val="FFFFFF"/>
                    </a:solidFill>
                  </a:rPr>
                  <a:t>4</a:t>
                </a:r>
                <a:endParaRPr lang="en-US" sz="900" b="1">
                  <a:solidFill>
                    <a:srgbClr val="FFFFFF"/>
                  </a:solidFill>
                </a:endParaRPr>
              </a:p>
            </p:txBody>
          </p:sp>
          <p:sp>
            <p:nvSpPr>
              <p:cNvPr id="128" name="TextBox 127">
                <a:extLst>
                  <a:ext uri="{FF2B5EF4-FFF2-40B4-BE49-F238E27FC236}">
                    <a16:creationId xmlns:a16="http://schemas.microsoft.com/office/drawing/2014/main" id="{87117CBE-F72B-C32C-46FF-F85159140468}"/>
                  </a:ext>
                </a:extLst>
              </p:cNvPr>
              <p:cNvSpPr txBox="1"/>
              <p:nvPr/>
            </p:nvSpPr>
            <p:spPr>
              <a:xfrm>
                <a:off x="3764913" y="2120506"/>
                <a:ext cx="1764792" cy="243983"/>
              </a:xfrm>
              <a:prstGeom prst="rect">
                <a:avLst/>
              </a:prstGeom>
              <a:noFill/>
            </p:spPr>
            <p:txBody>
              <a:bodyPr vert="horz" wrap="square" lIns="50800" tIns="25400" rIns="50800" bIns="25400" rtlCol="0" anchor="ctr">
                <a:noAutofit/>
              </a:bodyPr>
              <a:lstStyle/>
              <a:p>
                <a:pPr algn="ctr"/>
                <a:r>
                  <a:rPr lang="en-US" sz="1050" b="1">
                    <a:solidFill>
                      <a:srgbClr val="F7630C"/>
                    </a:solidFill>
                    <a:latin typeface="+mj-lt"/>
                  </a:rPr>
                  <a:t>Evaluate and compare</a:t>
                </a:r>
              </a:p>
            </p:txBody>
          </p:sp>
          <p:sp>
            <p:nvSpPr>
              <p:cNvPr id="129" name="TextBox 128">
                <a:extLst>
                  <a:ext uri="{FF2B5EF4-FFF2-40B4-BE49-F238E27FC236}">
                    <a16:creationId xmlns:a16="http://schemas.microsoft.com/office/drawing/2014/main" id="{ACE79F74-2E46-E037-2B9A-082E917E1F72}"/>
                  </a:ext>
                </a:extLst>
              </p:cNvPr>
              <p:cNvSpPr txBox="1"/>
              <p:nvPr/>
            </p:nvSpPr>
            <p:spPr>
              <a:xfrm>
                <a:off x="3780580" y="2439572"/>
                <a:ext cx="1786620" cy="838129"/>
              </a:xfrm>
              <a:prstGeom prst="rect">
                <a:avLst/>
              </a:prstGeom>
              <a:noFill/>
            </p:spPr>
            <p:txBody>
              <a:bodyPr vert="horz" wrap="square" lIns="50800" tIns="25400" rIns="50800" bIns="25400" rtlCol="0" anchor="t">
                <a:noAutofit/>
              </a:bodyPr>
              <a:lstStyle/>
              <a:p>
                <a:pPr marL="171450" indent="-171450">
                  <a:spcAft>
                    <a:spcPts val="60"/>
                  </a:spcAft>
                  <a:buFont typeface="Arial" panose="020B0604020202020204" pitchFamily="34" charset="0"/>
                  <a:buChar char="•"/>
                </a:pPr>
                <a:r>
                  <a:rPr lang="en-US" sz="1000" b="1">
                    <a:solidFill>
                      <a:srgbClr val="F7630C"/>
                    </a:solidFill>
                  </a:rPr>
                  <a:t>Run those evals as a benchmark</a:t>
                </a:r>
              </a:p>
              <a:p>
                <a:pPr marL="171450" indent="-171450">
                  <a:spcAft>
                    <a:spcPts val="60"/>
                  </a:spcAft>
                  <a:buFont typeface="Arial" panose="020B0604020202020204" pitchFamily="34" charset="0"/>
                  <a:buChar char="•"/>
                </a:pPr>
                <a:r>
                  <a:rPr lang="en-US" sz="1000">
                    <a:solidFill>
                      <a:srgbClr val="1F1F1F"/>
                    </a:solidFill>
                  </a:rPr>
                  <a:t>Compare old vs new on the core journeys</a:t>
                </a:r>
              </a:p>
            </p:txBody>
          </p:sp>
        </p:grpSp>
        <p:cxnSp>
          <p:nvCxnSpPr>
            <p:cNvPr id="136" name="Straight Arrow Connector 135">
              <a:extLst>
                <a:ext uri="{FF2B5EF4-FFF2-40B4-BE49-F238E27FC236}">
                  <a16:creationId xmlns:a16="http://schemas.microsoft.com/office/drawing/2014/main" id="{E3A49787-F4FE-5779-695B-4587D6C23DF5}"/>
                </a:ext>
              </a:extLst>
            </p:cNvPr>
            <p:cNvCxnSpPr>
              <a:cxnSpLocks/>
            </p:cNvCxnSpPr>
            <p:nvPr/>
          </p:nvCxnSpPr>
          <p:spPr>
            <a:xfrm flipH="1" flipV="1">
              <a:off x="10114390" y="2851886"/>
              <a:ext cx="2982" cy="443952"/>
            </a:xfrm>
            <a:prstGeom prst="straightConnector1">
              <a:avLst/>
            </a:prstGeom>
            <a:ln w="25400">
              <a:solidFill>
                <a:srgbClr val="F7630C"/>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41" name="Rectangle: Rounded Corners 140">
            <a:extLst>
              <a:ext uri="{FF2B5EF4-FFF2-40B4-BE49-F238E27FC236}">
                <a16:creationId xmlns:a16="http://schemas.microsoft.com/office/drawing/2014/main" id="{851E11A1-AF84-53BE-290C-65D143352DD9}"/>
              </a:ext>
            </a:extLst>
          </p:cNvPr>
          <p:cNvSpPr/>
          <p:nvPr/>
        </p:nvSpPr>
        <p:spPr bwMode="auto">
          <a:xfrm>
            <a:off x="718930" y="4065002"/>
            <a:ext cx="10512618" cy="1495537"/>
          </a:xfrm>
          <a:prstGeom prst="roundRect">
            <a:avLst/>
          </a:prstGeom>
          <a:solidFill>
            <a:srgbClr val="FFFFFF"/>
          </a:solidFill>
          <a:ln w="1778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43" name="Straight Connector 142">
            <a:extLst>
              <a:ext uri="{FF2B5EF4-FFF2-40B4-BE49-F238E27FC236}">
                <a16:creationId xmlns:a16="http://schemas.microsoft.com/office/drawing/2014/main" id="{A70C0FE0-827E-A9E1-EFDE-FC875C1BA64D}"/>
              </a:ext>
            </a:extLst>
          </p:cNvPr>
          <p:cNvCxnSpPr/>
          <p:nvPr/>
        </p:nvCxnSpPr>
        <p:spPr>
          <a:xfrm>
            <a:off x="876896" y="3670852"/>
            <a:ext cx="10193042" cy="0"/>
          </a:xfrm>
          <a:prstGeom prst="line">
            <a:avLst/>
          </a:prstGeom>
          <a:ln>
            <a:headEnd type="none" w="lg" len="med"/>
            <a:tailEnd type="none" w="lg" len="med"/>
          </a:ln>
        </p:spPr>
        <p:style>
          <a:lnRef idx="1">
            <a:schemeClr val="dk1"/>
          </a:lnRef>
          <a:fillRef idx="0">
            <a:schemeClr val="dk1"/>
          </a:fillRef>
          <a:effectRef idx="0">
            <a:schemeClr val="dk1"/>
          </a:effectRef>
          <a:fontRef idx="minor">
            <a:schemeClr val="tx1"/>
          </a:fontRef>
        </p:style>
      </p:cxnSp>
      <p:sp>
        <p:nvSpPr>
          <p:cNvPr id="144" name="Rectangle 143">
            <a:extLst>
              <a:ext uri="{FF2B5EF4-FFF2-40B4-BE49-F238E27FC236}">
                <a16:creationId xmlns:a16="http://schemas.microsoft.com/office/drawing/2014/main" id="{1A28EF9E-C58E-0524-3B24-944BA8B52ED3}"/>
              </a:ext>
            </a:extLst>
          </p:cNvPr>
          <p:cNvSpPr/>
          <p:nvPr/>
        </p:nvSpPr>
        <p:spPr bwMode="auto">
          <a:xfrm>
            <a:off x="5690417" y="3556450"/>
            <a:ext cx="526906" cy="195173"/>
          </a:xfrm>
          <a:prstGeom prst="rect">
            <a:avLst/>
          </a:prstGeom>
          <a:solidFill>
            <a:schemeClr val="bg1"/>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45" name="TextBox 144">
            <a:extLst>
              <a:ext uri="{FF2B5EF4-FFF2-40B4-BE49-F238E27FC236}">
                <a16:creationId xmlns:a16="http://schemas.microsoft.com/office/drawing/2014/main" id="{0471204F-0FDD-FE69-7573-27E085FE563D}"/>
              </a:ext>
            </a:extLst>
          </p:cNvPr>
          <p:cNvSpPr txBox="1"/>
          <p:nvPr/>
        </p:nvSpPr>
        <p:spPr>
          <a:xfrm>
            <a:off x="5794514" y="3495658"/>
            <a:ext cx="357806" cy="276999"/>
          </a:xfrm>
          <a:prstGeom prst="rect">
            <a:avLst/>
          </a:prstGeom>
          <a:noFill/>
        </p:spPr>
        <p:txBody>
          <a:bodyPr wrap="square" lIns="0" tIns="0" rIns="0" bIns="0" rtlCol="0">
            <a:spAutoFit/>
          </a:bodyPr>
          <a:lstStyle/>
          <a:p>
            <a:pPr algn="l"/>
            <a:r>
              <a:rPr lang="it-IT"/>
              <a:t>OR</a:t>
            </a:r>
            <a:endParaRPr lang="en-US" err="1"/>
          </a:p>
        </p:txBody>
      </p:sp>
      <p:sp>
        <p:nvSpPr>
          <p:cNvPr id="147" name="Oval 146">
            <a:extLst>
              <a:ext uri="{FF2B5EF4-FFF2-40B4-BE49-F238E27FC236}">
                <a16:creationId xmlns:a16="http://schemas.microsoft.com/office/drawing/2014/main" id="{BF42B893-2036-8EC1-8F4F-CB7E0C522A4D}"/>
              </a:ext>
            </a:extLst>
          </p:cNvPr>
          <p:cNvSpPr/>
          <p:nvPr/>
        </p:nvSpPr>
        <p:spPr bwMode="auto">
          <a:xfrm>
            <a:off x="876896" y="4184389"/>
            <a:ext cx="347472" cy="34747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49" name="TextBox 148">
            <a:extLst>
              <a:ext uri="{FF2B5EF4-FFF2-40B4-BE49-F238E27FC236}">
                <a16:creationId xmlns:a16="http://schemas.microsoft.com/office/drawing/2014/main" id="{4E8D58BF-45F8-9648-1EE0-A6CA07FDB502}"/>
              </a:ext>
            </a:extLst>
          </p:cNvPr>
          <p:cNvSpPr txBox="1"/>
          <p:nvPr/>
        </p:nvSpPr>
        <p:spPr>
          <a:xfrm>
            <a:off x="977480" y="4204237"/>
            <a:ext cx="146304" cy="307777"/>
          </a:xfrm>
          <a:prstGeom prst="rect">
            <a:avLst/>
          </a:prstGeom>
          <a:noFill/>
        </p:spPr>
        <p:txBody>
          <a:bodyPr vert="horz" wrap="square" lIns="50800" tIns="25400" rIns="50800" bIns="25400" rtlCol="0" anchor="ctr">
            <a:noAutofit/>
          </a:bodyPr>
          <a:lstStyle/>
          <a:p>
            <a:pPr algn="ctr"/>
            <a:r>
              <a:rPr lang="en-US" sz="900" b="1">
                <a:solidFill>
                  <a:srgbClr val="FFFFFF"/>
                </a:solidFill>
              </a:rPr>
              <a:t>1</a:t>
            </a:r>
          </a:p>
        </p:txBody>
      </p:sp>
      <p:sp>
        <p:nvSpPr>
          <p:cNvPr id="151" name="TextBox 150">
            <a:extLst>
              <a:ext uri="{FF2B5EF4-FFF2-40B4-BE49-F238E27FC236}">
                <a16:creationId xmlns:a16="http://schemas.microsoft.com/office/drawing/2014/main" id="{21E27EAC-7AB5-2524-FA9A-93AB0FA4AAA3}"/>
              </a:ext>
            </a:extLst>
          </p:cNvPr>
          <p:cNvSpPr txBox="1"/>
          <p:nvPr/>
        </p:nvSpPr>
        <p:spPr>
          <a:xfrm>
            <a:off x="1300433" y="4249029"/>
            <a:ext cx="9407323" cy="243983"/>
          </a:xfrm>
          <a:prstGeom prst="rect">
            <a:avLst/>
          </a:prstGeom>
          <a:noFill/>
        </p:spPr>
        <p:txBody>
          <a:bodyPr vert="horz" wrap="square" lIns="50800" tIns="25400" rIns="50800" bIns="25400" rtlCol="0" anchor="ctr">
            <a:noAutofit/>
          </a:bodyPr>
          <a:lstStyle/>
          <a:p>
            <a:r>
              <a:rPr lang="en-US" sz="1160" b="1">
                <a:latin typeface="+mj-lt"/>
              </a:rPr>
              <a:t>Install the </a:t>
            </a:r>
            <a:r>
              <a:rPr lang="en-US" sz="1160" b="1">
                <a:latin typeface="+mj-lt"/>
                <a:hlinkClick r:id="rId2"/>
              </a:rPr>
              <a:t>Copilot Studio Plugin</a:t>
            </a:r>
            <a:r>
              <a:rPr lang="en-US" sz="1160" b="1">
                <a:latin typeface="+mj-lt"/>
              </a:rPr>
              <a:t> by the Copilot Acceleration Team (CAT) and let your AI Coding agent of choice propose a upgrade on your behalf </a:t>
            </a:r>
          </a:p>
        </p:txBody>
      </p:sp>
      <p:sp>
        <p:nvSpPr>
          <p:cNvPr id="153" name="TextBox 152">
            <a:extLst>
              <a:ext uri="{FF2B5EF4-FFF2-40B4-BE49-F238E27FC236}">
                <a16:creationId xmlns:a16="http://schemas.microsoft.com/office/drawing/2014/main" id="{EFC9C0DE-FCC7-CE42-D750-52CC724ED609}"/>
              </a:ext>
            </a:extLst>
          </p:cNvPr>
          <p:cNvSpPr txBox="1"/>
          <p:nvPr/>
        </p:nvSpPr>
        <p:spPr>
          <a:xfrm>
            <a:off x="1300432" y="4555034"/>
            <a:ext cx="9905170" cy="838129"/>
          </a:xfrm>
          <a:prstGeom prst="rect">
            <a:avLst/>
          </a:prstGeom>
          <a:noFill/>
        </p:spPr>
        <p:txBody>
          <a:bodyPr vert="horz" wrap="square" lIns="50800" tIns="25400" rIns="50800" bIns="25400" rtlCol="0" anchor="t">
            <a:noAutofit/>
          </a:bodyPr>
          <a:lstStyle/>
          <a:p>
            <a:pPr marL="171450" indent="-171450">
              <a:spcAft>
                <a:spcPts val="300"/>
              </a:spcAft>
              <a:buFont typeface="Arial" panose="020B0604020202020204" pitchFamily="34" charset="0"/>
              <a:buChar char="•"/>
            </a:pPr>
            <a:r>
              <a:rPr lang="en-US" sz="1100">
                <a:solidFill>
                  <a:srgbClr val="1F1F1F"/>
                </a:solidFill>
              </a:rPr>
              <a:t>We have prepared an upgrade assistant that uses the same approach described above. You can install it now in GitHub Copilot or Claude Code.</a:t>
            </a:r>
          </a:p>
          <a:p>
            <a:pPr marL="171450" indent="-171450">
              <a:spcAft>
                <a:spcPts val="300"/>
              </a:spcAft>
              <a:buFont typeface="Arial" panose="020B0604020202020204" pitchFamily="34" charset="0"/>
              <a:buChar char="•"/>
            </a:pPr>
            <a:r>
              <a:rPr lang="en-US" sz="1100">
                <a:solidFill>
                  <a:srgbClr val="1F1F1F"/>
                </a:solidFill>
              </a:rPr>
              <a:t>The plugin, specifically tuned for this scenario, will clone your agent locally, inspect it and compute a target architecture using Microsoft own best practices.</a:t>
            </a:r>
          </a:p>
          <a:p>
            <a:pPr marL="171450" indent="-171450">
              <a:spcAft>
                <a:spcPts val="300"/>
              </a:spcAft>
              <a:buFont typeface="Arial" panose="020B0604020202020204" pitchFamily="34" charset="0"/>
              <a:buChar char="•"/>
            </a:pPr>
            <a:r>
              <a:rPr lang="en-US" sz="1100">
                <a:solidFill>
                  <a:srgbClr val="1F1F1F"/>
                </a:solidFill>
              </a:rPr>
              <a:t>You will be given the possibility to fine tune the pre-computed agent instead of building it from scratch, increasing the upgrade speed by 15x.</a:t>
            </a:r>
          </a:p>
          <a:p>
            <a:pPr marL="171450" indent="-171450">
              <a:spcAft>
                <a:spcPts val="300"/>
              </a:spcAft>
              <a:buFont typeface="Arial" panose="020B0604020202020204" pitchFamily="34" charset="0"/>
              <a:buChar char="•"/>
            </a:pPr>
            <a:r>
              <a:rPr lang="en-US" sz="1100">
                <a:solidFill>
                  <a:srgbClr val="1F1F1F"/>
                </a:solidFill>
              </a:rPr>
              <a:t>Install it now: </a:t>
            </a:r>
            <a:r>
              <a:rPr lang="en-US" sz="1100" b="1">
                <a:hlinkClick r:id="rId2"/>
              </a:rPr>
              <a:t>Copilot Studio Plugin</a:t>
            </a:r>
            <a:r>
              <a:rPr lang="en-US" sz="1100" b="1"/>
              <a:t> </a:t>
            </a:r>
            <a:endParaRPr lang="en-US" sz="1100">
              <a:solidFill>
                <a:srgbClr val="1F1F1F"/>
              </a:solidFill>
            </a:endParaRPr>
          </a:p>
        </p:txBody>
      </p:sp>
      <p:cxnSp>
        <p:nvCxnSpPr>
          <p:cNvPr id="200" name="Eval riser step1"/>
          <p:cNvCxnSpPr>
            <a:cxnSpLocks/>
          </p:cNvCxnSpPr>
          <p:nvPr/>
        </p:nvCxnSpPr>
        <p:spPr>
          <a:xfrm>
            <a:off x="1660000" y="2824495"/>
            <a:ext cx="0" cy="402412"/>
          </a:xfrm>
          <a:prstGeom prst="straightConnector1">
            <a:avLst/>
          </a:prstGeom>
          <a:ln w="25400">
            <a:solidFill>
              <a:srgbClr val="F7630C"/>
            </a:solidFill>
            <a:prstDash val="dash"/>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6" name="Takeaway Banner">
            <a:extLst>
              <a:ext uri="{FF2B5EF4-FFF2-40B4-BE49-F238E27FC236}">
                <a16:creationId xmlns:a16="http://schemas.microsoft.com/office/drawing/2014/main" id="{A0FD03AA-A156-69E9-BFAC-919FF1A91CB8}"/>
              </a:ext>
            </a:extLst>
          </p:cNvPr>
          <p:cNvSpPr/>
          <p:nvPr/>
        </p:nvSpPr>
        <p:spPr>
          <a:xfrm>
            <a:off x="718930" y="5753520"/>
            <a:ext cx="10486672" cy="402336"/>
          </a:xfrm>
          <a:prstGeom prst="roundRect">
            <a:avLst>
              <a:gd name="adj" fmla="val 12000"/>
            </a:avLst>
          </a:prstGeom>
          <a:solidFill>
            <a:srgbClr val="FAF8FA"/>
          </a:solidFill>
          <a:ln w="12700">
            <a:solidFill>
              <a:schemeClr val="bg1"/>
            </a:solidFill>
          </a:ln>
          <a:effectLst>
            <a:outerShdw blurRad="50800" dist="38100" dir="5400000" algn="t" rotWithShape="0">
              <a:prstClr val="black">
                <a:alpha val="40000"/>
              </a:prstClr>
            </a:outerShdw>
          </a:effectLst>
        </p:spPr>
        <p:txBody>
          <a:bodyPr lIns="182880" tIns="18288" rIns="182880" bIns="18288" rtlCol="0" anchor="ctr"/>
          <a:lstStyle/>
          <a:p>
            <a:pPr algn="ctr"/>
            <a:r>
              <a:rPr lang="en-GB" sz="1300" b="1">
                <a:latin typeface="+mj-lt"/>
                <a:cs typeface="Segoe UI" pitchFamily="34" charset="0"/>
              </a:rPr>
              <a:t>The upgrade is done when the agent can perform its core tasks, not when every old artifact has been mechanically copied.</a:t>
            </a:r>
          </a:p>
        </p:txBody>
      </p:sp>
    </p:spTree>
    <p:extLst>
      <p:ext uri="{BB962C8B-B14F-4D97-AF65-F5344CB8AC3E}">
        <p14:creationId xmlns:p14="http://schemas.microsoft.com/office/powerpoint/2010/main" val="471527113"/>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486BF-71C1-6E08-08BC-7748E833DBB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09444FC-25AE-4D52-E289-4BF91277CCF2}"/>
              </a:ext>
            </a:extLst>
          </p:cNvPr>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itle 1">
            <a:extLst>
              <a:ext uri="{FF2B5EF4-FFF2-40B4-BE49-F238E27FC236}">
                <a16:creationId xmlns:a16="http://schemas.microsoft.com/office/drawing/2014/main" id="{F8CC5511-8C56-8EB5-E30B-F65309DD1F6A}"/>
              </a:ext>
            </a:extLst>
          </p:cNvPr>
          <p:cNvSpPr txBox="1">
            <a:spLocks/>
          </p:cNvSpPr>
          <p:nvPr/>
        </p:nvSpPr>
        <p:spPr>
          <a:xfrm>
            <a:off x="417577" y="521601"/>
            <a:ext cx="11052046" cy="492443"/>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r>
              <a:rPr lang="en-US" sz="2800" b="1">
                <a:solidFill>
                  <a:srgbClr val="000000"/>
                </a:solidFill>
                <a:latin typeface="Segoe UI Semibold" panose="020B0702040204020203" pitchFamily="34" charset="0"/>
                <a:cs typeface="Segoe UI Semibold" panose="020B0702040204020203" pitchFamily="34" charset="0"/>
              </a:rPr>
              <a:t>Upgrade Skills for Microsoft Copilot Studio</a:t>
            </a:r>
          </a:p>
        </p:txBody>
      </p:sp>
      <p:sp>
        <p:nvSpPr>
          <p:cNvPr id="60" name="Text Placeholder 59">
            <a:extLst>
              <a:ext uri="{FF2B5EF4-FFF2-40B4-BE49-F238E27FC236}">
                <a16:creationId xmlns:a16="http://schemas.microsoft.com/office/drawing/2014/main" id="{49B1769F-9001-1776-5D72-F9670E9E021A}"/>
              </a:ext>
            </a:extLst>
          </p:cNvPr>
          <p:cNvSpPr>
            <a:spLocks noGrp="1"/>
          </p:cNvSpPr>
          <p:nvPr>
            <p:ph type="body" sz="quarter" idx="11"/>
          </p:nvPr>
        </p:nvSpPr>
        <p:spPr>
          <a:xfrm>
            <a:off x="554737" y="367713"/>
            <a:ext cx="11052046" cy="153888"/>
          </a:xfrm>
        </p:spPr>
        <p:txBody>
          <a:bodyPr vert="horz" wrap="square" lIns="0" tIns="0" rIns="0" bIns="0" rtlCol="0">
            <a:spAutoFit/>
          </a:bodyPr>
          <a:lstStyle/>
          <a:p>
            <a:r>
              <a:rPr lang="en-US">
                <a:solidFill>
                  <a:srgbClr val="4B5563"/>
                </a:solidFill>
                <a:latin typeface="Aptos"/>
              </a:rPr>
              <a:t>Use Coding agents for AI-assisted Upgrade of standard agents into agents powered by the ghcp harness</a:t>
            </a:r>
          </a:p>
        </p:txBody>
      </p:sp>
      <p:sp>
        <p:nvSpPr>
          <p:cNvPr id="9" name="TextBox 8">
            <a:extLst>
              <a:ext uri="{FF2B5EF4-FFF2-40B4-BE49-F238E27FC236}">
                <a16:creationId xmlns:a16="http://schemas.microsoft.com/office/drawing/2014/main" id="{9AFEC44B-DC5A-5816-4EBF-FAA013F4E2EE}"/>
              </a:ext>
            </a:extLst>
          </p:cNvPr>
          <p:cNvSpPr txBox="1"/>
          <p:nvPr/>
        </p:nvSpPr>
        <p:spPr>
          <a:xfrm>
            <a:off x="554737" y="1975275"/>
            <a:ext cx="5310354" cy="2492990"/>
          </a:xfrm>
          <a:prstGeom prst="rect">
            <a:avLst/>
          </a:prstGeom>
          <a:noFill/>
        </p:spPr>
        <p:txBody>
          <a:bodyPr wrap="square">
            <a:spAutoFit/>
          </a:bodyPr>
          <a:lstStyle/>
          <a:p>
            <a:pPr marL="0" indent="0">
              <a:buNone/>
            </a:pPr>
            <a:r>
              <a:rPr lang="en-US" sz="3200"/>
              <a:t>Use AI coding assistants to help upgrade standard agents into modern ones. </a:t>
            </a:r>
            <a:br>
              <a:rPr lang="en-US" sz="3200"/>
            </a:br>
            <a:r>
              <a:rPr lang="en-US" sz="1600"/>
              <a:t>(GitHub Copilot, Claude Code, etc.)</a:t>
            </a:r>
          </a:p>
          <a:p>
            <a:pPr marL="0" indent="0">
              <a:buNone/>
            </a:pPr>
            <a:endParaRPr lang="en-US" sz="1600"/>
          </a:p>
          <a:p>
            <a:r>
              <a:rPr lang="en-US" sz="2800">
                <a:latin typeface="+mj-lt"/>
                <a:hlinkClick r:id="rId3">
                  <a:extLst>
                    <a:ext uri="{A12FA001-AC4F-418D-AE19-62706E023703}">
                      <ahyp:hlinkClr xmlns:ahyp="http://schemas.microsoft.com/office/drawing/2018/hyperlinkcolor" val="tx"/>
                    </a:ext>
                  </a:extLst>
                </a:hlinkClick>
              </a:rPr>
              <a:t>aka.ms/</a:t>
            </a:r>
            <a:r>
              <a:rPr lang="en-US" sz="2800" err="1">
                <a:latin typeface="+mj-lt"/>
                <a:hlinkClick r:id="rId3">
                  <a:extLst>
                    <a:ext uri="{A12FA001-AC4F-418D-AE19-62706E023703}">
                      <ahyp:hlinkClr xmlns:ahyp="http://schemas.microsoft.com/office/drawing/2018/hyperlinkcolor" val="tx"/>
                    </a:ext>
                  </a:extLst>
                </a:hlinkClick>
              </a:rPr>
              <a:t>CopilotStudioPlugin</a:t>
            </a:r>
            <a:r>
              <a:rPr lang="en-US" sz="2800">
                <a:latin typeface="+mj-lt"/>
              </a:rPr>
              <a:t> </a:t>
            </a:r>
          </a:p>
        </p:txBody>
      </p:sp>
      <p:pic>
        <p:nvPicPr>
          <p:cNvPr id="11" name="Picture 10" descr="The image displays a snippet of a script or command line output from a software development environment, specifically showing a series of PowerShell commands and search queries related to initializing a project and converting legacy actions to new tools within a Copilot Studio project.&#10;&#10;AI-generated content may be incorrect.">
            <a:extLst>
              <a:ext uri="{FF2B5EF4-FFF2-40B4-BE49-F238E27FC236}">
                <a16:creationId xmlns:a16="http://schemas.microsoft.com/office/drawing/2014/main" id="{7DAB9B47-87CB-A297-55A2-BF0C4614FD99}"/>
              </a:ext>
            </a:extLst>
          </p:cNvPr>
          <p:cNvPicPr>
            <a:picLocks noChangeAspect="1"/>
          </p:cNvPicPr>
          <p:nvPr/>
        </p:nvPicPr>
        <p:blipFill>
          <a:blip r:embed="rId4"/>
          <a:stretch>
            <a:fillRect/>
          </a:stretch>
        </p:blipFill>
        <p:spPr>
          <a:xfrm>
            <a:off x="6423659" y="1390614"/>
            <a:ext cx="5044579" cy="3840869"/>
          </a:xfrm>
          <a:prstGeom prst="rect">
            <a:avLst/>
          </a:prstGeom>
          <a:ln>
            <a:noFill/>
          </a:ln>
          <a:effectLst>
            <a:outerShdw blurRad="50800" dist="38100" algn="l" rotWithShape="0">
              <a:prstClr val="black">
                <a:alpha val="40000"/>
              </a:prstClr>
            </a:outerShdw>
          </a:effectLst>
        </p:spPr>
      </p:pic>
      <p:sp>
        <p:nvSpPr>
          <p:cNvPr id="6" name="Takeaway Banner">
            <a:extLst>
              <a:ext uri="{FF2B5EF4-FFF2-40B4-BE49-F238E27FC236}">
                <a16:creationId xmlns:a16="http://schemas.microsoft.com/office/drawing/2014/main" id="{3C19D683-D5BE-83B6-45BD-6D50BA8C3DB6}"/>
              </a:ext>
            </a:extLst>
          </p:cNvPr>
          <p:cNvSpPr/>
          <p:nvPr/>
        </p:nvSpPr>
        <p:spPr>
          <a:xfrm>
            <a:off x="554737" y="5621696"/>
            <a:ext cx="11052046" cy="402336"/>
          </a:xfrm>
          <a:prstGeom prst="roundRect">
            <a:avLst>
              <a:gd name="adj" fmla="val 12000"/>
            </a:avLst>
          </a:prstGeom>
          <a:solidFill>
            <a:srgbClr val="FAF8FA"/>
          </a:solidFill>
          <a:ln w="12700">
            <a:solidFill>
              <a:schemeClr val="bg1"/>
            </a:solidFill>
          </a:ln>
          <a:effectLst>
            <a:outerShdw blurRad="50800" dist="38100" dir="5400000" algn="t" rotWithShape="0">
              <a:prstClr val="black">
                <a:alpha val="40000"/>
              </a:prstClr>
            </a:outerShdw>
          </a:effectLst>
        </p:spPr>
        <p:txBody>
          <a:bodyPr lIns="182880" tIns="18288" rIns="182880" bIns="18288" rtlCol="0" anchor="ctr"/>
          <a:lstStyle/>
          <a:p>
            <a:pPr algn="ctr"/>
            <a:r>
              <a:rPr lang="en-GB" sz="1300" b="1">
                <a:latin typeface="+mj-lt"/>
                <a:cs typeface="Segoe UI" pitchFamily="34" charset="0"/>
              </a:rPr>
              <a:t>It’s not 1:1 feature mapping, the agent helps suggest GHCP harness-powered alternatives to a standard agent configuration</a:t>
            </a:r>
          </a:p>
        </p:txBody>
      </p:sp>
    </p:spTree>
    <p:extLst>
      <p:ext uri="{BB962C8B-B14F-4D97-AF65-F5344CB8AC3E}">
        <p14:creationId xmlns:p14="http://schemas.microsoft.com/office/powerpoint/2010/main" val="3012478867"/>
      </p:ext>
    </p:extLst>
  </p:cSld>
  <p:clrMapOvr>
    <a:masterClrMapping/>
  </p:clrMapOvr>
  <p:transition>
    <p:fade/>
  </p:transition>
  <p:extLst>
    <p:ext uri="{6950BFC3-D8DA-4A85-94F7-54DA5524770B}"/>
  </p:extLs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745" y="3177477"/>
            <a:ext cx="8300829" cy="738664"/>
          </a:xfrm>
        </p:spPr>
        <p:txBody>
          <a:bodyPr/>
          <a:lstStyle/>
          <a:p>
            <a:r>
              <a:rPr lang="en-US" b="1"/>
              <a:t>Share your feedback</a:t>
            </a:r>
          </a:p>
        </p:txBody>
      </p:sp>
      <p:sp>
        <p:nvSpPr>
          <p:cNvPr id="3" name="Text Placeholder 2"/>
          <p:cNvSpPr>
            <a:spLocks noGrp="1"/>
          </p:cNvSpPr>
          <p:nvPr>
            <p:ph type="body" sz="quarter" idx="12"/>
          </p:nvPr>
        </p:nvSpPr>
        <p:spPr>
          <a:xfrm>
            <a:off x="531745" y="4275527"/>
            <a:ext cx="8300829" cy="609398"/>
          </a:xfrm>
        </p:spPr>
        <p:txBody>
          <a:bodyPr/>
          <a:lstStyle/>
          <a:p>
            <a:r>
              <a:rPr lang="en-US"/>
              <a:t>Spotted an issue or have a suggestion for this deck?</a:t>
            </a:r>
          </a:p>
          <a:p>
            <a:r>
              <a:rPr lang="en-GB">
                <a:hlinkClick r:id="rId2"/>
              </a:rPr>
              <a:t>Submit a response to our feedback form</a:t>
            </a:r>
            <a:endParaRPr lang="en-US">
              <a:hlinkClick r:id="rId3"/>
            </a:endParaRPr>
          </a:p>
        </p:txBody>
      </p:sp>
    </p:spTree>
    <p:extLst>
      <p:ext uri="{BB962C8B-B14F-4D97-AF65-F5344CB8AC3E}">
        <p14:creationId xmlns:p14="http://schemas.microsoft.com/office/powerpoint/2010/main" val="1303820288"/>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AT Template">
  <a:themeElements>
    <a:clrScheme name="NEW">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FantasyxMSFT">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w="3175">
          <a:solidFill>
            <a:schemeClr val="bg1">
              <a:lumMod val="75000"/>
            </a:schemeClr>
          </a:solidFill>
          <a:prstDash val="dash"/>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CAT Template_v2_CB (2)" id="{2BE12B5B-984E-41E9-A161-18CACEBDDA8F}" vid="{94E2B5C2-A809-4512-ADB4-E95643CD64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77B7A68-4F9C-EB47-BCBB-4BC6755C5D89}">
  <we:reference id="WA200010001" version="1.0.0.1" store="Omex" storeType="OMEX"/>
  <we:alternateReferences>
    <we:reference id="WA200010001" version="1.0.0.1" store="WA200010001" storeType="OMEX"/>
  </we:alternateReferences>
  <we:properties>
    <we:property name="claude.fileId" value="&quot;9107b3c5-b442-4a3a-87ab-514ab442465e&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D19918D713DD842807649FDFF99A605" ma:contentTypeVersion="14" ma:contentTypeDescription="Create a new document." ma:contentTypeScope="" ma:versionID="21bfbadf39a483677b0597498e9bba25">
  <xsd:schema xmlns:xsd="http://www.w3.org/2001/XMLSchema" xmlns:xs="http://www.w3.org/2001/XMLSchema" xmlns:p="http://schemas.microsoft.com/office/2006/metadata/properties" xmlns:ns1="http://schemas.microsoft.com/sharepoint/v3" xmlns:ns2="18bcc28c-1d2c-42c8-a13e-e5e2fb6d9bb4" xmlns:ns3="b975fd8a-01d1-475e-80a5-0a0b897cfc76" targetNamespace="http://schemas.microsoft.com/office/2006/metadata/properties" ma:root="true" ma:fieldsID="4cb10192044646f8da6c23a1ad00d931" ns1:_="" ns2:_="" ns3:_="">
    <xsd:import namespace="http://schemas.microsoft.com/sharepoint/v3"/>
    <xsd:import namespace="18bcc28c-1d2c-42c8-a13e-e5e2fb6d9bb4"/>
    <xsd:import namespace="b975fd8a-01d1-475e-80a5-0a0b897cfc76"/>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8bcc28c-1d2c-42c8-a13e-e5e2fb6d9bb4"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975fd8a-01d1-475e-80a5-0a0b897cfc76"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5b32259b-3a67-4381-842e-2e645e465761}" ma:internalName="TaxCatchAll" ma:showField="CatchAllData" ma:web="b975fd8a-01d1-475e-80a5-0a0b897cfc7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b975fd8a-01d1-475e-80a5-0a0b897cfc76" xsi:nil="true"/>
    <lcf76f155ced4ddcb4097134ff3c332f xmlns="18bcc28c-1d2c-42c8-a13e-e5e2fb6d9bb4">
      <Terms xmlns="http://schemas.microsoft.com/office/infopath/2007/PartnerControls"/>
    </lcf76f155ced4ddcb4097134ff3c332f>
    <MediaLengthInSeconds xmlns="18bcc28c-1d2c-42c8-a13e-e5e2fb6d9bb4" xsi:nil="true"/>
  </documentManagement>
</p:properties>
</file>

<file path=customXml/itemProps1.xml><?xml version="1.0" encoding="utf-8"?>
<ds:datastoreItem xmlns:ds="http://schemas.openxmlformats.org/officeDocument/2006/customXml" ds:itemID="{777EC2BF-6A55-446B-8A1F-74A62AF0BB7F}">
  <ds:schemaRefs>
    <ds:schemaRef ds:uri="18bcc28c-1d2c-42c8-a13e-e5e2fb6d9bb4"/>
    <ds:schemaRef ds:uri="b975fd8a-01d1-475e-80a5-0a0b897cfc7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6782FBD-C4AD-49F1-B11B-703DF9FAD87C}">
  <ds:schemaRefs>
    <ds:schemaRef ds:uri="http://schemas.microsoft.com/sharepoint/v3/contenttype/forms"/>
  </ds:schemaRefs>
</ds:datastoreItem>
</file>

<file path=customXml/itemProps3.xml><?xml version="1.0" encoding="utf-8"?>
<ds:datastoreItem xmlns:ds="http://schemas.openxmlformats.org/officeDocument/2006/customXml" ds:itemID="{D05C0892-D583-430B-AD43-D1A4EB1EE043}">
  <ds:schemaRefs>
    <ds:schemaRef ds:uri="18bcc28c-1d2c-42c8-a13e-e5e2fb6d9bb4"/>
    <ds:schemaRef ds:uri="b975fd8a-01d1-475e-80a5-0a0b897cfc7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25b262c6-3135-4102-9fd1-8cc793b35eee}" enabled="0" method="" siteId="{25b262c6-3135-4102-9fd1-8cc793b35eee}" removed="1"/>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CAT Template_v2_CB</Template>
  <TotalTime>0</TotalTime>
  <Words>18856</Words>
  <Application>Microsoft Macintosh PowerPoint</Application>
  <PresentationFormat>Widescreen</PresentationFormat>
  <Paragraphs>1999</Paragraphs>
  <Slides>80</Slides>
  <Notes>30</Notes>
  <HiddenSlides>42</HiddenSlides>
  <MMClips>0</MMClips>
  <ScaleCrop>false</ScaleCrop>
  <HeadingPairs>
    <vt:vector size="8" baseType="variant">
      <vt:variant>
        <vt:lpstr>Fonts Used</vt:lpstr>
      </vt:variant>
      <vt:variant>
        <vt:i4>16</vt:i4>
      </vt:variant>
      <vt:variant>
        <vt:lpstr>Theme</vt:lpstr>
      </vt:variant>
      <vt:variant>
        <vt:i4>1</vt:i4>
      </vt:variant>
      <vt:variant>
        <vt:lpstr>Embedded OLE Servers</vt:lpstr>
      </vt:variant>
      <vt:variant>
        <vt:i4>1</vt:i4>
      </vt:variant>
      <vt:variant>
        <vt:lpstr>Slide Titles</vt:lpstr>
      </vt:variant>
      <vt:variant>
        <vt:i4>80</vt:i4>
      </vt:variant>
    </vt:vector>
  </HeadingPairs>
  <TitlesOfParts>
    <vt:vector size="98" baseType="lpstr">
      <vt:lpstr>Aptos</vt:lpstr>
      <vt:lpstr>Segoe UI Variable Display Semibold</vt:lpstr>
      <vt:lpstr>Cambria Math</vt:lpstr>
      <vt:lpstr>Segoe Sans Display</vt:lpstr>
      <vt:lpstr>Wingdings</vt:lpstr>
      <vt:lpstr>Segoe UI Symbol</vt:lpstr>
      <vt:lpstr>Aptos SemiBold</vt:lpstr>
      <vt:lpstr>Calibri</vt:lpstr>
      <vt:lpstr>Segoe Sans Display Semibold</vt:lpstr>
      <vt:lpstr>Georgia</vt:lpstr>
      <vt:lpstr>Segoe Sans Display Semilight</vt:lpstr>
      <vt:lpstr>Courier New</vt:lpstr>
      <vt:lpstr>Segoe UI Emoji</vt:lpstr>
      <vt:lpstr>Arial</vt:lpstr>
      <vt:lpstr>Segoe UI Semibold</vt:lpstr>
      <vt:lpstr>Segoe UI</vt:lpstr>
      <vt:lpstr>CAT Template</vt:lpstr>
      <vt:lpstr>think-cell Slide</vt:lpstr>
      <vt:lpstr>Comments and feedback</vt:lpstr>
      <vt:lpstr>Change Log</vt:lpstr>
      <vt:lpstr>Copilot Studio</vt:lpstr>
      <vt:lpstr>Contents</vt:lpstr>
      <vt:lpstr>PowerPoint Presentation</vt:lpstr>
      <vt:lpstr>Building AI workloads in Copilot Studio</vt:lpstr>
      <vt:lpstr>Contents</vt:lpstr>
      <vt:lpstr>Agents: Built for How People Actually Work</vt:lpstr>
      <vt:lpstr>PowerPoint Presentation</vt:lpstr>
      <vt:lpstr>Mapping standard capabilities to the GitHub Copilot harness</vt:lpstr>
      <vt:lpstr>Mapping standard capabilities to the GitHub Copilot harness</vt:lpstr>
      <vt:lpstr>Contents</vt:lpstr>
      <vt:lpstr>From automations triggered by agents to agentic workflows </vt:lpstr>
      <vt:lpstr>From autonomous agents to agentic automation in workflows</vt:lpstr>
      <vt:lpstr>Structure Where You Need It, Smart Where It Counts</vt:lpstr>
      <vt:lpstr>Mapping automation patterns to workflows</vt:lpstr>
      <vt:lpstr>PowerPoint Presentation</vt:lpstr>
      <vt:lpstr>Mapping standard agent flows to workflows</vt:lpstr>
      <vt:lpstr>Contents</vt:lpstr>
      <vt:lpstr>PowerPoint Presentation</vt:lpstr>
      <vt:lpstr>PowerPoint Presentation</vt:lpstr>
      <vt:lpstr>PowerPoint Presentation</vt:lpstr>
      <vt:lpstr>Contents</vt:lpstr>
      <vt:lpstr>PowerPoint Presentation</vt:lpstr>
      <vt:lpstr>PowerPoint Presentation</vt:lpstr>
      <vt:lpstr>A new design choice: Inline agents VS referenced agents</vt:lpstr>
      <vt:lpstr>PowerPoint Presentation</vt:lpstr>
      <vt:lpstr>Contents</vt:lpstr>
      <vt:lpstr>PowerPoint Presentation</vt:lpstr>
      <vt:lpstr>PowerPoint Presentation</vt:lpstr>
      <vt:lpstr>PowerPoint Presentation</vt:lpstr>
      <vt:lpstr>PowerPoint Presentation</vt:lpstr>
      <vt:lpstr>Understanding knowledge and information retrieval</vt:lpstr>
      <vt:lpstr>How the orchestrator retrieves SharePoint knowledge</vt:lpstr>
      <vt:lpstr>Tools: What Gives an Agent Hands</vt:lpstr>
      <vt:lpstr>PowerPoint Presentation</vt:lpstr>
      <vt:lpstr>PowerPoint Presentation</vt:lpstr>
      <vt:lpstr>PowerPoint Presentation</vt:lpstr>
      <vt:lpstr>Contents</vt:lpstr>
      <vt:lpstr>PowerPoint Presentation</vt:lpstr>
      <vt:lpstr>PowerPoint Presentation</vt:lpstr>
      <vt:lpstr>PowerPoint Presentation</vt:lpstr>
      <vt:lpstr>PowerPoint Presentation</vt:lpstr>
      <vt:lpstr>Share your feedback</vt:lpstr>
      <vt:lpstr>Learning foundation – Start by turning a tool into a mini-agent</vt:lpstr>
      <vt:lpstr>How are AI workloads handled now?</vt:lpstr>
      <vt:lpstr>PowerPoint Presentation</vt:lpstr>
      <vt:lpstr>The sliding scale of AI vs determinism in agent skills</vt:lpstr>
      <vt:lpstr>Building Skills  - Fundamental considerations</vt:lpstr>
      <vt:lpstr>The Eval Generated test set is a mirror</vt:lpstr>
      <vt:lpstr>Design-based guardrails: autonomy with boundaries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Mapping standard capabilities to modern agents</vt:lpstr>
      <vt:lpstr>PowerPoint Presentation</vt:lpstr>
      <vt:lpstr>PowerPoint Presentation</vt:lpstr>
      <vt:lpstr>Contents</vt:lpstr>
      <vt:lpstr>Standard orchestration</vt:lpstr>
      <vt:lpstr>Modern orchestration</vt:lpstr>
      <vt:lpstr>PowerPoint Presentation</vt:lpstr>
      <vt:lpstr>PowerPoint Presentation</vt:lpstr>
      <vt:lpstr>PowerPoint Presentation</vt:lpstr>
      <vt:lpstr>Termination Conditions</vt:lpstr>
      <vt:lpstr>PowerPoint Presentation</vt:lpstr>
      <vt:lpstr>Why are we moving from autonomous agent &amp; agent flows to Workflows?</vt:lpstr>
      <vt:lpstr>Why are we moving from autonomous agent &amp; agent flows to Workflows?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SharePoint Europe Systems</dc:creator>
  <cp:lastModifiedBy>Adi Leibowitz</cp:lastModifiedBy>
  <cp:revision>3</cp:revision>
  <dcterms:created xsi:type="dcterms:W3CDTF">2016-06-21T09:22:52Z</dcterms:created>
  <dcterms:modified xsi:type="dcterms:W3CDTF">2026-08-04T21:20:04Z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0x0101006D19918D713DD842807649FDFF99A605</vt:lpwstr>
  </property>
  <property fmtid="{D5CDD505-2E9C-101B-9397-08002B2CF9AE}" pid="3" name="MediaServiceImageTags">
    <vt:lpwstr/>
  </property>
  <property fmtid="{D5CDD505-2E9C-101B-9397-08002B2CF9AE}" pid="4" name="Order">
    <vt:lpwstr>9200.00000000000</vt:lpwstr>
  </property>
  <property fmtid="{D5CDD505-2E9C-101B-9397-08002B2CF9AE}" pid="5" name="xd_ProgID">
    <vt:lpwstr/>
  </property>
  <property fmtid="{D5CDD505-2E9C-101B-9397-08002B2CF9AE}" pid="6" name="TemplateUrl">
    <vt:lpwstr/>
  </property>
  <property fmtid="{D5CDD505-2E9C-101B-9397-08002B2CF9AE}" pid="7" name="ComplianceAssetId">
    <vt:lpwstr/>
  </property>
  <property fmtid="{D5CDD505-2E9C-101B-9397-08002B2CF9AE}" pid="8" name="_ExtendedDescription">
    <vt:lpwstr/>
  </property>
  <property fmtid="{D5CDD505-2E9C-101B-9397-08002B2CF9AE}" pid="9" name="TriggerFlowInfo">
    <vt:lpwstr/>
  </property>
  <property fmtid="{D5CDD505-2E9C-101B-9397-08002B2CF9AE}" pid="10" name="xd_Signature">
    <vt:lpwstr/>
  </property>
  <property fmtid="{D5CDD505-2E9C-101B-9397-08002B2CF9AE}" pid="11" name="_dlc_policyId">
    <vt:lpwstr>0x01010070AB3889E58DB141A6E1281B02136174|-369733750</vt:lpwstr>
  </property>
  <property fmtid="{D5CDD505-2E9C-101B-9397-08002B2CF9AE}" pid="12" name="ItemRetentionFormula">
    <vt:lpwstr>&lt;formula id="Microsoft.Office.RecordsManagement.PolicyFeatures.Expiration.Formula.BuiltIn"&gt;&lt;number&gt;30&lt;/number&gt;&lt;property&gt;Modified&lt;/property&gt;&lt;propertyId&gt;28cf69c5-fa48-462a-b5cd-27b6f9d2bd5f&lt;/propertyId&gt;&lt;period&gt;days&lt;/period&gt;&lt;/formula&gt;</vt:lpwstr>
  </property>
</Properties>
</file>