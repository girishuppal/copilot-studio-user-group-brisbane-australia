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147482604" r:id="rId2"/>
    <p:sldId id="2147482605" r:id="rId3"/>
    <p:sldId id="2147482606" r:id="rId4"/>
    <p:sldId id="265" r:id="rId5"/>
    <p:sldId id="261" r:id="rId6"/>
    <p:sldId id="283" r:id="rId7"/>
    <p:sldId id="2147482528" r:id="rId8"/>
    <p:sldId id="2147482575" r:id="rId9"/>
    <p:sldId id="260" r:id="rId10"/>
    <p:sldId id="2147482602" r:id="rId11"/>
    <p:sldId id="256" r:id="rId12"/>
    <p:sldId id="263" r:id="rId13"/>
    <p:sldId id="258" r:id="rId14"/>
    <p:sldId id="2147483647" r:id="rId15"/>
    <p:sldId id="257" r:id="rId16"/>
    <p:sldId id="262" r:id="rId17"/>
    <p:sldId id="264" r:id="rId18"/>
    <p:sldId id="25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E7BCB"/>
    <a:srgbClr val="615E8A"/>
    <a:srgbClr val="AAA1D5"/>
    <a:srgbClr val="D18057"/>
    <a:srgbClr val="62A3BA"/>
    <a:srgbClr val="EFEFE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2682F7-4F05-46EC-92C9-2A77958C6701}" v="8" dt="2026-09-29T09:50:15.3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2" autoAdjust="0"/>
    <p:restoredTop sz="80640" autoAdjust="0"/>
  </p:normalViewPr>
  <p:slideViewPr>
    <p:cSldViewPr snapToGrid="0">
      <p:cViewPr varScale="1">
        <p:scale>
          <a:sx n="93" d="100"/>
          <a:sy n="93" d="100"/>
        </p:scale>
        <p:origin x="48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deep Angara" userId="9dfaf570-3c8e-4a4d-a55f-f893c52a0e6b" providerId="ADAL" clId="{93969E99-0156-4B52-8608-DC255915C01E}"/>
    <pc:docChg chg="undo redo custSel addSld delSld modSld sldOrd">
      <pc:chgData name="Sandeep Angara" userId="9dfaf570-3c8e-4a4d-a55f-f893c52a0e6b" providerId="ADAL" clId="{93969E99-0156-4B52-8608-DC255915C01E}" dt="2026-09-29T13:10:15.283" v="7659" actId="313"/>
      <pc:docMkLst>
        <pc:docMk/>
      </pc:docMkLst>
      <pc:sldChg chg="ord modNotesTx">
        <pc:chgData name="Sandeep Angara" userId="9dfaf570-3c8e-4a4d-a55f-f893c52a0e6b" providerId="ADAL" clId="{93969E99-0156-4B52-8608-DC255915C01E}" dt="2026-09-26T12:51:52.120" v="6714" actId="20577"/>
        <pc:sldMkLst>
          <pc:docMk/>
          <pc:sldMk cId="3789481355" sldId="256"/>
        </pc:sldMkLst>
      </pc:sldChg>
      <pc:sldChg chg="modSp mod ord">
        <pc:chgData name="Sandeep Angara" userId="9dfaf570-3c8e-4a4d-a55f-f893c52a0e6b" providerId="ADAL" clId="{93969E99-0156-4B52-8608-DC255915C01E}" dt="2026-09-26T12:46:15.031" v="6443"/>
        <pc:sldMkLst>
          <pc:docMk/>
          <pc:sldMk cId="818690268" sldId="257"/>
        </pc:sldMkLst>
        <pc:spChg chg="mod">
          <ac:chgData name="Sandeep Angara" userId="9dfaf570-3c8e-4a4d-a55f-f893c52a0e6b" providerId="ADAL" clId="{93969E99-0156-4B52-8608-DC255915C01E}" dt="2026-09-12T13:07:55.137" v="30" actId="20577"/>
          <ac:spMkLst>
            <pc:docMk/>
            <pc:sldMk cId="818690268" sldId="257"/>
            <ac:spMk id="5" creationId="{D3E95A89-FAD4-E329-765D-92DCE7666760}"/>
          </ac:spMkLst>
        </pc:spChg>
      </pc:sldChg>
      <pc:sldChg chg="modNotesTx">
        <pc:chgData name="Sandeep Angara" userId="9dfaf570-3c8e-4a4d-a55f-f893c52a0e6b" providerId="ADAL" clId="{93969E99-0156-4B52-8608-DC255915C01E}" dt="2026-09-26T12:56:58.186" v="7445" actId="20577"/>
        <pc:sldMkLst>
          <pc:docMk/>
          <pc:sldMk cId="2585279128" sldId="258"/>
        </pc:sldMkLst>
      </pc:sldChg>
      <pc:sldChg chg="ord">
        <pc:chgData name="Sandeep Angara" userId="9dfaf570-3c8e-4a4d-a55f-f893c52a0e6b" providerId="ADAL" clId="{93969E99-0156-4B52-8608-DC255915C01E}" dt="2026-09-27T05:25:18.125" v="7450"/>
        <pc:sldMkLst>
          <pc:docMk/>
          <pc:sldMk cId="2346413095" sldId="259"/>
        </pc:sldMkLst>
      </pc:sldChg>
      <pc:sldChg chg="add ord modNotesTx">
        <pc:chgData name="Sandeep Angara" userId="9dfaf570-3c8e-4a4d-a55f-f893c52a0e6b" providerId="ADAL" clId="{93969E99-0156-4B52-8608-DC255915C01E}" dt="2026-09-26T12:49:55.910" v="6511" actId="20577"/>
        <pc:sldMkLst>
          <pc:docMk/>
          <pc:sldMk cId="4101519754" sldId="260"/>
        </pc:sldMkLst>
      </pc:sldChg>
      <pc:sldChg chg="addSp delSp modSp add mod ord modNotesTx">
        <pc:chgData name="Sandeep Angara" userId="9dfaf570-3c8e-4a4d-a55f-f893c52a0e6b" providerId="ADAL" clId="{93969E99-0156-4B52-8608-DC255915C01E}" dt="2026-09-26T12:32:10.177" v="4509" actId="20577"/>
        <pc:sldMkLst>
          <pc:docMk/>
          <pc:sldMk cId="1972813426" sldId="261"/>
        </pc:sldMkLst>
        <pc:picChg chg="add mod">
          <ac:chgData name="Sandeep Angara" userId="9dfaf570-3c8e-4a4d-a55f-f893c52a0e6b" providerId="ADAL" clId="{93969E99-0156-4B52-8608-DC255915C01E}" dt="2026-09-26T10:37:58.278" v="987" actId="1076"/>
          <ac:picMkLst>
            <pc:docMk/>
            <pc:sldMk cId="1972813426" sldId="261"/>
            <ac:picMk id="5" creationId="{8AC921D1-7AD5-7F9E-8DD0-29B3F7DFDD36}"/>
          </ac:picMkLst>
        </pc:picChg>
      </pc:sldChg>
      <pc:sldChg chg="addSp modSp new mod">
        <pc:chgData name="Sandeep Angara" userId="9dfaf570-3c8e-4a4d-a55f-f893c52a0e6b" providerId="ADAL" clId="{93969E99-0156-4B52-8608-DC255915C01E}" dt="2026-09-29T09:44:20.342" v="7462" actId="14100"/>
        <pc:sldMkLst>
          <pc:docMk/>
          <pc:sldMk cId="1788371971" sldId="262"/>
        </pc:sldMkLst>
        <pc:spChg chg="mod">
          <ac:chgData name="Sandeep Angara" userId="9dfaf570-3c8e-4a4d-a55f-f893c52a0e6b" providerId="ADAL" clId="{93969E99-0156-4B52-8608-DC255915C01E}" dt="2026-09-26T10:39:19.661" v="1000" actId="20577"/>
          <ac:spMkLst>
            <pc:docMk/>
            <pc:sldMk cId="1788371971" sldId="262"/>
            <ac:spMk id="2" creationId="{576FECA3-170D-3928-E8E3-1BBA894F08FD}"/>
          </ac:spMkLst>
        </pc:spChg>
        <pc:spChg chg="mod">
          <ac:chgData name="Sandeep Angara" userId="9dfaf570-3c8e-4a4d-a55f-f893c52a0e6b" providerId="ADAL" clId="{93969E99-0156-4B52-8608-DC255915C01E}" dt="2026-09-26T12:45:35.878" v="6425" actId="27636"/>
          <ac:spMkLst>
            <pc:docMk/>
            <pc:sldMk cId="1788371971" sldId="262"/>
            <ac:spMk id="3" creationId="{97AF349F-D704-FD5D-2CFD-FC587B4C3D61}"/>
          </ac:spMkLst>
        </pc:spChg>
        <pc:spChg chg="mod">
          <ac:chgData name="Sandeep Angara" userId="9dfaf570-3c8e-4a4d-a55f-f893c52a0e6b" providerId="ADAL" clId="{93969E99-0156-4B52-8608-DC255915C01E}" dt="2026-09-26T12:45:35.875" v="6424" actId="27636"/>
          <ac:spMkLst>
            <pc:docMk/>
            <pc:sldMk cId="1788371971" sldId="262"/>
            <ac:spMk id="4" creationId="{2A3B5665-F9AD-0FFC-75DA-8DA8E4AA18B4}"/>
          </ac:spMkLst>
        </pc:spChg>
        <pc:picChg chg="add mod">
          <ac:chgData name="Sandeep Angara" userId="9dfaf570-3c8e-4a4d-a55f-f893c52a0e6b" providerId="ADAL" clId="{93969E99-0156-4B52-8608-DC255915C01E}" dt="2026-09-29T09:44:20.342" v="7462" actId="14100"/>
          <ac:picMkLst>
            <pc:docMk/>
            <pc:sldMk cId="1788371971" sldId="262"/>
            <ac:picMk id="6" creationId="{5DC311A5-71A6-0096-BB4D-ACFB1CD3877C}"/>
          </ac:picMkLst>
        </pc:picChg>
      </pc:sldChg>
      <pc:sldChg chg="ord modNotesTx">
        <pc:chgData name="Sandeep Angara" userId="9dfaf570-3c8e-4a4d-a55f-f893c52a0e6b" providerId="ADAL" clId="{93969E99-0156-4B52-8608-DC255915C01E}" dt="2026-09-26T12:53:53.921" v="7042" actId="20577"/>
        <pc:sldMkLst>
          <pc:docMk/>
          <pc:sldMk cId="2178197202" sldId="263"/>
        </pc:sldMkLst>
      </pc:sldChg>
      <pc:sldChg chg="addSp delSp modSp new mod modNotesTx">
        <pc:chgData name="Sandeep Angara" userId="9dfaf570-3c8e-4a4d-a55f-f893c52a0e6b" providerId="ADAL" clId="{93969E99-0156-4B52-8608-DC255915C01E}" dt="2026-09-29T13:10:15.283" v="7659" actId="313"/>
        <pc:sldMkLst>
          <pc:docMk/>
          <pc:sldMk cId="1886532602" sldId="264"/>
        </pc:sldMkLst>
        <pc:spChg chg="mod">
          <ac:chgData name="Sandeep Angara" userId="9dfaf570-3c8e-4a4d-a55f-f893c52a0e6b" providerId="ADAL" clId="{93969E99-0156-4B52-8608-DC255915C01E}" dt="2026-09-26T10:44:37.861" v="1011" actId="20577"/>
          <ac:spMkLst>
            <pc:docMk/>
            <pc:sldMk cId="1886532602" sldId="264"/>
            <ac:spMk id="2" creationId="{DF029ACE-7463-B240-AF87-3F00A5D7B27B}"/>
          </ac:spMkLst>
        </pc:spChg>
        <pc:spChg chg="mod">
          <ac:chgData name="Sandeep Angara" userId="9dfaf570-3c8e-4a4d-a55f-f893c52a0e6b" providerId="ADAL" clId="{93969E99-0156-4B52-8608-DC255915C01E}" dt="2026-09-26T12:45:35.904" v="6427" actId="27636"/>
          <ac:spMkLst>
            <pc:docMk/>
            <pc:sldMk cId="1886532602" sldId="264"/>
            <ac:spMk id="3" creationId="{97734943-067D-8FED-694F-0A3BDE57CDBC}"/>
          </ac:spMkLst>
        </pc:spChg>
        <pc:spChg chg="mod">
          <ac:chgData name="Sandeep Angara" userId="9dfaf570-3c8e-4a4d-a55f-f893c52a0e6b" providerId="ADAL" clId="{93969E99-0156-4B52-8608-DC255915C01E}" dt="2026-09-26T12:45:35.900" v="6426" actId="27636"/>
          <ac:spMkLst>
            <pc:docMk/>
            <pc:sldMk cId="1886532602" sldId="264"/>
            <ac:spMk id="4" creationId="{AA07B40B-A30A-BB0C-0AE6-E209DF740368}"/>
          </ac:spMkLst>
        </pc:spChg>
        <pc:spChg chg="add del mod">
          <ac:chgData name="Sandeep Angara" userId="9dfaf570-3c8e-4a4d-a55f-f893c52a0e6b" providerId="ADAL" clId="{93969E99-0156-4B52-8608-DC255915C01E}" dt="2026-09-29T09:45:43.223" v="7471" actId="478"/>
          <ac:spMkLst>
            <pc:docMk/>
            <pc:sldMk cId="1886532602" sldId="264"/>
            <ac:spMk id="5" creationId="{147E2A35-F10E-A786-4C6C-6470228FE594}"/>
          </ac:spMkLst>
        </pc:spChg>
        <pc:spChg chg="add del mod">
          <ac:chgData name="Sandeep Angara" userId="9dfaf570-3c8e-4a4d-a55f-f893c52a0e6b" providerId="ADAL" clId="{93969E99-0156-4B52-8608-DC255915C01E}" dt="2026-09-29T09:45:43.886" v="7472" actId="478"/>
          <ac:spMkLst>
            <pc:docMk/>
            <pc:sldMk cId="1886532602" sldId="264"/>
            <ac:spMk id="7" creationId="{74307E18-54EF-4321-5AC9-1807D44885E8}"/>
          </ac:spMkLst>
        </pc:spChg>
        <pc:spChg chg="add mod">
          <ac:chgData name="Sandeep Angara" userId="9dfaf570-3c8e-4a4d-a55f-f893c52a0e6b" providerId="ADAL" clId="{93969E99-0156-4B52-8608-DC255915C01E}" dt="2026-09-29T09:49:19.333" v="7602" actId="1076"/>
          <ac:spMkLst>
            <pc:docMk/>
            <pc:sldMk cId="1886532602" sldId="264"/>
            <ac:spMk id="8" creationId="{9D094341-4D27-70C2-C3FE-CCA2FC201F2E}"/>
          </ac:spMkLst>
        </pc:spChg>
        <pc:spChg chg="add del mod">
          <ac:chgData name="Sandeep Angara" userId="9dfaf570-3c8e-4a4d-a55f-f893c52a0e6b" providerId="ADAL" clId="{93969E99-0156-4B52-8608-DC255915C01E}" dt="2026-09-29T09:45:44.477" v="7473" actId="478"/>
          <ac:spMkLst>
            <pc:docMk/>
            <pc:sldMk cId="1886532602" sldId="264"/>
            <ac:spMk id="9" creationId="{447C8CF4-BFFB-242C-84AA-083DEA469022}"/>
          </ac:spMkLst>
        </pc:spChg>
        <pc:spChg chg="add mod">
          <ac:chgData name="Sandeep Angara" userId="9dfaf570-3c8e-4a4d-a55f-f893c52a0e6b" providerId="ADAL" clId="{93969E99-0156-4B52-8608-DC255915C01E}" dt="2026-09-29T09:49:16.691" v="7601" actId="1076"/>
          <ac:spMkLst>
            <pc:docMk/>
            <pc:sldMk cId="1886532602" sldId="264"/>
            <ac:spMk id="11" creationId="{B3774857-A430-E323-A410-44AE8C356567}"/>
          </ac:spMkLst>
        </pc:spChg>
        <pc:spChg chg="add mod">
          <ac:chgData name="Sandeep Angara" userId="9dfaf570-3c8e-4a4d-a55f-f893c52a0e6b" providerId="ADAL" clId="{93969E99-0156-4B52-8608-DC255915C01E}" dt="2026-09-29T09:49:24.624" v="7603" actId="1076"/>
          <ac:spMkLst>
            <pc:docMk/>
            <pc:sldMk cId="1886532602" sldId="264"/>
            <ac:spMk id="12" creationId="{8F438814-EBB7-8B0A-6F0D-854603D75F56}"/>
          </ac:spMkLst>
        </pc:spChg>
        <pc:spChg chg="add del mod">
          <ac:chgData name="Sandeep Angara" userId="9dfaf570-3c8e-4a4d-a55f-f893c52a0e6b" providerId="ADAL" clId="{93969E99-0156-4B52-8608-DC255915C01E}" dt="2026-09-29T09:46:23.245" v="7531" actId="478"/>
          <ac:spMkLst>
            <pc:docMk/>
            <pc:sldMk cId="1886532602" sldId="264"/>
            <ac:spMk id="14" creationId="{D4058DB1-BB11-A345-5EC9-4E93A343C2E7}"/>
          </ac:spMkLst>
        </pc:spChg>
        <pc:spChg chg="add mod">
          <ac:chgData name="Sandeep Angara" userId="9dfaf570-3c8e-4a4d-a55f-f893c52a0e6b" providerId="ADAL" clId="{93969E99-0156-4B52-8608-DC255915C01E}" dt="2026-09-29T09:49:43.389" v="7621" actId="20577"/>
          <ac:spMkLst>
            <pc:docMk/>
            <pc:sldMk cId="1886532602" sldId="264"/>
            <ac:spMk id="16" creationId="{1B2E3A4F-DF02-FB06-A2A3-690BA9A35AB3}"/>
          </ac:spMkLst>
        </pc:spChg>
      </pc:sldChg>
      <pc:sldChg chg="addSp delSp modSp new mod modNotesTx">
        <pc:chgData name="Sandeep Angara" userId="9dfaf570-3c8e-4a4d-a55f-f893c52a0e6b" providerId="ADAL" clId="{93969E99-0156-4B52-8608-DC255915C01E}" dt="2026-09-26T12:16:08.861" v="3198" actId="20577"/>
        <pc:sldMkLst>
          <pc:docMk/>
          <pc:sldMk cId="1093094612" sldId="265"/>
        </pc:sldMkLst>
        <pc:spChg chg="mod">
          <ac:chgData name="Sandeep Angara" userId="9dfaf570-3c8e-4a4d-a55f-f893c52a0e6b" providerId="ADAL" clId="{93969E99-0156-4B52-8608-DC255915C01E}" dt="2026-09-26T11:23:47.261" v="1279" actId="20577"/>
          <ac:spMkLst>
            <pc:docMk/>
            <pc:sldMk cId="1093094612" sldId="265"/>
            <ac:spMk id="2" creationId="{8243281D-2373-BDAB-3A15-C3113C7674CF}"/>
          </ac:spMkLst>
        </pc:spChg>
        <pc:spChg chg="add mod">
          <ac:chgData name="Sandeep Angara" userId="9dfaf570-3c8e-4a4d-a55f-f893c52a0e6b" providerId="ADAL" clId="{93969E99-0156-4B52-8608-DC255915C01E}" dt="2026-09-26T12:08:17.755" v="2171" actId="1076"/>
          <ac:spMkLst>
            <pc:docMk/>
            <pc:sldMk cId="1093094612" sldId="265"/>
            <ac:spMk id="6" creationId="{9A306201-8E06-BFB6-FD78-73D75EA7000C}"/>
          </ac:spMkLst>
        </pc:spChg>
        <pc:spChg chg="add mod">
          <ac:chgData name="Sandeep Angara" userId="9dfaf570-3c8e-4a4d-a55f-f893c52a0e6b" providerId="ADAL" clId="{93969E99-0156-4B52-8608-DC255915C01E}" dt="2026-09-26T12:08:17.755" v="2171" actId="1076"/>
          <ac:spMkLst>
            <pc:docMk/>
            <pc:sldMk cId="1093094612" sldId="265"/>
            <ac:spMk id="8" creationId="{978C1B9C-9AC1-08F3-A565-DB8A9AB2FA91}"/>
          </ac:spMkLst>
        </pc:spChg>
        <pc:spChg chg="add mod">
          <ac:chgData name="Sandeep Angara" userId="9dfaf570-3c8e-4a4d-a55f-f893c52a0e6b" providerId="ADAL" clId="{93969E99-0156-4B52-8608-DC255915C01E}" dt="2026-09-26T12:08:17.755" v="2171" actId="1076"/>
          <ac:spMkLst>
            <pc:docMk/>
            <pc:sldMk cId="1093094612" sldId="265"/>
            <ac:spMk id="10" creationId="{555FECE1-78FC-3D7A-3864-8DB3AE60D7D3}"/>
          </ac:spMkLst>
        </pc:spChg>
        <pc:spChg chg="add mod">
          <ac:chgData name="Sandeep Angara" userId="9dfaf570-3c8e-4a4d-a55f-f893c52a0e6b" providerId="ADAL" clId="{93969E99-0156-4B52-8608-DC255915C01E}" dt="2026-09-26T12:08:17.755" v="2171" actId="1076"/>
          <ac:spMkLst>
            <pc:docMk/>
            <pc:sldMk cId="1093094612" sldId="265"/>
            <ac:spMk id="12" creationId="{0107D538-506E-C0D1-000D-932885BB9830}"/>
          </ac:spMkLst>
        </pc:spChg>
        <pc:spChg chg="add mod">
          <ac:chgData name="Sandeep Angara" userId="9dfaf570-3c8e-4a4d-a55f-f893c52a0e6b" providerId="ADAL" clId="{93969E99-0156-4B52-8608-DC255915C01E}" dt="2026-09-26T12:08:17.755" v="2171" actId="1076"/>
          <ac:spMkLst>
            <pc:docMk/>
            <pc:sldMk cId="1093094612" sldId="265"/>
            <ac:spMk id="14" creationId="{4EDB2EFA-DBF9-A6FC-231E-D1743B77713E}"/>
          </ac:spMkLst>
        </pc:spChg>
      </pc:sldChg>
      <pc:sldChg chg="add del ord">
        <pc:chgData name="Sandeep Angara" userId="9dfaf570-3c8e-4a4d-a55f-f893c52a0e6b" providerId="ADAL" clId="{93969E99-0156-4B52-8608-DC255915C01E}" dt="2026-09-29T09:50:32.994" v="7657" actId="2696"/>
        <pc:sldMkLst>
          <pc:docMk/>
          <pc:sldMk cId="3242965" sldId="267"/>
        </pc:sldMkLst>
      </pc:sldChg>
      <pc:sldChg chg="modSp mod modNotesTx">
        <pc:chgData name="Sandeep Angara" userId="9dfaf570-3c8e-4a4d-a55f-f893c52a0e6b" providerId="ADAL" clId="{93969E99-0156-4B52-8608-DC255915C01E}" dt="2026-09-26T12:35:33.430" v="4985" actId="20577"/>
        <pc:sldMkLst>
          <pc:docMk/>
          <pc:sldMk cId="0" sldId="283"/>
        </pc:sldMkLst>
        <pc:spChg chg="mod">
          <ac:chgData name="Sandeep Angara" userId="9dfaf570-3c8e-4a4d-a55f-f893c52a0e6b" providerId="ADAL" clId="{93969E99-0156-4B52-8608-DC255915C01E}" dt="2026-09-26T12:35:33.430" v="4985" actId="20577"/>
          <ac:spMkLst>
            <pc:docMk/>
            <pc:sldMk cId="0" sldId="283"/>
            <ac:spMk id="16" creationId="{00000000-0000-0000-0000-000000000000}"/>
          </ac:spMkLst>
        </pc:spChg>
        <pc:spChg chg="mod">
          <ac:chgData name="Sandeep Angara" userId="9dfaf570-3c8e-4a4d-a55f-f893c52a0e6b" providerId="ADAL" clId="{93969E99-0156-4B52-8608-DC255915C01E}" dt="2026-09-26T10:36:38.218" v="974" actId="20577"/>
          <ac:spMkLst>
            <pc:docMk/>
            <pc:sldMk cId="0" sldId="283"/>
            <ac:spMk id="53" creationId="{615D2652-983D-F2EA-0D0E-58CC603590AB}"/>
          </ac:spMkLst>
        </pc:spChg>
      </pc:sldChg>
      <pc:sldChg chg="modNotesTx">
        <pc:chgData name="Sandeep Angara" userId="9dfaf570-3c8e-4a4d-a55f-f893c52a0e6b" providerId="ADAL" clId="{93969E99-0156-4B52-8608-DC255915C01E}" dt="2026-09-26T12:51:27.128" v="6618" actId="20577"/>
        <pc:sldMkLst>
          <pc:docMk/>
          <pc:sldMk cId="0" sldId="2147482528"/>
        </pc:sldMkLst>
      </pc:sldChg>
      <pc:sldChg chg="modNotesTx">
        <pc:chgData name="Sandeep Angara" userId="9dfaf570-3c8e-4a4d-a55f-f893c52a0e6b" providerId="ADAL" clId="{93969E99-0156-4B52-8608-DC255915C01E}" dt="2026-09-26T12:51:08.551" v="6614" actId="20577"/>
        <pc:sldMkLst>
          <pc:docMk/>
          <pc:sldMk cId="0" sldId="2147482575"/>
        </pc:sldMkLst>
      </pc:sldChg>
      <pc:sldChg chg="ord">
        <pc:chgData name="Sandeep Angara" userId="9dfaf570-3c8e-4a4d-a55f-f893c52a0e6b" providerId="ADAL" clId="{93969E99-0156-4B52-8608-DC255915C01E}" dt="2026-09-26T12:45:58.708" v="6433"/>
        <pc:sldMkLst>
          <pc:docMk/>
          <pc:sldMk cId="189371272" sldId="2147482602"/>
        </pc:sldMkLst>
      </pc:sldChg>
      <pc:sldChg chg="modNotesTx">
        <pc:chgData name="Sandeep Angara" userId="9dfaf570-3c8e-4a4d-a55f-f893c52a0e6b" providerId="ADAL" clId="{93969E99-0156-4B52-8608-DC255915C01E}" dt="2026-09-26T10:30:32.069" v="761" actId="20577"/>
        <pc:sldMkLst>
          <pc:docMk/>
          <pc:sldMk cId="2231614184" sldId="2147482604"/>
        </pc:sldMkLst>
      </pc:sldChg>
      <pc:sldChg chg="modSp mod">
        <pc:chgData name="Sandeep Angara" userId="9dfaf570-3c8e-4a4d-a55f-f893c52a0e6b" providerId="ADAL" clId="{93969E99-0156-4B52-8608-DC255915C01E}" dt="2026-09-26T09:22:42.367" v="330" actId="1076"/>
        <pc:sldMkLst>
          <pc:docMk/>
          <pc:sldMk cId="4044588757" sldId="2147482605"/>
        </pc:sldMkLst>
        <pc:picChg chg="mod">
          <ac:chgData name="Sandeep Angara" userId="9dfaf570-3c8e-4a4d-a55f-f893c52a0e6b" providerId="ADAL" clId="{93969E99-0156-4B52-8608-DC255915C01E}" dt="2026-09-26T09:22:42.367" v="330" actId="1076"/>
          <ac:picMkLst>
            <pc:docMk/>
            <pc:sldMk cId="4044588757" sldId="2147482605"/>
            <ac:picMk id="6" creationId="{BA53C0A9-EB39-3B11-3BA4-AC33D3C7F043}"/>
          </ac:picMkLst>
        </pc:picChg>
      </pc:sldChg>
      <pc:sldChg chg="modNotesTx">
        <pc:chgData name="Sandeep Angara" userId="9dfaf570-3c8e-4a4d-a55f-f893c52a0e6b" providerId="ADAL" clId="{93969E99-0156-4B52-8608-DC255915C01E}" dt="2026-09-26T11:37:52.642" v="1723" actId="20577"/>
        <pc:sldMkLst>
          <pc:docMk/>
          <pc:sldMk cId="58669721" sldId="214748260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7478EC-A632-46E7-A804-E9C7AA1243B3}" type="datetimeFigureOut">
              <a:rPr lang="en-US" smtClean="0"/>
              <a:t>9/29/2026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FEA0D2-20A8-46DC-8B9A-A6E136641C3B}" type="slidenum">
              <a:rPr lang="en-US" smtClean="0"/>
              <a:t>‹#›</a:t>
            </a:fld>
            <a:endParaRPr lang="en-US"/>
          </a:p>
        </p:txBody>
      </p:sp>
    </p:spTree>
    <p:extLst>
      <p:ext uri="{BB962C8B-B14F-4D97-AF65-F5344CB8AC3E}">
        <p14:creationId xmlns:p14="http://schemas.microsoft.com/office/powerpoint/2010/main" val="1445719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techcommunity.microsoft.com/blog/copilot-studio-blog/white-paper-choosing-between-the-github-copilot-and-standard-harnesses-in-copilo/4552385"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livesend.microsoft.com/i/DuC8S9yOJM___SZr___sH5MFnnBfWGbK9VaR6foTV4Payt3VwoAx1rsqcIT8WcuN3u9SwigcWsMJjqjBEofl34IjVE8EhHhQkVqEQeva1KwO___SB0___2U8jLMELvPLUSSIGNcCZp6vLwg" TargetMode="External"/><Relationship Id="rId2" Type="http://schemas.openxmlformats.org/officeDocument/2006/relationships/slide" Target="../slides/slide17.xml"/><Relationship Id="rId1" Type="http://schemas.openxmlformats.org/officeDocument/2006/relationships/notesMaster" Target="../notesMasters/notesMaster1.xml"/><Relationship Id="rId6" Type="http://schemas.openxmlformats.org/officeDocument/2006/relationships/hyperlink" Target="https://microsoft.github.io/cat-agent-skills/" TargetMode="External"/><Relationship Id="rId5" Type="http://schemas.openxmlformats.org/officeDocument/2006/relationships/hyperlink" Target="https://microsoft.github.io/agent-academy/" TargetMode="External"/><Relationship Id="rId4" Type="http://schemas.openxmlformats.org/officeDocument/2006/relationships/hyperlink" Target="https://microsoft.github.io/mcscatblog/"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a:t>
            </a:r>
          </a:p>
          <a:p>
            <a:endParaRPr lang="en-US" dirty="0"/>
          </a:p>
          <a:p>
            <a:r>
              <a:rPr lang="en-US" dirty="0"/>
              <a:t>Thanks to Girish and Nehal</a:t>
            </a:r>
          </a:p>
          <a:p>
            <a:endParaRPr lang="en-US" dirty="0"/>
          </a:p>
          <a:p>
            <a:r>
              <a:rPr lang="en-US" dirty="0"/>
              <a:t>Tremendous job on all the knowledge you share</a:t>
            </a:r>
          </a:p>
          <a:p>
            <a:endParaRPr lang="en-US" dirty="0"/>
          </a:p>
          <a:p>
            <a:r>
              <a:rPr lang="en-US" dirty="0"/>
              <a:t>Need of the hour for sessions and demos</a:t>
            </a:r>
          </a:p>
          <a:p>
            <a:endParaRPr lang="en-US" dirty="0"/>
          </a:p>
          <a:p>
            <a:r>
              <a:rPr lang="en-US" dirty="0"/>
              <a:t>Not just agents but also apps</a:t>
            </a:r>
          </a:p>
          <a:p>
            <a:endParaRPr lang="en-US" dirty="0"/>
          </a:p>
          <a:p>
            <a:r>
              <a:rPr lang="en-US" dirty="0"/>
              <a:t>Copilot Managed Runtime</a:t>
            </a:r>
          </a:p>
          <a:p>
            <a:endParaRPr lang="en-US" dirty="0"/>
          </a:p>
          <a:p>
            <a:r>
              <a:rPr lang="en-US" dirty="0"/>
              <a:t>Copilot Credits</a:t>
            </a:r>
          </a:p>
          <a:p>
            <a:endParaRPr lang="en-US" dirty="0"/>
          </a:p>
          <a:p>
            <a:r>
              <a:rPr lang="en-US" dirty="0"/>
              <a:t>Usage based billing</a:t>
            </a:r>
          </a:p>
          <a:p>
            <a:endParaRPr lang="en-US" dirty="0"/>
          </a:p>
          <a:p>
            <a:r>
              <a:rPr lang="en-US" dirty="0"/>
              <a:t>First part – Understanding harness and diff b/w GHCP &amp; Standard</a:t>
            </a:r>
          </a:p>
          <a:p>
            <a:endParaRPr lang="en-US" dirty="0"/>
          </a:p>
          <a:p>
            <a:r>
              <a:rPr lang="en-US" dirty="0"/>
              <a:t>Second part - Demo</a:t>
            </a:r>
          </a:p>
          <a:p>
            <a:endParaRPr lang="en-US" dirty="0"/>
          </a:p>
          <a:p>
            <a:endParaRPr lang="en-US" dirty="0"/>
          </a:p>
        </p:txBody>
      </p:sp>
      <p:sp>
        <p:nvSpPr>
          <p:cNvPr id="4" name="Slide Number Placeholder 3"/>
          <p:cNvSpPr>
            <a:spLocks noGrp="1"/>
          </p:cNvSpPr>
          <p:nvPr>
            <p:ph type="sldNum" sz="quarter" idx="5"/>
          </p:nvPr>
        </p:nvSpPr>
        <p:spPr/>
        <p:txBody>
          <a:bodyPr/>
          <a:lstStyle/>
          <a:p>
            <a:fld id="{36FEA0D2-20A8-46DC-8B9A-A6E136641C3B}" type="slidenum">
              <a:rPr lang="en-US" smtClean="0"/>
              <a:t>1</a:t>
            </a:fld>
            <a:endParaRPr lang="en-US"/>
          </a:p>
        </p:txBody>
      </p:sp>
    </p:spTree>
    <p:extLst>
      <p:ext uri="{BB962C8B-B14F-4D97-AF65-F5344CB8AC3E}">
        <p14:creationId xmlns:p14="http://schemas.microsoft.com/office/powerpoint/2010/main" val="2907225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meaning can be applied in the case of Copilot Studio</a:t>
            </a:r>
          </a:p>
          <a:p>
            <a:endParaRPr lang="en-US" dirty="0"/>
          </a:p>
          <a:p>
            <a:r>
              <a:rPr lang="en-US" dirty="0"/>
              <a:t>A harness is the runtime environment around the model. It determines which capabilities are available, what context reaches the model, how responses are interpreted, and how actions are executed. Orchestration is one job the harness performs: directing what the agent should do next. </a:t>
            </a:r>
          </a:p>
          <a:p>
            <a:endParaRPr lang="en-US" dirty="0"/>
          </a:p>
          <a:p>
            <a:r>
              <a:rPr lang="en-US" dirty="0"/>
              <a:t>Model reasons and generates, harness provide operating environment, orchestration directs the flow of work inside it. Today there are three types of harness in Copilot Studio 1. GHCP, 2. Standard, 3. Copilot Chat each serves different agent orchestration methods.</a:t>
            </a:r>
          </a:p>
          <a:p>
            <a:endParaRPr lang="en-US" dirty="0"/>
          </a:p>
          <a:p>
            <a:endParaRPr lang="en-US" dirty="0"/>
          </a:p>
        </p:txBody>
      </p:sp>
      <p:sp>
        <p:nvSpPr>
          <p:cNvPr id="4" name="Slide Number Placeholder 3"/>
          <p:cNvSpPr>
            <a:spLocks noGrp="1"/>
          </p:cNvSpPr>
          <p:nvPr>
            <p:ph type="sldNum" sz="quarter" idx="5"/>
          </p:nvPr>
        </p:nvSpPr>
        <p:spPr/>
        <p:txBody>
          <a:bodyPr/>
          <a:lstStyle/>
          <a:p>
            <a:fld id="{36FEA0D2-20A8-46DC-8B9A-A6E136641C3B}" type="slidenum">
              <a:rPr lang="en-US" smtClean="0"/>
              <a:t>3</a:t>
            </a:fld>
            <a:endParaRPr lang="en-US"/>
          </a:p>
        </p:txBody>
      </p:sp>
    </p:spTree>
    <p:extLst>
      <p:ext uri="{BB962C8B-B14F-4D97-AF65-F5344CB8AC3E}">
        <p14:creationId xmlns:p14="http://schemas.microsoft.com/office/powerpoint/2010/main" val="40369410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this session is exclusively about the GHCP harness, so we will jump into it and see what abilities it have: Agentic loop: the continuous invocation of model for reasoning the agent tries to reason over the goal completion, whether to try a different approach, delegate work or stop. Long running processes like reasoning over spread sheets, reconciliation etc. Adapt – Meaning when anything fails the agent adapts itself, reasons over the failure, retry or try completely a different approach, Large files by size can be processed. Theres a sandbox with bash and python modules installed that supports this. Also out-of-the-box it comes with file generation and editing capabilities. No API calls required, it creates Python scripts using different document generation libraries to do this job.</a:t>
            </a:r>
          </a:p>
        </p:txBody>
      </p:sp>
      <p:sp>
        <p:nvSpPr>
          <p:cNvPr id="4" name="Slide Number Placeholder 3"/>
          <p:cNvSpPr>
            <a:spLocks noGrp="1"/>
          </p:cNvSpPr>
          <p:nvPr>
            <p:ph type="sldNum" sz="quarter" idx="5"/>
          </p:nvPr>
        </p:nvSpPr>
        <p:spPr/>
        <p:txBody>
          <a:bodyPr/>
          <a:lstStyle/>
          <a:p>
            <a:fld id="{36FEA0D2-20A8-46DC-8B9A-A6E136641C3B}" type="slidenum">
              <a:rPr lang="en-US" smtClean="0"/>
              <a:t>4</a:t>
            </a:fld>
            <a:endParaRPr lang="en-US"/>
          </a:p>
        </p:txBody>
      </p:sp>
    </p:spTree>
    <p:extLst>
      <p:ext uri="{BB962C8B-B14F-4D97-AF65-F5344CB8AC3E}">
        <p14:creationId xmlns:p14="http://schemas.microsoft.com/office/powerpoint/2010/main" val="17118530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going deep into the GHCP capabilities, let’s now understand the difference between standard and GHCP harness. For a simple analogy consider a very capable GPS: You know the destination to reach, and also the capability to decide which route to take. Now consider a destination you know and doesn’t know well-defined route upfront, now consider having an experienced expedition guide, who figures out routes on ground, know how to handle roadblocks and powerful and patience enough to reach the destination despite of all the issues without leaving in the middle.</a:t>
            </a:r>
          </a:p>
        </p:txBody>
      </p:sp>
      <p:sp>
        <p:nvSpPr>
          <p:cNvPr id="4" name="Slide Number Placeholder 3"/>
          <p:cNvSpPr>
            <a:spLocks noGrp="1"/>
          </p:cNvSpPr>
          <p:nvPr>
            <p:ph type="sldNum" sz="quarter" idx="5"/>
          </p:nvPr>
        </p:nvSpPr>
        <p:spPr/>
        <p:txBody>
          <a:bodyPr/>
          <a:lstStyle/>
          <a:p>
            <a:fld id="{36FEA0D2-20A8-46DC-8B9A-A6E136641C3B}" type="slidenum">
              <a:rPr lang="en-US" smtClean="0"/>
              <a:t>5</a:t>
            </a:fld>
            <a:endParaRPr lang="en-US"/>
          </a:p>
        </p:txBody>
      </p:sp>
    </p:spTree>
    <p:extLst>
      <p:ext uri="{BB962C8B-B14F-4D97-AF65-F5344CB8AC3E}">
        <p14:creationId xmlns:p14="http://schemas.microsoft.com/office/powerpoint/2010/main" val="18653113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same technically: Standard harness plans upfront and follows the replanning of the approach in the middle of the flow is very less. Then the GHCP approach is more dynamic: Given a goal, it continues to reason over the progress, scope to invoke other tools in parallel or to redefine the approach completely. </a:t>
            </a:r>
          </a:p>
        </p:txBody>
      </p:sp>
      <p:sp>
        <p:nvSpPr>
          <p:cNvPr id="4" name="Slide Number Placeholder 3"/>
          <p:cNvSpPr>
            <a:spLocks noGrp="1"/>
          </p:cNvSpPr>
          <p:nvPr>
            <p:ph type="sldNum" sz="quarter" idx="5"/>
          </p:nvPr>
        </p:nvSpPr>
        <p:spPr/>
        <p:txBody>
          <a:bodyPr/>
          <a:lstStyle/>
          <a:p>
            <a:fld id="{36FEA0D2-20A8-46DC-8B9A-A6E136641C3B}" type="slidenum">
              <a:rPr lang="en-US" smtClean="0"/>
              <a:t>6</a:t>
            </a:fld>
            <a:endParaRPr lang="en-US"/>
          </a:p>
        </p:txBody>
      </p:sp>
    </p:spTree>
    <p:extLst>
      <p:ext uri="{BB962C8B-B14F-4D97-AF65-F5344CB8AC3E}">
        <p14:creationId xmlns:p14="http://schemas.microsoft.com/office/powerpoint/2010/main" val="25931732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Going further down, these are the standard capability differences between both harness. </a:t>
            </a:r>
          </a:p>
        </p:txBody>
      </p:sp>
      <p:sp>
        <p:nvSpPr>
          <p:cNvPr id="4" name="Slide Number Placeholder 3"/>
          <p:cNvSpPr>
            <a:spLocks noGrp="1"/>
          </p:cNvSpPr>
          <p:nvPr>
            <p:ph type="sldNum" sz="quarter" idx="5"/>
          </p:nvPr>
        </p:nvSpPr>
        <p:spPr/>
        <p:txBody>
          <a:bodyPr/>
          <a:lstStyle/>
          <a:p>
            <a:fld id="{7EB8C794-77EE-4724-B493-2E0907BFA558}" type="slidenum">
              <a:rPr lang="en-GB" smtClean="0"/>
              <a:t>7</a:t>
            </a:fld>
            <a:endParaRPr lang="en-GB"/>
          </a:p>
        </p:txBody>
      </p:sp>
    </p:spTree>
    <p:extLst>
      <p:ext uri="{BB962C8B-B14F-4D97-AF65-F5344CB8AC3E}">
        <p14:creationId xmlns:p14="http://schemas.microsoft.com/office/powerpoint/2010/main" val="9031017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Today there are also few limitations the GHCP harness lacks like adaptive cards or </a:t>
            </a:r>
            <a:r>
              <a:rPr lang="en-GB" dirty="0" err="1"/>
              <a:t>ui</a:t>
            </a:r>
            <a:r>
              <a:rPr lang="en-GB" dirty="0"/>
              <a:t> components </a:t>
            </a:r>
            <a:endParaRPr lang="en-US" dirty="0"/>
          </a:p>
        </p:txBody>
      </p:sp>
      <p:sp>
        <p:nvSpPr>
          <p:cNvPr id="4" name="Slide Number Placeholder 3"/>
          <p:cNvSpPr>
            <a:spLocks noGrp="1"/>
          </p:cNvSpPr>
          <p:nvPr>
            <p:ph type="sldNum" sz="quarter" idx="5"/>
          </p:nvPr>
        </p:nvSpPr>
        <p:spPr/>
        <p:txBody>
          <a:bodyPr/>
          <a:lstStyle/>
          <a:p>
            <a:fld id="{36FEA0D2-20A8-46DC-8B9A-A6E136641C3B}" type="slidenum">
              <a:rPr lang="en-US" smtClean="0"/>
              <a:t>8</a:t>
            </a:fld>
            <a:endParaRPr lang="en-US"/>
          </a:p>
        </p:txBody>
      </p:sp>
    </p:spTree>
    <p:extLst>
      <p:ext uri="{BB962C8B-B14F-4D97-AF65-F5344CB8AC3E}">
        <p14:creationId xmlns:p14="http://schemas.microsoft.com/office/powerpoint/2010/main" val="19843804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drive the conversation/actions flow, we have Skills</a:t>
            </a:r>
          </a:p>
        </p:txBody>
      </p:sp>
      <p:sp>
        <p:nvSpPr>
          <p:cNvPr id="4" name="Slide Number Placeholder 3"/>
          <p:cNvSpPr>
            <a:spLocks noGrp="1"/>
          </p:cNvSpPr>
          <p:nvPr>
            <p:ph type="sldNum" sz="quarter" idx="5"/>
          </p:nvPr>
        </p:nvSpPr>
        <p:spPr/>
        <p:txBody>
          <a:bodyPr/>
          <a:lstStyle/>
          <a:p>
            <a:fld id="{36FEA0D2-20A8-46DC-8B9A-A6E136641C3B}" type="slidenum">
              <a:rPr lang="en-US" smtClean="0"/>
              <a:t>9</a:t>
            </a:fld>
            <a:endParaRPr lang="en-US"/>
          </a:p>
        </p:txBody>
      </p:sp>
    </p:spTree>
    <p:extLst>
      <p:ext uri="{BB962C8B-B14F-4D97-AF65-F5344CB8AC3E}">
        <p14:creationId xmlns:p14="http://schemas.microsoft.com/office/powerpoint/2010/main" val="6031089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Topics are not a limitation though. Skills though they cannot be compared </a:t>
            </a:r>
            <a:r>
              <a:rPr lang="en-GB" dirty="0" err="1"/>
              <a:t>eith</a:t>
            </a:r>
            <a:r>
              <a:rPr lang="en-GB" dirty="0"/>
              <a:t> topics dot to dot, Skills are more interesting and solved problem differently. In topics maker determines the path using different nodes like questions, branches, messages and adaptive cards. Skill is more of a reusable piece of task defined. It is basically a markdown file that defines how a granular task to be achieved. Example: In a typical hiring assistant agent a skill that determines how to evaluate a candidate profile Technically:  it defines rules, lists the tools to call, how to interpret inputs and outputs from other skills or tools. Skills are not just </a:t>
            </a:r>
            <a:r>
              <a:rPr lang="en-GB" dirty="0" err="1"/>
              <a:t>md.</a:t>
            </a:r>
            <a:r>
              <a:rPr lang="en-GB" dirty="0"/>
              <a:t> They also support a zip format. You can format a skill into multiple markdown files along with any scripts to achieve a task. Let’s say a agent </a:t>
            </a:r>
            <a:endParaRPr lang="en-US" dirty="0"/>
          </a:p>
          <a:p>
            <a:endParaRPr lang="en-US" dirty="0"/>
          </a:p>
        </p:txBody>
      </p:sp>
      <p:sp>
        <p:nvSpPr>
          <p:cNvPr id="4" name="Slide Number Placeholder 3"/>
          <p:cNvSpPr>
            <a:spLocks noGrp="1"/>
          </p:cNvSpPr>
          <p:nvPr>
            <p:ph type="sldNum" sz="quarter" idx="5"/>
          </p:nvPr>
        </p:nvSpPr>
        <p:spPr/>
        <p:txBody>
          <a:bodyPr/>
          <a:lstStyle/>
          <a:p>
            <a:fld id="{36FEA0D2-20A8-46DC-8B9A-A6E136641C3B}" type="slidenum">
              <a:rPr lang="en-US" smtClean="0"/>
              <a:t>10</a:t>
            </a:fld>
            <a:endParaRPr lang="en-US"/>
          </a:p>
        </p:txBody>
      </p:sp>
    </p:spTree>
    <p:extLst>
      <p:ext uri="{BB962C8B-B14F-4D97-AF65-F5344CB8AC3E}">
        <p14:creationId xmlns:p14="http://schemas.microsoft.com/office/powerpoint/2010/main" val="37535156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Sandbox is the tool GHCP harness uses for large-file processing, </a:t>
            </a:r>
            <a:r>
              <a:rPr lang="en-US" dirty="0" err="1"/>
              <a:t>ootb</a:t>
            </a:r>
            <a:r>
              <a:rPr lang="en-US" dirty="0"/>
              <a:t> file generation and editing. </a:t>
            </a:r>
          </a:p>
        </p:txBody>
      </p:sp>
      <p:sp>
        <p:nvSpPr>
          <p:cNvPr id="4" name="Slide Number Placeholder 3"/>
          <p:cNvSpPr>
            <a:spLocks noGrp="1"/>
          </p:cNvSpPr>
          <p:nvPr>
            <p:ph type="sldNum" sz="quarter" idx="5"/>
          </p:nvPr>
        </p:nvSpPr>
        <p:spPr/>
        <p:txBody>
          <a:bodyPr/>
          <a:lstStyle/>
          <a:p>
            <a:fld id="{36FEA0D2-20A8-46DC-8B9A-A6E136641C3B}" type="slidenum">
              <a:rPr lang="en-US" smtClean="0"/>
              <a:t>11</a:t>
            </a:fld>
            <a:endParaRPr lang="en-US"/>
          </a:p>
        </p:txBody>
      </p:sp>
    </p:spTree>
    <p:extLst>
      <p:ext uri="{BB962C8B-B14F-4D97-AF65-F5344CB8AC3E}">
        <p14:creationId xmlns:p14="http://schemas.microsoft.com/office/powerpoint/2010/main" val="37578022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DFE95-1AC0-6022-6A38-8898C4DE52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A4917A-A733-BDB8-E1B2-2FA9310FB63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FC9D16C-FB9B-E208-6AF6-3AB03D57843E}"/>
              </a:ext>
            </a:extLst>
          </p:cNvPr>
          <p:cNvSpPr>
            <a:spLocks noGrp="1"/>
          </p:cNvSpPr>
          <p:nvPr>
            <p:ph type="body" idx="1"/>
          </p:nvPr>
        </p:nvSpPr>
        <p:spPr/>
        <p:txBody>
          <a:bodyPr/>
          <a:lstStyle/>
          <a:p>
            <a:r>
              <a:rPr lang="en-US" dirty="0"/>
              <a:t>This comes with pre-loaded python libraries like beautiful soup, </a:t>
            </a:r>
            <a:r>
              <a:rPr lang="en-US" dirty="0" err="1"/>
              <a:t>numpy</a:t>
            </a:r>
            <a:r>
              <a:rPr lang="en-US" dirty="0"/>
              <a:t> etc. Its capable of generating code dynamically with the power of Sandbox. Scaffolding scripts inside skill.zip required for an agent we know way before reduces the load on reasoning and generating the code from scratch.</a:t>
            </a:r>
          </a:p>
        </p:txBody>
      </p:sp>
      <p:sp>
        <p:nvSpPr>
          <p:cNvPr id="4" name="Slide Number Placeholder 3">
            <a:extLst>
              <a:ext uri="{FF2B5EF4-FFF2-40B4-BE49-F238E27FC236}">
                <a16:creationId xmlns:a16="http://schemas.microsoft.com/office/drawing/2014/main" id="{0A90CC54-541F-B85A-8F0F-557CC32E4DD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B8C794-77EE-4724-B493-2E0907BFA55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24329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Workflows are the new offering part of GHCP harness, though it doesn’t have anything to do with the harness, because these are deterministic but they still consume usage based consumption because of the fact  that they enable out of the box AI actions like classification, human in the loop and in-line agents.</a:t>
            </a:r>
          </a:p>
        </p:txBody>
      </p:sp>
      <p:sp>
        <p:nvSpPr>
          <p:cNvPr id="4" name="Slide Number Placeholder 3"/>
          <p:cNvSpPr>
            <a:spLocks noGrp="1"/>
          </p:cNvSpPr>
          <p:nvPr>
            <p:ph type="sldNum" sz="quarter" idx="5"/>
          </p:nvPr>
        </p:nvSpPr>
        <p:spPr/>
        <p:txBody>
          <a:bodyPr/>
          <a:lstStyle/>
          <a:p>
            <a:fld id="{36FEA0D2-20A8-46DC-8B9A-A6E136641C3B}" type="slidenum">
              <a:rPr lang="en-US" smtClean="0"/>
              <a:t>13</a:t>
            </a:fld>
            <a:endParaRPr lang="en-US"/>
          </a:p>
        </p:txBody>
      </p:sp>
    </p:spTree>
    <p:extLst>
      <p:ext uri="{BB962C8B-B14F-4D97-AF65-F5344CB8AC3E}">
        <p14:creationId xmlns:p14="http://schemas.microsoft.com/office/powerpoint/2010/main" val="38414572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White paper: Choosing between the GitHub Copilot and Standard harnesses in Copilot Studio | Microsoft Community Hub</a:t>
            </a:r>
            <a:endParaRPr lang="en-US" dirty="0"/>
          </a:p>
          <a:p>
            <a:endParaRPr lang="en-US" dirty="0"/>
          </a:p>
        </p:txBody>
      </p:sp>
      <p:sp>
        <p:nvSpPr>
          <p:cNvPr id="4" name="Slide Number Placeholder 3"/>
          <p:cNvSpPr>
            <a:spLocks noGrp="1"/>
          </p:cNvSpPr>
          <p:nvPr>
            <p:ph type="sldNum" sz="quarter" idx="5"/>
          </p:nvPr>
        </p:nvSpPr>
        <p:spPr/>
        <p:txBody>
          <a:bodyPr/>
          <a:lstStyle/>
          <a:p>
            <a:fld id="{36FEA0D2-20A8-46DC-8B9A-A6E136641C3B}" type="slidenum">
              <a:rPr lang="en-US" smtClean="0"/>
              <a:t>16</a:t>
            </a:fld>
            <a:endParaRPr lang="en-US"/>
          </a:p>
        </p:txBody>
      </p:sp>
    </p:spTree>
    <p:extLst>
      <p:ext uri="{BB962C8B-B14F-4D97-AF65-F5344CB8AC3E}">
        <p14:creationId xmlns:p14="http://schemas.microsoft.com/office/powerpoint/2010/main" val="35860673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Deck: </a:t>
            </a:r>
            <a:r>
              <a:rPr lang="en-US" dirty="0">
                <a:hlinkClick r:id="rId3"/>
              </a:rPr>
              <a:t>Microsoft </a:t>
            </a:r>
            <a:r>
              <a:rPr lang="en-US" dirty="0" err="1">
                <a:hlinkClick r:id="rId3"/>
              </a:rPr>
              <a:t>LiveSend</a:t>
            </a:r>
            <a:br>
              <a:rPr lang="en-US" dirty="0"/>
            </a:br>
            <a:br>
              <a:rPr lang="en-US" dirty="0"/>
            </a:br>
            <a:r>
              <a:rPr lang="en-US" dirty="0"/>
              <a:t>Custom Engine Blog: </a:t>
            </a:r>
            <a:r>
              <a:rPr lang="en-US" dirty="0">
                <a:hlinkClick r:id="rId4"/>
              </a:rPr>
              <a:t>The Custom Engine</a:t>
            </a:r>
            <a:endParaRPr lang="en-US" dirty="0"/>
          </a:p>
          <a:p>
            <a:endParaRPr lang="en-US" dirty="0"/>
          </a:p>
          <a:p>
            <a:r>
              <a:rPr lang="en-US" dirty="0"/>
              <a:t>Agent Academy: </a:t>
            </a:r>
            <a:r>
              <a:rPr lang="en-US" dirty="0">
                <a:hlinkClick r:id="rId5"/>
              </a:rPr>
              <a:t>Copilot Studio Agent Academy | Agent Academy</a:t>
            </a:r>
            <a:endParaRPr lang="en-US" dirty="0"/>
          </a:p>
          <a:p>
            <a:endParaRPr lang="en-US" dirty="0"/>
          </a:p>
          <a:p>
            <a:r>
              <a:rPr lang="en-US" dirty="0"/>
              <a:t>Sills Gallery: </a:t>
            </a:r>
            <a:r>
              <a:rPr lang="en-US" dirty="0">
                <a:hlinkClick r:id="rId6"/>
              </a:rPr>
              <a:t>CAT Agent Skills</a:t>
            </a:r>
            <a:endParaRPr lang="en-US" dirty="0"/>
          </a:p>
          <a:p>
            <a:endParaRPr lang="en-US" dirty="0"/>
          </a:p>
        </p:txBody>
      </p:sp>
      <p:sp>
        <p:nvSpPr>
          <p:cNvPr id="4" name="Slide Number Placeholder 3"/>
          <p:cNvSpPr>
            <a:spLocks noGrp="1"/>
          </p:cNvSpPr>
          <p:nvPr>
            <p:ph type="sldNum" sz="quarter" idx="5"/>
          </p:nvPr>
        </p:nvSpPr>
        <p:spPr/>
        <p:txBody>
          <a:bodyPr/>
          <a:lstStyle/>
          <a:p>
            <a:fld id="{36FEA0D2-20A8-46DC-8B9A-A6E136641C3B}" type="slidenum">
              <a:rPr lang="en-US" smtClean="0"/>
              <a:t>17</a:t>
            </a:fld>
            <a:endParaRPr lang="en-US"/>
          </a:p>
        </p:txBody>
      </p:sp>
    </p:spTree>
    <p:extLst>
      <p:ext uri="{BB962C8B-B14F-4D97-AF65-F5344CB8AC3E}">
        <p14:creationId xmlns:p14="http://schemas.microsoft.com/office/powerpoint/2010/main" val="15733759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FEA0D2-20A8-46DC-8B9A-A6E136641C3B}" type="slidenum">
              <a:rPr lang="en-US" smtClean="0"/>
              <a:t>18</a:t>
            </a:fld>
            <a:endParaRPr lang="en-US"/>
          </a:p>
        </p:txBody>
      </p:sp>
    </p:spTree>
    <p:extLst>
      <p:ext uri="{BB962C8B-B14F-4D97-AF65-F5344CB8AC3E}">
        <p14:creationId xmlns:p14="http://schemas.microsoft.com/office/powerpoint/2010/main" val="452411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448D1-D1E3-7AE2-5AA7-66C5D6A793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D59D968-3A54-D31B-6440-2EEA8D5494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0421AC-BF74-FFD1-888F-39E75C65F096}"/>
              </a:ext>
            </a:extLst>
          </p:cNvPr>
          <p:cNvSpPr>
            <a:spLocks noGrp="1"/>
          </p:cNvSpPr>
          <p:nvPr>
            <p:ph type="dt" sz="half" idx="10"/>
          </p:nvPr>
        </p:nvSpPr>
        <p:spPr/>
        <p:txBody>
          <a:bodyPr/>
          <a:lstStyle/>
          <a:p>
            <a:fld id="{EAA36589-06FB-48B9-877F-8E18F4011F95}" type="datetimeFigureOut">
              <a:rPr lang="en-US" smtClean="0"/>
              <a:t>9/29/2026</a:t>
            </a:fld>
            <a:endParaRPr lang="en-US"/>
          </a:p>
        </p:txBody>
      </p:sp>
      <p:sp>
        <p:nvSpPr>
          <p:cNvPr id="5" name="Footer Placeholder 4">
            <a:extLst>
              <a:ext uri="{FF2B5EF4-FFF2-40B4-BE49-F238E27FC236}">
                <a16:creationId xmlns:a16="http://schemas.microsoft.com/office/drawing/2014/main" id="{0AF83A18-9EEB-96C7-5308-1BF3E54629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D0C306-C33C-8ACA-C167-E926D671BD95}"/>
              </a:ext>
            </a:extLst>
          </p:cNvPr>
          <p:cNvSpPr>
            <a:spLocks noGrp="1"/>
          </p:cNvSpPr>
          <p:nvPr>
            <p:ph type="sldNum" sz="quarter" idx="12"/>
          </p:nvPr>
        </p:nvSpPr>
        <p:spPr/>
        <p:txBody>
          <a:bodyPr/>
          <a:lstStyle/>
          <a:p>
            <a:fld id="{47AA80FA-DE9E-4E37-B6D3-5EDB80CBA553}" type="slidenum">
              <a:rPr lang="en-US" smtClean="0"/>
              <a:t>‹#›</a:t>
            </a:fld>
            <a:endParaRPr lang="en-US"/>
          </a:p>
        </p:txBody>
      </p:sp>
    </p:spTree>
    <p:extLst>
      <p:ext uri="{BB962C8B-B14F-4D97-AF65-F5344CB8AC3E}">
        <p14:creationId xmlns:p14="http://schemas.microsoft.com/office/powerpoint/2010/main" val="1118370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63DE4-B8A7-2DFA-5ED8-9814D9CEE2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831446-A6E6-376A-14F6-414A3DEE47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6103DC-BD94-9233-9E19-85665C223C26}"/>
              </a:ext>
            </a:extLst>
          </p:cNvPr>
          <p:cNvSpPr>
            <a:spLocks noGrp="1"/>
          </p:cNvSpPr>
          <p:nvPr>
            <p:ph type="dt" sz="half" idx="10"/>
          </p:nvPr>
        </p:nvSpPr>
        <p:spPr/>
        <p:txBody>
          <a:bodyPr/>
          <a:lstStyle/>
          <a:p>
            <a:fld id="{EAA36589-06FB-48B9-877F-8E18F4011F95}" type="datetimeFigureOut">
              <a:rPr lang="en-US" smtClean="0"/>
              <a:t>9/29/2026</a:t>
            </a:fld>
            <a:endParaRPr lang="en-US"/>
          </a:p>
        </p:txBody>
      </p:sp>
      <p:sp>
        <p:nvSpPr>
          <p:cNvPr id="5" name="Footer Placeholder 4">
            <a:extLst>
              <a:ext uri="{FF2B5EF4-FFF2-40B4-BE49-F238E27FC236}">
                <a16:creationId xmlns:a16="http://schemas.microsoft.com/office/drawing/2014/main" id="{69072EBF-FAA0-93B4-0C65-31DD5965E6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A7410B-BC0B-F8DE-39D5-647EC784D423}"/>
              </a:ext>
            </a:extLst>
          </p:cNvPr>
          <p:cNvSpPr>
            <a:spLocks noGrp="1"/>
          </p:cNvSpPr>
          <p:nvPr>
            <p:ph type="sldNum" sz="quarter" idx="12"/>
          </p:nvPr>
        </p:nvSpPr>
        <p:spPr/>
        <p:txBody>
          <a:bodyPr/>
          <a:lstStyle/>
          <a:p>
            <a:fld id="{47AA80FA-DE9E-4E37-B6D3-5EDB80CBA553}" type="slidenum">
              <a:rPr lang="en-US" smtClean="0"/>
              <a:t>‹#›</a:t>
            </a:fld>
            <a:endParaRPr lang="en-US"/>
          </a:p>
        </p:txBody>
      </p:sp>
    </p:spTree>
    <p:extLst>
      <p:ext uri="{BB962C8B-B14F-4D97-AF65-F5344CB8AC3E}">
        <p14:creationId xmlns:p14="http://schemas.microsoft.com/office/powerpoint/2010/main" val="1489509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52BE0-BD18-F79F-74D4-DC082E0B3B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45CB350-1E98-7AAA-574D-50548694221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64C8AC-491E-6D08-C8BF-51DFE196D6EC}"/>
              </a:ext>
            </a:extLst>
          </p:cNvPr>
          <p:cNvSpPr>
            <a:spLocks noGrp="1"/>
          </p:cNvSpPr>
          <p:nvPr>
            <p:ph type="dt" sz="half" idx="10"/>
          </p:nvPr>
        </p:nvSpPr>
        <p:spPr/>
        <p:txBody>
          <a:bodyPr/>
          <a:lstStyle/>
          <a:p>
            <a:fld id="{EAA36589-06FB-48B9-877F-8E18F4011F95}" type="datetimeFigureOut">
              <a:rPr lang="en-US" smtClean="0"/>
              <a:t>9/29/2026</a:t>
            </a:fld>
            <a:endParaRPr lang="en-US"/>
          </a:p>
        </p:txBody>
      </p:sp>
      <p:sp>
        <p:nvSpPr>
          <p:cNvPr id="5" name="Footer Placeholder 4">
            <a:extLst>
              <a:ext uri="{FF2B5EF4-FFF2-40B4-BE49-F238E27FC236}">
                <a16:creationId xmlns:a16="http://schemas.microsoft.com/office/drawing/2014/main" id="{30CB0932-F9DC-8C26-A7E0-A021E018F8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C36185-C634-F87B-8C8C-4266BA69C210}"/>
              </a:ext>
            </a:extLst>
          </p:cNvPr>
          <p:cNvSpPr>
            <a:spLocks noGrp="1"/>
          </p:cNvSpPr>
          <p:nvPr>
            <p:ph type="sldNum" sz="quarter" idx="12"/>
          </p:nvPr>
        </p:nvSpPr>
        <p:spPr/>
        <p:txBody>
          <a:bodyPr/>
          <a:lstStyle/>
          <a:p>
            <a:fld id="{47AA80FA-DE9E-4E37-B6D3-5EDB80CBA553}" type="slidenum">
              <a:rPr lang="en-US" smtClean="0"/>
              <a:t>‹#›</a:t>
            </a:fld>
            <a:endParaRPr lang="en-US"/>
          </a:p>
        </p:txBody>
      </p:sp>
    </p:spTree>
    <p:extLst>
      <p:ext uri="{BB962C8B-B14F-4D97-AF65-F5344CB8AC3E}">
        <p14:creationId xmlns:p14="http://schemas.microsoft.com/office/powerpoint/2010/main" val="1352206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E910B-8EC6-3849-74D3-9263F35DD8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246E55-C1DE-8B08-ECAF-A7111EDDBE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2D6BF42-0BDA-34BC-2D09-F9E9674BCB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52C6846-B9D0-F38C-F729-4F8544E9B0E4}"/>
              </a:ext>
            </a:extLst>
          </p:cNvPr>
          <p:cNvSpPr>
            <a:spLocks noGrp="1"/>
          </p:cNvSpPr>
          <p:nvPr>
            <p:ph type="dt" sz="half" idx="10"/>
          </p:nvPr>
        </p:nvSpPr>
        <p:spPr/>
        <p:txBody>
          <a:bodyPr/>
          <a:lstStyle/>
          <a:p>
            <a:fld id="{EAA36589-06FB-48B9-877F-8E18F4011F95}" type="datetimeFigureOut">
              <a:rPr lang="en-US" smtClean="0"/>
              <a:t>9/29/2026</a:t>
            </a:fld>
            <a:endParaRPr lang="en-US"/>
          </a:p>
        </p:txBody>
      </p:sp>
      <p:sp>
        <p:nvSpPr>
          <p:cNvPr id="6" name="Footer Placeholder 5">
            <a:extLst>
              <a:ext uri="{FF2B5EF4-FFF2-40B4-BE49-F238E27FC236}">
                <a16:creationId xmlns:a16="http://schemas.microsoft.com/office/drawing/2014/main" id="{A9B1EDA0-0056-E1BB-0613-F60A5603E3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9634BB-DFFA-93BE-427D-BC44F8BF4DB9}"/>
              </a:ext>
            </a:extLst>
          </p:cNvPr>
          <p:cNvSpPr>
            <a:spLocks noGrp="1"/>
          </p:cNvSpPr>
          <p:nvPr>
            <p:ph type="sldNum" sz="quarter" idx="12"/>
          </p:nvPr>
        </p:nvSpPr>
        <p:spPr/>
        <p:txBody>
          <a:bodyPr/>
          <a:lstStyle/>
          <a:p>
            <a:fld id="{47AA80FA-DE9E-4E37-B6D3-5EDB80CBA553}" type="slidenum">
              <a:rPr lang="en-US" smtClean="0"/>
              <a:t>‹#›</a:t>
            </a:fld>
            <a:endParaRPr lang="en-US"/>
          </a:p>
        </p:txBody>
      </p:sp>
    </p:spTree>
    <p:extLst>
      <p:ext uri="{BB962C8B-B14F-4D97-AF65-F5344CB8AC3E}">
        <p14:creationId xmlns:p14="http://schemas.microsoft.com/office/powerpoint/2010/main" val="1921295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50035-D1E8-3D8B-1576-27DEEAAAF15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4C59870-0A8B-6754-A32A-D84BEAF5C8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D16FBD-09C0-4B58-E72E-8D52CF4635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134A527-30C7-468C-0382-83A6478791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CC5D9B-F96C-7BCE-0C29-71E1A8BC1F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58CEDE1-9E56-945E-151B-3D1BDD26EE29}"/>
              </a:ext>
            </a:extLst>
          </p:cNvPr>
          <p:cNvSpPr>
            <a:spLocks noGrp="1"/>
          </p:cNvSpPr>
          <p:nvPr>
            <p:ph type="dt" sz="half" idx="10"/>
          </p:nvPr>
        </p:nvSpPr>
        <p:spPr/>
        <p:txBody>
          <a:bodyPr/>
          <a:lstStyle/>
          <a:p>
            <a:fld id="{EAA36589-06FB-48B9-877F-8E18F4011F95}" type="datetimeFigureOut">
              <a:rPr lang="en-US" smtClean="0"/>
              <a:t>9/29/2026</a:t>
            </a:fld>
            <a:endParaRPr lang="en-US"/>
          </a:p>
        </p:txBody>
      </p:sp>
      <p:sp>
        <p:nvSpPr>
          <p:cNvPr id="8" name="Footer Placeholder 7">
            <a:extLst>
              <a:ext uri="{FF2B5EF4-FFF2-40B4-BE49-F238E27FC236}">
                <a16:creationId xmlns:a16="http://schemas.microsoft.com/office/drawing/2014/main" id="{A1DBA2B7-52F5-4711-5042-183BDC17D43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CBE4B96-C053-F8AF-6C72-F72BE0521140}"/>
              </a:ext>
            </a:extLst>
          </p:cNvPr>
          <p:cNvSpPr>
            <a:spLocks noGrp="1"/>
          </p:cNvSpPr>
          <p:nvPr>
            <p:ph type="sldNum" sz="quarter" idx="12"/>
          </p:nvPr>
        </p:nvSpPr>
        <p:spPr/>
        <p:txBody>
          <a:bodyPr/>
          <a:lstStyle/>
          <a:p>
            <a:fld id="{47AA80FA-DE9E-4E37-B6D3-5EDB80CBA553}" type="slidenum">
              <a:rPr lang="en-US" smtClean="0"/>
              <a:t>‹#›</a:t>
            </a:fld>
            <a:endParaRPr lang="en-US"/>
          </a:p>
        </p:txBody>
      </p:sp>
    </p:spTree>
    <p:extLst>
      <p:ext uri="{BB962C8B-B14F-4D97-AF65-F5344CB8AC3E}">
        <p14:creationId xmlns:p14="http://schemas.microsoft.com/office/powerpoint/2010/main" val="2935480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BF206-35D2-771D-AAA0-9F476B06340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0EDE50E-B9A6-6981-9539-1EC232B78AEF}"/>
              </a:ext>
            </a:extLst>
          </p:cNvPr>
          <p:cNvSpPr>
            <a:spLocks noGrp="1"/>
          </p:cNvSpPr>
          <p:nvPr>
            <p:ph type="dt" sz="half" idx="10"/>
          </p:nvPr>
        </p:nvSpPr>
        <p:spPr/>
        <p:txBody>
          <a:bodyPr/>
          <a:lstStyle/>
          <a:p>
            <a:fld id="{EAA36589-06FB-48B9-877F-8E18F4011F95}" type="datetimeFigureOut">
              <a:rPr lang="en-US" smtClean="0"/>
              <a:t>9/29/2026</a:t>
            </a:fld>
            <a:endParaRPr lang="en-US"/>
          </a:p>
        </p:txBody>
      </p:sp>
      <p:sp>
        <p:nvSpPr>
          <p:cNvPr id="4" name="Footer Placeholder 3">
            <a:extLst>
              <a:ext uri="{FF2B5EF4-FFF2-40B4-BE49-F238E27FC236}">
                <a16:creationId xmlns:a16="http://schemas.microsoft.com/office/drawing/2014/main" id="{62DF2354-0EA1-9553-CFFC-47192C29D15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F6803BD-E91A-0E4D-E20E-790D22B7ED1E}"/>
              </a:ext>
            </a:extLst>
          </p:cNvPr>
          <p:cNvSpPr>
            <a:spLocks noGrp="1"/>
          </p:cNvSpPr>
          <p:nvPr>
            <p:ph type="sldNum" sz="quarter" idx="12"/>
          </p:nvPr>
        </p:nvSpPr>
        <p:spPr/>
        <p:txBody>
          <a:bodyPr/>
          <a:lstStyle/>
          <a:p>
            <a:fld id="{47AA80FA-DE9E-4E37-B6D3-5EDB80CBA553}" type="slidenum">
              <a:rPr lang="en-US" smtClean="0"/>
              <a:t>‹#›</a:t>
            </a:fld>
            <a:endParaRPr lang="en-US"/>
          </a:p>
        </p:txBody>
      </p:sp>
    </p:spTree>
    <p:extLst>
      <p:ext uri="{BB962C8B-B14F-4D97-AF65-F5344CB8AC3E}">
        <p14:creationId xmlns:p14="http://schemas.microsoft.com/office/powerpoint/2010/main" val="2639235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37E885-B5EE-8642-0475-A6B96610C1C3}"/>
              </a:ext>
            </a:extLst>
          </p:cNvPr>
          <p:cNvSpPr>
            <a:spLocks noGrp="1"/>
          </p:cNvSpPr>
          <p:nvPr>
            <p:ph type="dt" sz="half" idx="10"/>
          </p:nvPr>
        </p:nvSpPr>
        <p:spPr/>
        <p:txBody>
          <a:bodyPr/>
          <a:lstStyle/>
          <a:p>
            <a:fld id="{EAA36589-06FB-48B9-877F-8E18F4011F95}" type="datetimeFigureOut">
              <a:rPr lang="en-US" smtClean="0"/>
              <a:t>9/29/2026</a:t>
            </a:fld>
            <a:endParaRPr lang="en-US"/>
          </a:p>
        </p:txBody>
      </p:sp>
      <p:sp>
        <p:nvSpPr>
          <p:cNvPr id="3" name="Footer Placeholder 2">
            <a:extLst>
              <a:ext uri="{FF2B5EF4-FFF2-40B4-BE49-F238E27FC236}">
                <a16:creationId xmlns:a16="http://schemas.microsoft.com/office/drawing/2014/main" id="{EE7481A3-4070-140E-9766-86991A1619E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6FB0A5-9806-84D3-B3F4-D045F35CE3FE}"/>
              </a:ext>
            </a:extLst>
          </p:cNvPr>
          <p:cNvSpPr>
            <a:spLocks noGrp="1"/>
          </p:cNvSpPr>
          <p:nvPr>
            <p:ph type="sldNum" sz="quarter" idx="12"/>
          </p:nvPr>
        </p:nvSpPr>
        <p:spPr/>
        <p:txBody>
          <a:bodyPr/>
          <a:lstStyle/>
          <a:p>
            <a:fld id="{47AA80FA-DE9E-4E37-B6D3-5EDB80CBA553}" type="slidenum">
              <a:rPr lang="en-US" smtClean="0"/>
              <a:t>‹#›</a:t>
            </a:fld>
            <a:endParaRPr lang="en-US"/>
          </a:p>
        </p:txBody>
      </p:sp>
    </p:spTree>
    <p:extLst>
      <p:ext uri="{BB962C8B-B14F-4D97-AF65-F5344CB8AC3E}">
        <p14:creationId xmlns:p14="http://schemas.microsoft.com/office/powerpoint/2010/main" val="4229929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750C4-32D3-6EF2-AE86-47E5D7E8C8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AE5CE0-0C41-A868-AE91-2CDA04AD41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1F09F4-B75C-A7EB-C41B-1963E3A658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BB8B71-2907-9D60-B85F-F66F0D6C6924}"/>
              </a:ext>
            </a:extLst>
          </p:cNvPr>
          <p:cNvSpPr>
            <a:spLocks noGrp="1"/>
          </p:cNvSpPr>
          <p:nvPr>
            <p:ph type="dt" sz="half" idx="10"/>
          </p:nvPr>
        </p:nvSpPr>
        <p:spPr/>
        <p:txBody>
          <a:bodyPr/>
          <a:lstStyle/>
          <a:p>
            <a:fld id="{EAA36589-06FB-48B9-877F-8E18F4011F95}" type="datetimeFigureOut">
              <a:rPr lang="en-US" smtClean="0"/>
              <a:t>9/29/2026</a:t>
            </a:fld>
            <a:endParaRPr lang="en-US"/>
          </a:p>
        </p:txBody>
      </p:sp>
      <p:sp>
        <p:nvSpPr>
          <p:cNvPr id="6" name="Footer Placeholder 5">
            <a:extLst>
              <a:ext uri="{FF2B5EF4-FFF2-40B4-BE49-F238E27FC236}">
                <a16:creationId xmlns:a16="http://schemas.microsoft.com/office/drawing/2014/main" id="{CF7727A4-E77F-6750-212E-8A627130F4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BD1320-6D54-B43A-2370-A5FBB01D8E85}"/>
              </a:ext>
            </a:extLst>
          </p:cNvPr>
          <p:cNvSpPr>
            <a:spLocks noGrp="1"/>
          </p:cNvSpPr>
          <p:nvPr>
            <p:ph type="sldNum" sz="quarter" idx="12"/>
          </p:nvPr>
        </p:nvSpPr>
        <p:spPr/>
        <p:txBody>
          <a:bodyPr/>
          <a:lstStyle/>
          <a:p>
            <a:fld id="{47AA80FA-DE9E-4E37-B6D3-5EDB80CBA553}" type="slidenum">
              <a:rPr lang="en-US" smtClean="0"/>
              <a:t>‹#›</a:t>
            </a:fld>
            <a:endParaRPr lang="en-US"/>
          </a:p>
        </p:txBody>
      </p:sp>
    </p:spTree>
    <p:extLst>
      <p:ext uri="{BB962C8B-B14F-4D97-AF65-F5344CB8AC3E}">
        <p14:creationId xmlns:p14="http://schemas.microsoft.com/office/powerpoint/2010/main" val="163489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E75EB-9A53-5EDF-B8D3-8CF70F90CF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7AEFF8E-29A2-3CD8-2EEA-0977EE4F023A}"/>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E4666CC-DB4F-FA20-34BE-E094EB58CC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2428EC-C5AE-01E6-F9C3-E6010377F2B0}"/>
              </a:ext>
            </a:extLst>
          </p:cNvPr>
          <p:cNvSpPr>
            <a:spLocks noGrp="1"/>
          </p:cNvSpPr>
          <p:nvPr>
            <p:ph type="dt" sz="half" idx="10"/>
          </p:nvPr>
        </p:nvSpPr>
        <p:spPr/>
        <p:txBody>
          <a:bodyPr/>
          <a:lstStyle/>
          <a:p>
            <a:fld id="{EAA36589-06FB-48B9-877F-8E18F4011F95}" type="datetimeFigureOut">
              <a:rPr lang="en-US" smtClean="0"/>
              <a:t>9/29/2026</a:t>
            </a:fld>
            <a:endParaRPr lang="en-US"/>
          </a:p>
        </p:txBody>
      </p:sp>
      <p:sp>
        <p:nvSpPr>
          <p:cNvPr id="6" name="Footer Placeholder 5">
            <a:extLst>
              <a:ext uri="{FF2B5EF4-FFF2-40B4-BE49-F238E27FC236}">
                <a16:creationId xmlns:a16="http://schemas.microsoft.com/office/drawing/2014/main" id="{6D79A10C-5B76-DBC8-21CC-7704FB5752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547EC4-7A64-1137-D66B-1096BF3D9752}"/>
              </a:ext>
            </a:extLst>
          </p:cNvPr>
          <p:cNvSpPr>
            <a:spLocks noGrp="1"/>
          </p:cNvSpPr>
          <p:nvPr>
            <p:ph type="sldNum" sz="quarter" idx="12"/>
          </p:nvPr>
        </p:nvSpPr>
        <p:spPr/>
        <p:txBody>
          <a:bodyPr/>
          <a:lstStyle/>
          <a:p>
            <a:fld id="{47AA80FA-DE9E-4E37-B6D3-5EDB80CBA553}" type="slidenum">
              <a:rPr lang="en-US" smtClean="0"/>
              <a:t>‹#›</a:t>
            </a:fld>
            <a:endParaRPr lang="en-US"/>
          </a:p>
        </p:txBody>
      </p:sp>
    </p:spTree>
    <p:extLst>
      <p:ext uri="{BB962C8B-B14F-4D97-AF65-F5344CB8AC3E}">
        <p14:creationId xmlns:p14="http://schemas.microsoft.com/office/powerpoint/2010/main" val="995129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A8E24-C1A2-3908-4123-70954B4D212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1013E49-C41B-75CD-3F09-ED8AEA3F21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F9395A-9D7F-7DC7-43CF-E05BFB051F9A}"/>
              </a:ext>
            </a:extLst>
          </p:cNvPr>
          <p:cNvSpPr>
            <a:spLocks noGrp="1"/>
          </p:cNvSpPr>
          <p:nvPr>
            <p:ph type="dt" sz="half" idx="10"/>
          </p:nvPr>
        </p:nvSpPr>
        <p:spPr/>
        <p:txBody>
          <a:bodyPr/>
          <a:lstStyle/>
          <a:p>
            <a:fld id="{EAA36589-06FB-48B9-877F-8E18F4011F95}" type="datetimeFigureOut">
              <a:rPr lang="en-US" smtClean="0"/>
              <a:t>9/29/2026</a:t>
            </a:fld>
            <a:endParaRPr lang="en-US"/>
          </a:p>
        </p:txBody>
      </p:sp>
      <p:sp>
        <p:nvSpPr>
          <p:cNvPr id="5" name="Footer Placeholder 4">
            <a:extLst>
              <a:ext uri="{FF2B5EF4-FFF2-40B4-BE49-F238E27FC236}">
                <a16:creationId xmlns:a16="http://schemas.microsoft.com/office/drawing/2014/main" id="{C8DCA88C-1F53-CE33-E749-A48CB5E369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E5E488-C374-7F44-1C41-639AE62153A2}"/>
              </a:ext>
            </a:extLst>
          </p:cNvPr>
          <p:cNvSpPr>
            <a:spLocks noGrp="1"/>
          </p:cNvSpPr>
          <p:nvPr>
            <p:ph type="sldNum" sz="quarter" idx="12"/>
          </p:nvPr>
        </p:nvSpPr>
        <p:spPr/>
        <p:txBody>
          <a:bodyPr/>
          <a:lstStyle/>
          <a:p>
            <a:fld id="{47AA80FA-DE9E-4E37-B6D3-5EDB80CBA553}" type="slidenum">
              <a:rPr lang="en-US" smtClean="0"/>
              <a:t>‹#›</a:t>
            </a:fld>
            <a:endParaRPr lang="en-US"/>
          </a:p>
        </p:txBody>
      </p:sp>
    </p:spTree>
    <p:extLst>
      <p:ext uri="{BB962C8B-B14F-4D97-AF65-F5344CB8AC3E}">
        <p14:creationId xmlns:p14="http://schemas.microsoft.com/office/powerpoint/2010/main" val="3140503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1B9F8F-7DB5-332E-A476-62BFBD76919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03301DD-84DF-54A5-9AEB-7BF61BA6E4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056D9D-85F7-DE45-9B46-FCE086CFDAE8}"/>
              </a:ext>
            </a:extLst>
          </p:cNvPr>
          <p:cNvSpPr>
            <a:spLocks noGrp="1"/>
          </p:cNvSpPr>
          <p:nvPr>
            <p:ph type="dt" sz="half" idx="10"/>
          </p:nvPr>
        </p:nvSpPr>
        <p:spPr/>
        <p:txBody>
          <a:bodyPr/>
          <a:lstStyle/>
          <a:p>
            <a:fld id="{EAA36589-06FB-48B9-877F-8E18F4011F95}" type="datetimeFigureOut">
              <a:rPr lang="en-US" smtClean="0"/>
              <a:t>9/29/2026</a:t>
            </a:fld>
            <a:endParaRPr lang="en-US"/>
          </a:p>
        </p:txBody>
      </p:sp>
      <p:sp>
        <p:nvSpPr>
          <p:cNvPr id="5" name="Footer Placeholder 4">
            <a:extLst>
              <a:ext uri="{FF2B5EF4-FFF2-40B4-BE49-F238E27FC236}">
                <a16:creationId xmlns:a16="http://schemas.microsoft.com/office/drawing/2014/main" id="{E7922C44-111E-E210-7EDA-1FC062BE7D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AAEB86-5D23-694B-6DE0-659B56CCFC8F}"/>
              </a:ext>
            </a:extLst>
          </p:cNvPr>
          <p:cNvSpPr>
            <a:spLocks noGrp="1"/>
          </p:cNvSpPr>
          <p:nvPr>
            <p:ph type="sldNum" sz="quarter" idx="12"/>
          </p:nvPr>
        </p:nvSpPr>
        <p:spPr/>
        <p:txBody>
          <a:bodyPr/>
          <a:lstStyle/>
          <a:p>
            <a:fld id="{47AA80FA-DE9E-4E37-B6D3-5EDB80CBA553}" type="slidenum">
              <a:rPr lang="en-US" smtClean="0"/>
              <a:t>‹#›</a:t>
            </a:fld>
            <a:endParaRPr lang="en-US"/>
          </a:p>
        </p:txBody>
      </p:sp>
    </p:spTree>
    <p:extLst>
      <p:ext uri="{BB962C8B-B14F-4D97-AF65-F5344CB8AC3E}">
        <p14:creationId xmlns:p14="http://schemas.microsoft.com/office/powerpoint/2010/main" val="1076494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White">
    <p:spTree>
      <p:nvGrpSpPr>
        <p:cNvPr id="1" name=""/>
        <p:cNvGrpSpPr/>
        <p:nvPr/>
      </p:nvGrpSpPr>
      <p:grpSpPr>
        <a:xfrm>
          <a:off x="0" y="0"/>
          <a:ext cx="0" cy="0"/>
          <a:chOff x="0" y="0"/>
          <a:chExt cx="0" cy="0"/>
        </a:xfrm>
      </p:grpSpPr>
      <p:grpSp>
        <p:nvGrpSpPr>
          <p:cNvPr id="91" name="Group 90">
            <a:extLst>
              <a:ext uri="{FF2B5EF4-FFF2-40B4-BE49-F238E27FC236}">
                <a16:creationId xmlns:a16="http://schemas.microsoft.com/office/drawing/2014/main" id="{E3312949-5276-F41B-01DB-F1BE8BEF8267}"/>
              </a:ext>
            </a:extLst>
          </p:cNvPr>
          <p:cNvGrpSpPr/>
          <p:nvPr/>
        </p:nvGrpSpPr>
        <p:grpSpPr>
          <a:xfrm>
            <a:off x="19238" y="93940"/>
            <a:ext cx="12225915" cy="6723916"/>
            <a:chOff x="19238" y="93940"/>
            <a:chExt cx="12225915" cy="6723916"/>
          </a:xfrm>
        </p:grpSpPr>
        <p:pic>
          <p:nvPicPr>
            <p:cNvPr id="92" name="Graphic 91">
              <a:extLst>
                <a:ext uri="{FF2B5EF4-FFF2-40B4-BE49-F238E27FC236}">
                  <a16:creationId xmlns:a16="http://schemas.microsoft.com/office/drawing/2014/main" id="{038203EB-13EA-7C2A-5505-C6A175464A0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1190098"/>
              <a:ext cx="679161" cy="508637"/>
            </a:xfrm>
            <a:prstGeom prst="rect">
              <a:avLst/>
            </a:prstGeom>
          </p:spPr>
        </p:pic>
        <p:pic>
          <p:nvPicPr>
            <p:cNvPr id="93" name="Graphic 92">
              <a:extLst>
                <a:ext uri="{FF2B5EF4-FFF2-40B4-BE49-F238E27FC236}">
                  <a16:creationId xmlns:a16="http://schemas.microsoft.com/office/drawing/2014/main" id="{8F4A342D-4AA5-0DE5-2B12-3B4B6F3EB90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1190098"/>
              <a:ext cx="679161" cy="508637"/>
            </a:xfrm>
            <a:prstGeom prst="rect">
              <a:avLst/>
            </a:prstGeom>
          </p:spPr>
        </p:pic>
        <p:pic>
          <p:nvPicPr>
            <p:cNvPr id="94" name="Graphic 93">
              <a:extLst>
                <a:ext uri="{FF2B5EF4-FFF2-40B4-BE49-F238E27FC236}">
                  <a16:creationId xmlns:a16="http://schemas.microsoft.com/office/drawing/2014/main" id="{83C6094D-651A-9ACF-FDCF-C641923D8B0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1190098"/>
              <a:ext cx="679161" cy="508637"/>
            </a:xfrm>
            <a:prstGeom prst="rect">
              <a:avLst/>
            </a:prstGeom>
          </p:spPr>
        </p:pic>
        <p:pic>
          <p:nvPicPr>
            <p:cNvPr id="95" name="Graphic 94">
              <a:extLst>
                <a:ext uri="{FF2B5EF4-FFF2-40B4-BE49-F238E27FC236}">
                  <a16:creationId xmlns:a16="http://schemas.microsoft.com/office/drawing/2014/main" id="{4F97FFC1-D187-0B26-B570-B90BF466F51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1190098"/>
              <a:ext cx="679161" cy="508637"/>
            </a:xfrm>
            <a:prstGeom prst="rect">
              <a:avLst/>
            </a:prstGeom>
          </p:spPr>
        </p:pic>
        <p:pic>
          <p:nvPicPr>
            <p:cNvPr id="96" name="Graphic 95">
              <a:extLst>
                <a:ext uri="{FF2B5EF4-FFF2-40B4-BE49-F238E27FC236}">
                  <a16:creationId xmlns:a16="http://schemas.microsoft.com/office/drawing/2014/main" id="{AE20A145-C7B4-0590-5BC5-E0DC02C2E52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1190098"/>
              <a:ext cx="679161" cy="508637"/>
            </a:xfrm>
            <a:prstGeom prst="rect">
              <a:avLst/>
            </a:prstGeom>
          </p:spPr>
        </p:pic>
        <p:pic>
          <p:nvPicPr>
            <p:cNvPr id="97" name="Graphic 96">
              <a:extLst>
                <a:ext uri="{FF2B5EF4-FFF2-40B4-BE49-F238E27FC236}">
                  <a16:creationId xmlns:a16="http://schemas.microsoft.com/office/drawing/2014/main" id="{B2FF0396-766F-9C64-ABCD-F195291C5C4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1190098"/>
              <a:ext cx="679161" cy="508637"/>
            </a:xfrm>
            <a:prstGeom prst="rect">
              <a:avLst/>
            </a:prstGeom>
          </p:spPr>
        </p:pic>
        <p:pic>
          <p:nvPicPr>
            <p:cNvPr id="98" name="Graphic 97">
              <a:extLst>
                <a:ext uri="{FF2B5EF4-FFF2-40B4-BE49-F238E27FC236}">
                  <a16:creationId xmlns:a16="http://schemas.microsoft.com/office/drawing/2014/main" id="{7A0BA5BF-CC81-78B5-4367-2753EC6D609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1190098"/>
              <a:ext cx="679161" cy="508637"/>
            </a:xfrm>
            <a:prstGeom prst="rect">
              <a:avLst/>
            </a:prstGeom>
          </p:spPr>
        </p:pic>
        <p:pic>
          <p:nvPicPr>
            <p:cNvPr id="99" name="Graphic 98">
              <a:extLst>
                <a:ext uri="{FF2B5EF4-FFF2-40B4-BE49-F238E27FC236}">
                  <a16:creationId xmlns:a16="http://schemas.microsoft.com/office/drawing/2014/main" id="{F561B333-439D-6934-C5DD-448651EABED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1190098"/>
              <a:ext cx="679161" cy="508637"/>
            </a:xfrm>
            <a:prstGeom prst="rect">
              <a:avLst/>
            </a:prstGeom>
          </p:spPr>
        </p:pic>
        <p:pic>
          <p:nvPicPr>
            <p:cNvPr id="100" name="Graphic 99">
              <a:extLst>
                <a:ext uri="{FF2B5EF4-FFF2-40B4-BE49-F238E27FC236}">
                  <a16:creationId xmlns:a16="http://schemas.microsoft.com/office/drawing/2014/main" id="{27966DDD-47E7-663F-3F0F-5152AD90271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1190098"/>
              <a:ext cx="679161" cy="508637"/>
            </a:xfrm>
            <a:prstGeom prst="rect">
              <a:avLst/>
            </a:prstGeom>
          </p:spPr>
        </p:pic>
        <p:pic>
          <p:nvPicPr>
            <p:cNvPr id="101" name="Graphic 100">
              <a:extLst>
                <a:ext uri="{FF2B5EF4-FFF2-40B4-BE49-F238E27FC236}">
                  <a16:creationId xmlns:a16="http://schemas.microsoft.com/office/drawing/2014/main" id="{7EF25049-BDFD-847F-1825-A819D4327D0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1190098"/>
              <a:ext cx="679161" cy="508637"/>
            </a:xfrm>
            <a:prstGeom prst="rect">
              <a:avLst/>
            </a:prstGeom>
          </p:spPr>
        </p:pic>
        <p:pic>
          <p:nvPicPr>
            <p:cNvPr id="102" name="Graphic 101">
              <a:extLst>
                <a:ext uri="{FF2B5EF4-FFF2-40B4-BE49-F238E27FC236}">
                  <a16:creationId xmlns:a16="http://schemas.microsoft.com/office/drawing/2014/main" id="{1936C301-90AC-303B-70AE-C8090A6E659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1190098"/>
              <a:ext cx="679161" cy="508637"/>
            </a:xfrm>
            <a:prstGeom prst="rect">
              <a:avLst/>
            </a:prstGeom>
          </p:spPr>
        </p:pic>
        <p:pic>
          <p:nvPicPr>
            <p:cNvPr id="103" name="Graphic 102">
              <a:extLst>
                <a:ext uri="{FF2B5EF4-FFF2-40B4-BE49-F238E27FC236}">
                  <a16:creationId xmlns:a16="http://schemas.microsoft.com/office/drawing/2014/main" id="{7C2E23F5-6AB0-A46F-C08A-88C3DFB92D6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2213922"/>
              <a:ext cx="679161" cy="508637"/>
            </a:xfrm>
            <a:prstGeom prst="rect">
              <a:avLst/>
            </a:prstGeom>
          </p:spPr>
        </p:pic>
        <p:pic>
          <p:nvPicPr>
            <p:cNvPr id="104" name="Graphic 103">
              <a:extLst>
                <a:ext uri="{FF2B5EF4-FFF2-40B4-BE49-F238E27FC236}">
                  <a16:creationId xmlns:a16="http://schemas.microsoft.com/office/drawing/2014/main" id="{24291E57-8A2D-E93F-651A-F7F0D623543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2213922"/>
              <a:ext cx="679161" cy="508637"/>
            </a:xfrm>
            <a:prstGeom prst="rect">
              <a:avLst/>
            </a:prstGeom>
          </p:spPr>
        </p:pic>
        <p:pic>
          <p:nvPicPr>
            <p:cNvPr id="105" name="Graphic 104">
              <a:extLst>
                <a:ext uri="{FF2B5EF4-FFF2-40B4-BE49-F238E27FC236}">
                  <a16:creationId xmlns:a16="http://schemas.microsoft.com/office/drawing/2014/main" id="{9FB80534-C3CD-E444-A381-666DED4E081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2213922"/>
              <a:ext cx="679161" cy="508637"/>
            </a:xfrm>
            <a:prstGeom prst="rect">
              <a:avLst/>
            </a:prstGeom>
          </p:spPr>
        </p:pic>
        <p:pic>
          <p:nvPicPr>
            <p:cNvPr id="106" name="Graphic 105">
              <a:extLst>
                <a:ext uri="{FF2B5EF4-FFF2-40B4-BE49-F238E27FC236}">
                  <a16:creationId xmlns:a16="http://schemas.microsoft.com/office/drawing/2014/main" id="{7DD72503-8854-13CE-C490-CBC0BEA122E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2213922"/>
              <a:ext cx="679161" cy="508637"/>
            </a:xfrm>
            <a:prstGeom prst="rect">
              <a:avLst/>
            </a:prstGeom>
          </p:spPr>
        </p:pic>
        <p:pic>
          <p:nvPicPr>
            <p:cNvPr id="107" name="Graphic 106">
              <a:extLst>
                <a:ext uri="{FF2B5EF4-FFF2-40B4-BE49-F238E27FC236}">
                  <a16:creationId xmlns:a16="http://schemas.microsoft.com/office/drawing/2014/main" id="{0B45209C-5346-7C36-E654-FBF3628B431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2213922"/>
              <a:ext cx="679161" cy="508637"/>
            </a:xfrm>
            <a:prstGeom prst="rect">
              <a:avLst/>
            </a:prstGeom>
          </p:spPr>
        </p:pic>
        <p:pic>
          <p:nvPicPr>
            <p:cNvPr id="108" name="Graphic 107">
              <a:extLst>
                <a:ext uri="{FF2B5EF4-FFF2-40B4-BE49-F238E27FC236}">
                  <a16:creationId xmlns:a16="http://schemas.microsoft.com/office/drawing/2014/main" id="{D6777886-CF83-640C-CBA9-686F64754DD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2213922"/>
              <a:ext cx="679161" cy="508637"/>
            </a:xfrm>
            <a:prstGeom prst="rect">
              <a:avLst/>
            </a:prstGeom>
          </p:spPr>
        </p:pic>
        <p:pic>
          <p:nvPicPr>
            <p:cNvPr id="109" name="Graphic 108">
              <a:extLst>
                <a:ext uri="{FF2B5EF4-FFF2-40B4-BE49-F238E27FC236}">
                  <a16:creationId xmlns:a16="http://schemas.microsoft.com/office/drawing/2014/main" id="{52899880-38D6-9A55-6632-23C21E4609A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2213922"/>
              <a:ext cx="679161" cy="508637"/>
            </a:xfrm>
            <a:prstGeom prst="rect">
              <a:avLst/>
            </a:prstGeom>
          </p:spPr>
        </p:pic>
        <p:pic>
          <p:nvPicPr>
            <p:cNvPr id="110" name="Graphic 109">
              <a:extLst>
                <a:ext uri="{FF2B5EF4-FFF2-40B4-BE49-F238E27FC236}">
                  <a16:creationId xmlns:a16="http://schemas.microsoft.com/office/drawing/2014/main" id="{0C752E18-1402-F0FC-7A6E-793FE8C356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2213922"/>
              <a:ext cx="679161" cy="508637"/>
            </a:xfrm>
            <a:prstGeom prst="rect">
              <a:avLst/>
            </a:prstGeom>
          </p:spPr>
        </p:pic>
        <p:pic>
          <p:nvPicPr>
            <p:cNvPr id="111" name="Graphic 110">
              <a:extLst>
                <a:ext uri="{FF2B5EF4-FFF2-40B4-BE49-F238E27FC236}">
                  <a16:creationId xmlns:a16="http://schemas.microsoft.com/office/drawing/2014/main" id="{93E0C7EF-7624-29F5-6C94-1E44BDA783D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2213922"/>
              <a:ext cx="679161" cy="508637"/>
            </a:xfrm>
            <a:prstGeom prst="rect">
              <a:avLst/>
            </a:prstGeom>
          </p:spPr>
        </p:pic>
        <p:pic>
          <p:nvPicPr>
            <p:cNvPr id="112" name="Graphic 111">
              <a:extLst>
                <a:ext uri="{FF2B5EF4-FFF2-40B4-BE49-F238E27FC236}">
                  <a16:creationId xmlns:a16="http://schemas.microsoft.com/office/drawing/2014/main" id="{853CFDA0-7EFB-C44F-80DA-7E585069215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2213922"/>
              <a:ext cx="679161" cy="508637"/>
            </a:xfrm>
            <a:prstGeom prst="rect">
              <a:avLst/>
            </a:prstGeom>
          </p:spPr>
        </p:pic>
        <p:pic>
          <p:nvPicPr>
            <p:cNvPr id="113" name="Graphic 112">
              <a:extLst>
                <a:ext uri="{FF2B5EF4-FFF2-40B4-BE49-F238E27FC236}">
                  <a16:creationId xmlns:a16="http://schemas.microsoft.com/office/drawing/2014/main" id="{8B177D22-6C60-69AB-8F93-F91D6EAD947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2213922"/>
              <a:ext cx="679161" cy="508637"/>
            </a:xfrm>
            <a:prstGeom prst="rect">
              <a:avLst/>
            </a:prstGeom>
          </p:spPr>
        </p:pic>
        <p:pic>
          <p:nvPicPr>
            <p:cNvPr id="114" name="Graphic 113">
              <a:extLst>
                <a:ext uri="{FF2B5EF4-FFF2-40B4-BE49-F238E27FC236}">
                  <a16:creationId xmlns:a16="http://schemas.microsoft.com/office/drawing/2014/main" id="{E4B691A7-D5F2-4FA4-AF4F-2EEA4429D86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3237746"/>
              <a:ext cx="679161" cy="508637"/>
            </a:xfrm>
            <a:prstGeom prst="rect">
              <a:avLst/>
            </a:prstGeom>
          </p:spPr>
        </p:pic>
        <p:pic>
          <p:nvPicPr>
            <p:cNvPr id="115" name="Graphic 114">
              <a:extLst>
                <a:ext uri="{FF2B5EF4-FFF2-40B4-BE49-F238E27FC236}">
                  <a16:creationId xmlns:a16="http://schemas.microsoft.com/office/drawing/2014/main" id="{FE3BA9AB-4175-FF3D-FED0-5C76D6206C5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3237746"/>
              <a:ext cx="679161" cy="508637"/>
            </a:xfrm>
            <a:prstGeom prst="rect">
              <a:avLst/>
            </a:prstGeom>
          </p:spPr>
        </p:pic>
        <p:pic>
          <p:nvPicPr>
            <p:cNvPr id="116" name="Graphic 115">
              <a:extLst>
                <a:ext uri="{FF2B5EF4-FFF2-40B4-BE49-F238E27FC236}">
                  <a16:creationId xmlns:a16="http://schemas.microsoft.com/office/drawing/2014/main" id="{DECAB6F9-43AD-3A95-5F8A-15609C1BEFE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3237746"/>
              <a:ext cx="679161" cy="508637"/>
            </a:xfrm>
            <a:prstGeom prst="rect">
              <a:avLst/>
            </a:prstGeom>
          </p:spPr>
        </p:pic>
        <p:pic>
          <p:nvPicPr>
            <p:cNvPr id="117" name="Graphic 116">
              <a:extLst>
                <a:ext uri="{FF2B5EF4-FFF2-40B4-BE49-F238E27FC236}">
                  <a16:creationId xmlns:a16="http://schemas.microsoft.com/office/drawing/2014/main" id="{BCA0F8C3-3139-0218-E3E3-B7D1AEAED32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3237746"/>
              <a:ext cx="679161" cy="508637"/>
            </a:xfrm>
            <a:prstGeom prst="rect">
              <a:avLst/>
            </a:prstGeom>
          </p:spPr>
        </p:pic>
        <p:pic>
          <p:nvPicPr>
            <p:cNvPr id="118" name="Graphic 117">
              <a:extLst>
                <a:ext uri="{FF2B5EF4-FFF2-40B4-BE49-F238E27FC236}">
                  <a16:creationId xmlns:a16="http://schemas.microsoft.com/office/drawing/2014/main" id="{B5B85F60-C446-695D-C44A-80FBB1F28B1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3237746"/>
              <a:ext cx="679161" cy="508637"/>
            </a:xfrm>
            <a:prstGeom prst="rect">
              <a:avLst/>
            </a:prstGeom>
          </p:spPr>
        </p:pic>
        <p:pic>
          <p:nvPicPr>
            <p:cNvPr id="119" name="Graphic 118">
              <a:extLst>
                <a:ext uri="{FF2B5EF4-FFF2-40B4-BE49-F238E27FC236}">
                  <a16:creationId xmlns:a16="http://schemas.microsoft.com/office/drawing/2014/main" id="{85F1AE44-DAF3-935C-D3F2-D0F79183853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3237746"/>
              <a:ext cx="679161" cy="508637"/>
            </a:xfrm>
            <a:prstGeom prst="rect">
              <a:avLst/>
            </a:prstGeom>
          </p:spPr>
        </p:pic>
        <p:pic>
          <p:nvPicPr>
            <p:cNvPr id="120" name="Graphic 119">
              <a:extLst>
                <a:ext uri="{FF2B5EF4-FFF2-40B4-BE49-F238E27FC236}">
                  <a16:creationId xmlns:a16="http://schemas.microsoft.com/office/drawing/2014/main" id="{17E00A9F-B7C6-FE7A-047A-7915F8A1D8A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3237746"/>
              <a:ext cx="679161" cy="508637"/>
            </a:xfrm>
            <a:prstGeom prst="rect">
              <a:avLst/>
            </a:prstGeom>
          </p:spPr>
        </p:pic>
        <p:pic>
          <p:nvPicPr>
            <p:cNvPr id="121" name="Graphic 120">
              <a:extLst>
                <a:ext uri="{FF2B5EF4-FFF2-40B4-BE49-F238E27FC236}">
                  <a16:creationId xmlns:a16="http://schemas.microsoft.com/office/drawing/2014/main" id="{B46F1902-5D2C-FF24-D65F-729D75A4ADE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3237746"/>
              <a:ext cx="679161" cy="508637"/>
            </a:xfrm>
            <a:prstGeom prst="rect">
              <a:avLst/>
            </a:prstGeom>
          </p:spPr>
        </p:pic>
        <p:pic>
          <p:nvPicPr>
            <p:cNvPr id="122" name="Graphic 121">
              <a:extLst>
                <a:ext uri="{FF2B5EF4-FFF2-40B4-BE49-F238E27FC236}">
                  <a16:creationId xmlns:a16="http://schemas.microsoft.com/office/drawing/2014/main" id="{ED7993EA-3338-2201-596A-65977B8B432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3237746"/>
              <a:ext cx="679161" cy="508637"/>
            </a:xfrm>
            <a:prstGeom prst="rect">
              <a:avLst/>
            </a:prstGeom>
          </p:spPr>
        </p:pic>
        <p:pic>
          <p:nvPicPr>
            <p:cNvPr id="123" name="Graphic 122">
              <a:extLst>
                <a:ext uri="{FF2B5EF4-FFF2-40B4-BE49-F238E27FC236}">
                  <a16:creationId xmlns:a16="http://schemas.microsoft.com/office/drawing/2014/main" id="{FE8ACAC4-F813-D649-AA3C-44C39AD3272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3237746"/>
              <a:ext cx="679161" cy="508637"/>
            </a:xfrm>
            <a:prstGeom prst="rect">
              <a:avLst/>
            </a:prstGeom>
          </p:spPr>
        </p:pic>
        <p:pic>
          <p:nvPicPr>
            <p:cNvPr id="124" name="Graphic 123">
              <a:extLst>
                <a:ext uri="{FF2B5EF4-FFF2-40B4-BE49-F238E27FC236}">
                  <a16:creationId xmlns:a16="http://schemas.microsoft.com/office/drawing/2014/main" id="{1F5A95C1-F41F-2F8E-F845-21EFEFF6CD7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3237746"/>
              <a:ext cx="679161" cy="508637"/>
            </a:xfrm>
            <a:prstGeom prst="rect">
              <a:avLst/>
            </a:prstGeom>
          </p:spPr>
        </p:pic>
        <p:pic>
          <p:nvPicPr>
            <p:cNvPr id="125" name="Graphic 124">
              <a:extLst>
                <a:ext uri="{FF2B5EF4-FFF2-40B4-BE49-F238E27FC236}">
                  <a16:creationId xmlns:a16="http://schemas.microsoft.com/office/drawing/2014/main" id="{487D5A2C-590A-82E0-7AF1-1D2C3D59459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4261570"/>
              <a:ext cx="679161" cy="508637"/>
            </a:xfrm>
            <a:prstGeom prst="rect">
              <a:avLst/>
            </a:prstGeom>
          </p:spPr>
        </p:pic>
        <p:pic>
          <p:nvPicPr>
            <p:cNvPr id="126" name="Graphic 125">
              <a:extLst>
                <a:ext uri="{FF2B5EF4-FFF2-40B4-BE49-F238E27FC236}">
                  <a16:creationId xmlns:a16="http://schemas.microsoft.com/office/drawing/2014/main" id="{99C4C0A3-2D8B-0273-1976-1180F93EF85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4261570"/>
              <a:ext cx="679161" cy="508637"/>
            </a:xfrm>
            <a:prstGeom prst="rect">
              <a:avLst/>
            </a:prstGeom>
          </p:spPr>
        </p:pic>
        <p:pic>
          <p:nvPicPr>
            <p:cNvPr id="127" name="Graphic 126">
              <a:extLst>
                <a:ext uri="{FF2B5EF4-FFF2-40B4-BE49-F238E27FC236}">
                  <a16:creationId xmlns:a16="http://schemas.microsoft.com/office/drawing/2014/main" id="{5CCA9EF9-6C8A-46AE-5715-2ADD8AD711D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4261570"/>
              <a:ext cx="679161" cy="508637"/>
            </a:xfrm>
            <a:prstGeom prst="rect">
              <a:avLst/>
            </a:prstGeom>
          </p:spPr>
        </p:pic>
        <p:pic>
          <p:nvPicPr>
            <p:cNvPr id="128" name="Graphic 127">
              <a:extLst>
                <a:ext uri="{FF2B5EF4-FFF2-40B4-BE49-F238E27FC236}">
                  <a16:creationId xmlns:a16="http://schemas.microsoft.com/office/drawing/2014/main" id="{966184A7-0B1D-3E57-D77C-94386532214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4261570"/>
              <a:ext cx="679161" cy="508637"/>
            </a:xfrm>
            <a:prstGeom prst="rect">
              <a:avLst/>
            </a:prstGeom>
          </p:spPr>
        </p:pic>
        <p:pic>
          <p:nvPicPr>
            <p:cNvPr id="129" name="Graphic 128">
              <a:extLst>
                <a:ext uri="{FF2B5EF4-FFF2-40B4-BE49-F238E27FC236}">
                  <a16:creationId xmlns:a16="http://schemas.microsoft.com/office/drawing/2014/main" id="{A0C24750-01C2-6095-8F02-F17B76254FC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4261570"/>
              <a:ext cx="679161" cy="508637"/>
            </a:xfrm>
            <a:prstGeom prst="rect">
              <a:avLst/>
            </a:prstGeom>
          </p:spPr>
        </p:pic>
        <p:pic>
          <p:nvPicPr>
            <p:cNvPr id="130" name="Graphic 129">
              <a:extLst>
                <a:ext uri="{FF2B5EF4-FFF2-40B4-BE49-F238E27FC236}">
                  <a16:creationId xmlns:a16="http://schemas.microsoft.com/office/drawing/2014/main" id="{3A46C4D4-D60B-8971-906E-492BD2D2414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4261570"/>
              <a:ext cx="679161" cy="508637"/>
            </a:xfrm>
            <a:prstGeom prst="rect">
              <a:avLst/>
            </a:prstGeom>
          </p:spPr>
        </p:pic>
        <p:pic>
          <p:nvPicPr>
            <p:cNvPr id="131" name="Graphic 130">
              <a:extLst>
                <a:ext uri="{FF2B5EF4-FFF2-40B4-BE49-F238E27FC236}">
                  <a16:creationId xmlns:a16="http://schemas.microsoft.com/office/drawing/2014/main" id="{5334A16F-71B3-BE80-15DC-AA77C3361C3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4261570"/>
              <a:ext cx="679161" cy="508637"/>
            </a:xfrm>
            <a:prstGeom prst="rect">
              <a:avLst/>
            </a:prstGeom>
          </p:spPr>
        </p:pic>
        <p:pic>
          <p:nvPicPr>
            <p:cNvPr id="132" name="Graphic 131">
              <a:extLst>
                <a:ext uri="{FF2B5EF4-FFF2-40B4-BE49-F238E27FC236}">
                  <a16:creationId xmlns:a16="http://schemas.microsoft.com/office/drawing/2014/main" id="{C3FB7C17-6AD7-C806-C1A2-790A937A302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4261570"/>
              <a:ext cx="679161" cy="508637"/>
            </a:xfrm>
            <a:prstGeom prst="rect">
              <a:avLst/>
            </a:prstGeom>
          </p:spPr>
        </p:pic>
        <p:pic>
          <p:nvPicPr>
            <p:cNvPr id="133" name="Graphic 132">
              <a:extLst>
                <a:ext uri="{FF2B5EF4-FFF2-40B4-BE49-F238E27FC236}">
                  <a16:creationId xmlns:a16="http://schemas.microsoft.com/office/drawing/2014/main" id="{9BB90807-3DCA-7D53-ECF4-E34A998AEDD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4261570"/>
              <a:ext cx="679161" cy="508637"/>
            </a:xfrm>
            <a:prstGeom prst="rect">
              <a:avLst/>
            </a:prstGeom>
          </p:spPr>
        </p:pic>
        <p:pic>
          <p:nvPicPr>
            <p:cNvPr id="134" name="Graphic 133">
              <a:extLst>
                <a:ext uri="{FF2B5EF4-FFF2-40B4-BE49-F238E27FC236}">
                  <a16:creationId xmlns:a16="http://schemas.microsoft.com/office/drawing/2014/main" id="{540FB4E4-8300-8815-AF76-3CCB922CBE7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4261570"/>
              <a:ext cx="679161" cy="508637"/>
            </a:xfrm>
            <a:prstGeom prst="rect">
              <a:avLst/>
            </a:prstGeom>
          </p:spPr>
        </p:pic>
        <p:pic>
          <p:nvPicPr>
            <p:cNvPr id="135" name="Graphic 134">
              <a:extLst>
                <a:ext uri="{FF2B5EF4-FFF2-40B4-BE49-F238E27FC236}">
                  <a16:creationId xmlns:a16="http://schemas.microsoft.com/office/drawing/2014/main" id="{32845721-EF7C-2B5F-F216-33E1AD14994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4261570"/>
              <a:ext cx="679161" cy="508637"/>
            </a:xfrm>
            <a:prstGeom prst="rect">
              <a:avLst/>
            </a:prstGeom>
          </p:spPr>
        </p:pic>
        <p:pic>
          <p:nvPicPr>
            <p:cNvPr id="136" name="Graphic 135">
              <a:extLst>
                <a:ext uri="{FF2B5EF4-FFF2-40B4-BE49-F238E27FC236}">
                  <a16:creationId xmlns:a16="http://schemas.microsoft.com/office/drawing/2014/main" id="{6BCB3A9D-D93D-C89E-1F01-670A72275CE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5285395"/>
              <a:ext cx="679161" cy="508637"/>
            </a:xfrm>
            <a:prstGeom prst="rect">
              <a:avLst/>
            </a:prstGeom>
          </p:spPr>
        </p:pic>
        <p:pic>
          <p:nvPicPr>
            <p:cNvPr id="137" name="Graphic 136">
              <a:extLst>
                <a:ext uri="{FF2B5EF4-FFF2-40B4-BE49-F238E27FC236}">
                  <a16:creationId xmlns:a16="http://schemas.microsoft.com/office/drawing/2014/main" id="{6F1CD254-3A62-768A-2372-EFF5164746C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5285395"/>
              <a:ext cx="679161" cy="508637"/>
            </a:xfrm>
            <a:prstGeom prst="rect">
              <a:avLst/>
            </a:prstGeom>
          </p:spPr>
        </p:pic>
        <p:pic>
          <p:nvPicPr>
            <p:cNvPr id="138" name="Graphic 137">
              <a:extLst>
                <a:ext uri="{FF2B5EF4-FFF2-40B4-BE49-F238E27FC236}">
                  <a16:creationId xmlns:a16="http://schemas.microsoft.com/office/drawing/2014/main" id="{6F877F5F-9101-B59C-F39C-79CD47C9A70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5285395"/>
              <a:ext cx="679161" cy="508637"/>
            </a:xfrm>
            <a:prstGeom prst="rect">
              <a:avLst/>
            </a:prstGeom>
          </p:spPr>
        </p:pic>
        <p:pic>
          <p:nvPicPr>
            <p:cNvPr id="139" name="Graphic 138">
              <a:extLst>
                <a:ext uri="{FF2B5EF4-FFF2-40B4-BE49-F238E27FC236}">
                  <a16:creationId xmlns:a16="http://schemas.microsoft.com/office/drawing/2014/main" id="{F0724BE3-7898-CD24-5C40-44896F36B4D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5285395"/>
              <a:ext cx="679161" cy="508637"/>
            </a:xfrm>
            <a:prstGeom prst="rect">
              <a:avLst/>
            </a:prstGeom>
          </p:spPr>
        </p:pic>
        <p:pic>
          <p:nvPicPr>
            <p:cNvPr id="140" name="Graphic 139">
              <a:extLst>
                <a:ext uri="{FF2B5EF4-FFF2-40B4-BE49-F238E27FC236}">
                  <a16:creationId xmlns:a16="http://schemas.microsoft.com/office/drawing/2014/main" id="{61B30275-DFBE-4BBC-5511-DFD5E11F2E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5285395"/>
              <a:ext cx="679161" cy="508637"/>
            </a:xfrm>
            <a:prstGeom prst="rect">
              <a:avLst/>
            </a:prstGeom>
          </p:spPr>
        </p:pic>
        <p:pic>
          <p:nvPicPr>
            <p:cNvPr id="141" name="Graphic 140">
              <a:extLst>
                <a:ext uri="{FF2B5EF4-FFF2-40B4-BE49-F238E27FC236}">
                  <a16:creationId xmlns:a16="http://schemas.microsoft.com/office/drawing/2014/main" id="{79E2CB96-1EA0-1E8B-203A-A6CF5EEC075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5285395"/>
              <a:ext cx="679161" cy="508637"/>
            </a:xfrm>
            <a:prstGeom prst="rect">
              <a:avLst/>
            </a:prstGeom>
          </p:spPr>
        </p:pic>
        <p:pic>
          <p:nvPicPr>
            <p:cNvPr id="142" name="Graphic 141">
              <a:extLst>
                <a:ext uri="{FF2B5EF4-FFF2-40B4-BE49-F238E27FC236}">
                  <a16:creationId xmlns:a16="http://schemas.microsoft.com/office/drawing/2014/main" id="{64D3EFB6-70DE-4F88-683D-7713B5A6DF9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5285395"/>
              <a:ext cx="679161" cy="508637"/>
            </a:xfrm>
            <a:prstGeom prst="rect">
              <a:avLst/>
            </a:prstGeom>
          </p:spPr>
        </p:pic>
        <p:pic>
          <p:nvPicPr>
            <p:cNvPr id="143" name="Graphic 142">
              <a:extLst>
                <a:ext uri="{FF2B5EF4-FFF2-40B4-BE49-F238E27FC236}">
                  <a16:creationId xmlns:a16="http://schemas.microsoft.com/office/drawing/2014/main" id="{245692F6-89C7-CB36-0B5A-926B199F46D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5285395"/>
              <a:ext cx="679161" cy="508637"/>
            </a:xfrm>
            <a:prstGeom prst="rect">
              <a:avLst/>
            </a:prstGeom>
          </p:spPr>
        </p:pic>
        <p:pic>
          <p:nvPicPr>
            <p:cNvPr id="144" name="Graphic 143">
              <a:extLst>
                <a:ext uri="{FF2B5EF4-FFF2-40B4-BE49-F238E27FC236}">
                  <a16:creationId xmlns:a16="http://schemas.microsoft.com/office/drawing/2014/main" id="{8D18CB66-EA61-F1B1-84B2-B265ECDB28D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5285395"/>
              <a:ext cx="679161" cy="508637"/>
            </a:xfrm>
            <a:prstGeom prst="rect">
              <a:avLst/>
            </a:prstGeom>
          </p:spPr>
        </p:pic>
        <p:pic>
          <p:nvPicPr>
            <p:cNvPr id="145" name="Graphic 144">
              <a:extLst>
                <a:ext uri="{FF2B5EF4-FFF2-40B4-BE49-F238E27FC236}">
                  <a16:creationId xmlns:a16="http://schemas.microsoft.com/office/drawing/2014/main" id="{321E59CD-CDAC-E927-A788-C5F451867DD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5285395"/>
              <a:ext cx="679161" cy="508637"/>
            </a:xfrm>
            <a:prstGeom prst="rect">
              <a:avLst/>
            </a:prstGeom>
          </p:spPr>
        </p:pic>
        <p:pic>
          <p:nvPicPr>
            <p:cNvPr id="146" name="Graphic 145">
              <a:extLst>
                <a:ext uri="{FF2B5EF4-FFF2-40B4-BE49-F238E27FC236}">
                  <a16:creationId xmlns:a16="http://schemas.microsoft.com/office/drawing/2014/main" id="{86DA5630-7EC9-F544-C14B-0125191302E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5285395"/>
              <a:ext cx="679161" cy="508637"/>
            </a:xfrm>
            <a:prstGeom prst="rect">
              <a:avLst/>
            </a:prstGeom>
          </p:spPr>
        </p:pic>
        <p:pic>
          <p:nvPicPr>
            <p:cNvPr id="147" name="Graphic 146">
              <a:extLst>
                <a:ext uri="{FF2B5EF4-FFF2-40B4-BE49-F238E27FC236}">
                  <a16:creationId xmlns:a16="http://schemas.microsoft.com/office/drawing/2014/main" id="{D1F25B9E-36A0-9D5D-1061-81526D5F9B2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6309219"/>
              <a:ext cx="679161" cy="508637"/>
            </a:xfrm>
            <a:prstGeom prst="rect">
              <a:avLst/>
            </a:prstGeom>
          </p:spPr>
        </p:pic>
        <p:pic>
          <p:nvPicPr>
            <p:cNvPr id="148" name="Graphic 147">
              <a:extLst>
                <a:ext uri="{FF2B5EF4-FFF2-40B4-BE49-F238E27FC236}">
                  <a16:creationId xmlns:a16="http://schemas.microsoft.com/office/drawing/2014/main" id="{7716C73C-CA50-6F71-8AF7-B527742148B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6309219"/>
              <a:ext cx="679161" cy="508637"/>
            </a:xfrm>
            <a:prstGeom prst="rect">
              <a:avLst/>
            </a:prstGeom>
          </p:spPr>
        </p:pic>
        <p:pic>
          <p:nvPicPr>
            <p:cNvPr id="149" name="Graphic 148">
              <a:extLst>
                <a:ext uri="{FF2B5EF4-FFF2-40B4-BE49-F238E27FC236}">
                  <a16:creationId xmlns:a16="http://schemas.microsoft.com/office/drawing/2014/main" id="{63F1475B-59EB-8BD9-A687-1659F432859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6309219"/>
              <a:ext cx="679161" cy="508637"/>
            </a:xfrm>
            <a:prstGeom prst="rect">
              <a:avLst/>
            </a:prstGeom>
          </p:spPr>
        </p:pic>
        <p:pic>
          <p:nvPicPr>
            <p:cNvPr id="150" name="Graphic 149">
              <a:extLst>
                <a:ext uri="{FF2B5EF4-FFF2-40B4-BE49-F238E27FC236}">
                  <a16:creationId xmlns:a16="http://schemas.microsoft.com/office/drawing/2014/main" id="{D165B6DF-1279-9726-8742-53D57C84197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6309219"/>
              <a:ext cx="679161" cy="508637"/>
            </a:xfrm>
            <a:prstGeom prst="rect">
              <a:avLst/>
            </a:prstGeom>
          </p:spPr>
        </p:pic>
        <p:pic>
          <p:nvPicPr>
            <p:cNvPr id="151" name="Graphic 150">
              <a:extLst>
                <a:ext uri="{FF2B5EF4-FFF2-40B4-BE49-F238E27FC236}">
                  <a16:creationId xmlns:a16="http://schemas.microsoft.com/office/drawing/2014/main" id="{125BA8B4-7CD1-F2BF-80FE-BCA454B4537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6309219"/>
              <a:ext cx="679161" cy="508637"/>
            </a:xfrm>
            <a:prstGeom prst="rect">
              <a:avLst/>
            </a:prstGeom>
          </p:spPr>
        </p:pic>
        <p:pic>
          <p:nvPicPr>
            <p:cNvPr id="152" name="Graphic 151">
              <a:extLst>
                <a:ext uri="{FF2B5EF4-FFF2-40B4-BE49-F238E27FC236}">
                  <a16:creationId xmlns:a16="http://schemas.microsoft.com/office/drawing/2014/main" id="{4CD4AB4B-C557-0F99-4635-7B77CBA0366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6309219"/>
              <a:ext cx="679161" cy="508637"/>
            </a:xfrm>
            <a:prstGeom prst="rect">
              <a:avLst/>
            </a:prstGeom>
          </p:spPr>
        </p:pic>
        <p:pic>
          <p:nvPicPr>
            <p:cNvPr id="153" name="Graphic 152">
              <a:extLst>
                <a:ext uri="{FF2B5EF4-FFF2-40B4-BE49-F238E27FC236}">
                  <a16:creationId xmlns:a16="http://schemas.microsoft.com/office/drawing/2014/main" id="{C1552958-40EB-5F0A-54B3-E8CC2C41DC1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6309219"/>
              <a:ext cx="679161" cy="508637"/>
            </a:xfrm>
            <a:prstGeom prst="rect">
              <a:avLst/>
            </a:prstGeom>
          </p:spPr>
        </p:pic>
        <p:pic>
          <p:nvPicPr>
            <p:cNvPr id="154" name="Graphic 153">
              <a:extLst>
                <a:ext uri="{FF2B5EF4-FFF2-40B4-BE49-F238E27FC236}">
                  <a16:creationId xmlns:a16="http://schemas.microsoft.com/office/drawing/2014/main" id="{19873E7A-10D6-2833-C6C6-02BB6846C09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6309219"/>
              <a:ext cx="679161" cy="508637"/>
            </a:xfrm>
            <a:prstGeom prst="rect">
              <a:avLst/>
            </a:prstGeom>
          </p:spPr>
        </p:pic>
        <p:pic>
          <p:nvPicPr>
            <p:cNvPr id="155" name="Graphic 154">
              <a:extLst>
                <a:ext uri="{FF2B5EF4-FFF2-40B4-BE49-F238E27FC236}">
                  <a16:creationId xmlns:a16="http://schemas.microsoft.com/office/drawing/2014/main" id="{11220FB4-DBE2-1382-8E35-0BCEEA036F9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6309219"/>
              <a:ext cx="679161" cy="508637"/>
            </a:xfrm>
            <a:prstGeom prst="rect">
              <a:avLst/>
            </a:prstGeom>
          </p:spPr>
        </p:pic>
        <p:pic>
          <p:nvPicPr>
            <p:cNvPr id="156" name="Graphic 155">
              <a:extLst>
                <a:ext uri="{FF2B5EF4-FFF2-40B4-BE49-F238E27FC236}">
                  <a16:creationId xmlns:a16="http://schemas.microsoft.com/office/drawing/2014/main" id="{6A0958F3-0559-A154-C67A-B7EAB72596B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6309219"/>
              <a:ext cx="679161" cy="508637"/>
            </a:xfrm>
            <a:prstGeom prst="rect">
              <a:avLst/>
            </a:prstGeom>
          </p:spPr>
        </p:pic>
        <p:pic>
          <p:nvPicPr>
            <p:cNvPr id="157" name="Graphic 156">
              <a:extLst>
                <a:ext uri="{FF2B5EF4-FFF2-40B4-BE49-F238E27FC236}">
                  <a16:creationId xmlns:a16="http://schemas.microsoft.com/office/drawing/2014/main" id="{1843954B-359C-D58C-1D19-999DCB6B07B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6309219"/>
              <a:ext cx="679161" cy="508637"/>
            </a:xfrm>
            <a:prstGeom prst="rect">
              <a:avLst/>
            </a:prstGeom>
          </p:spPr>
        </p:pic>
        <p:pic>
          <p:nvPicPr>
            <p:cNvPr id="158" name="Graphic 157">
              <a:extLst>
                <a:ext uri="{FF2B5EF4-FFF2-40B4-BE49-F238E27FC236}">
                  <a16:creationId xmlns:a16="http://schemas.microsoft.com/office/drawing/2014/main" id="{A1029286-21BB-3587-EF1D-5872AB7E55F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93940"/>
              <a:ext cx="679161" cy="508637"/>
            </a:xfrm>
            <a:prstGeom prst="rect">
              <a:avLst/>
            </a:prstGeom>
          </p:spPr>
        </p:pic>
        <p:pic>
          <p:nvPicPr>
            <p:cNvPr id="159" name="Graphic 158">
              <a:extLst>
                <a:ext uri="{FF2B5EF4-FFF2-40B4-BE49-F238E27FC236}">
                  <a16:creationId xmlns:a16="http://schemas.microsoft.com/office/drawing/2014/main" id="{7395FF1A-4F5D-2A13-EBC2-EE77813A922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93940"/>
              <a:ext cx="679161" cy="508637"/>
            </a:xfrm>
            <a:prstGeom prst="rect">
              <a:avLst/>
            </a:prstGeom>
          </p:spPr>
        </p:pic>
        <p:pic>
          <p:nvPicPr>
            <p:cNvPr id="160" name="Graphic 159">
              <a:extLst>
                <a:ext uri="{FF2B5EF4-FFF2-40B4-BE49-F238E27FC236}">
                  <a16:creationId xmlns:a16="http://schemas.microsoft.com/office/drawing/2014/main" id="{73480149-1E23-3352-6B45-CE473D4480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93940"/>
              <a:ext cx="679161" cy="508637"/>
            </a:xfrm>
            <a:prstGeom prst="rect">
              <a:avLst/>
            </a:prstGeom>
          </p:spPr>
        </p:pic>
        <p:pic>
          <p:nvPicPr>
            <p:cNvPr id="161" name="Graphic 160">
              <a:extLst>
                <a:ext uri="{FF2B5EF4-FFF2-40B4-BE49-F238E27FC236}">
                  <a16:creationId xmlns:a16="http://schemas.microsoft.com/office/drawing/2014/main" id="{411BF736-415D-A4FD-4AFD-C7D8BB3D0E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93940"/>
              <a:ext cx="679161" cy="508637"/>
            </a:xfrm>
            <a:prstGeom prst="rect">
              <a:avLst/>
            </a:prstGeom>
          </p:spPr>
        </p:pic>
        <p:pic>
          <p:nvPicPr>
            <p:cNvPr id="162" name="Graphic 161">
              <a:extLst>
                <a:ext uri="{FF2B5EF4-FFF2-40B4-BE49-F238E27FC236}">
                  <a16:creationId xmlns:a16="http://schemas.microsoft.com/office/drawing/2014/main" id="{ABE5A9A1-42D2-0D73-3239-55F4E5EB2A0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93940"/>
              <a:ext cx="679161" cy="508637"/>
            </a:xfrm>
            <a:prstGeom prst="rect">
              <a:avLst/>
            </a:prstGeom>
          </p:spPr>
        </p:pic>
        <p:pic>
          <p:nvPicPr>
            <p:cNvPr id="163" name="Graphic 162">
              <a:extLst>
                <a:ext uri="{FF2B5EF4-FFF2-40B4-BE49-F238E27FC236}">
                  <a16:creationId xmlns:a16="http://schemas.microsoft.com/office/drawing/2014/main" id="{88075493-0C12-810F-95D8-BD6F25DEE21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93940"/>
              <a:ext cx="679161" cy="508637"/>
            </a:xfrm>
            <a:prstGeom prst="rect">
              <a:avLst/>
            </a:prstGeom>
          </p:spPr>
        </p:pic>
        <p:pic>
          <p:nvPicPr>
            <p:cNvPr id="164" name="Graphic 163">
              <a:extLst>
                <a:ext uri="{FF2B5EF4-FFF2-40B4-BE49-F238E27FC236}">
                  <a16:creationId xmlns:a16="http://schemas.microsoft.com/office/drawing/2014/main" id="{EE145A4E-040F-F012-5FCB-DEE05DA2FC1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93940"/>
              <a:ext cx="679161" cy="508637"/>
            </a:xfrm>
            <a:prstGeom prst="rect">
              <a:avLst/>
            </a:prstGeom>
          </p:spPr>
        </p:pic>
        <p:pic>
          <p:nvPicPr>
            <p:cNvPr id="165" name="Graphic 164">
              <a:extLst>
                <a:ext uri="{FF2B5EF4-FFF2-40B4-BE49-F238E27FC236}">
                  <a16:creationId xmlns:a16="http://schemas.microsoft.com/office/drawing/2014/main" id="{E9B2F8EF-EF58-A5D7-83EB-81BEEA1B2E9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93940"/>
              <a:ext cx="679161" cy="508637"/>
            </a:xfrm>
            <a:prstGeom prst="rect">
              <a:avLst/>
            </a:prstGeom>
          </p:spPr>
        </p:pic>
        <p:pic>
          <p:nvPicPr>
            <p:cNvPr id="166" name="Graphic 165">
              <a:extLst>
                <a:ext uri="{FF2B5EF4-FFF2-40B4-BE49-F238E27FC236}">
                  <a16:creationId xmlns:a16="http://schemas.microsoft.com/office/drawing/2014/main" id="{A59035F3-62FD-C087-456B-B4F876EA7BE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93940"/>
              <a:ext cx="679161" cy="508637"/>
            </a:xfrm>
            <a:prstGeom prst="rect">
              <a:avLst/>
            </a:prstGeom>
          </p:spPr>
        </p:pic>
        <p:pic>
          <p:nvPicPr>
            <p:cNvPr id="167" name="Graphic 166">
              <a:extLst>
                <a:ext uri="{FF2B5EF4-FFF2-40B4-BE49-F238E27FC236}">
                  <a16:creationId xmlns:a16="http://schemas.microsoft.com/office/drawing/2014/main" id="{7DC77432-5B27-B690-0389-61C9B985F8E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93940"/>
              <a:ext cx="679161" cy="508637"/>
            </a:xfrm>
            <a:prstGeom prst="rect">
              <a:avLst/>
            </a:prstGeom>
          </p:spPr>
        </p:pic>
        <p:pic>
          <p:nvPicPr>
            <p:cNvPr id="168" name="Graphic 167">
              <a:extLst>
                <a:ext uri="{FF2B5EF4-FFF2-40B4-BE49-F238E27FC236}">
                  <a16:creationId xmlns:a16="http://schemas.microsoft.com/office/drawing/2014/main" id="{3FB11D58-2935-AD9F-5B93-5CAC5A61A01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93940"/>
              <a:ext cx="679161" cy="508637"/>
            </a:xfrm>
            <a:prstGeom prst="rect">
              <a:avLst/>
            </a:prstGeom>
          </p:spPr>
        </p:pic>
      </p:gr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1500" y="457200"/>
            <a:ext cx="11052046" cy="492443"/>
          </a:xfrm>
        </p:spPr>
        <p:txBody>
          <a:bodyPr/>
          <a:lstStyle>
            <a:lvl1pPr>
              <a:defRPr sz="3200"/>
            </a:lvl1p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71500" y="292100"/>
            <a:ext cx="11052046"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5" name="Text Placeholder 4">
            <a:extLst>
              <a:ext uri="{FF2B5EF4-FFF2-40B4-BE49-F238E27FC236}">
                <a16:creationId xmlns:a16="http://schemas.microsoft.com/office/drawing/2014/main" id="{CDB5DB82-9BC7-A834-1721-06DD3302C718}"/>
              </a:ext>
            </a:extLst>
          </p:cNvPr>
          <p:cNvSpPr>
            <a:spLocks noGrp="1"/>
          </p:cNvSpPr>
          <p:nvPr>
            <p:ph type="body" sz="quarter" idx="12" hasCustomPrompt="1"/>
          </p:nvPr>
        </p:nvSpPr>
        <p:spPr>
          <a:xfrm>
            <a:off x="1939924" y="6400799"/>
            <a:ext cx="9680575" cy="153888"/>
          </a:xfrm>
        </p:spPr>
        <p:txBody>
          <a:bodyPr/>
          <a:lstStyle>
            <a:lvl1pPr marL="0" indent="0">
              <a:buNone/>
              <a:defRPr sz="1000" cap="none" baseline="0"/>
            </a:lvl1pPr>
            <a:lvl2pPr marL="228600" indent="0">
              <a:buNone/>
              <a:defRPr/>
            </a:lvl2pPr>
            <a:lvl3pPr marL="457200" indent="0">
              <a:buNone/>
              <a:defRPr/>
            </a:lvl3pPr>
            <a:lvl4pPr marL="661988" indent="0">
              <a:buNone/>
              <a:defRPr/>
            </a:lvl4pPr>
            <a:lvl5pPr marL="855663" indent="0">
              <a:buNone/>
              <a:defRPr/>
            </a:lvl5pPr>
          </a:lstStyle>
          <a:p>
            <a:pPr lvl="0"/>
            <a:r>
              <a:rPr lang="en-US"/>
              <a:t>Footer</a:t>
            </a:r>
          </a:p>
        </p:txBody>
      </p:sp>
      <p:pic>
        <p:nvPicPr>
          <p:cNvPr id="6" name="Graphic 5">
            <a:extLst>
              <a:ext uri="{FF2B5EF4-FFF2-40B4-BE49-F238E27FC236}">
                <a16:creationId xmlns:a16="http://schemas.microsoft.com/office/drawing/2014/main" id="{99731D5C-4960-C28C-D24E-2CDB7D8EA971}"/>
              </a:ext>
            </a:extLst>
          </p:cNvPr>
          <p:cNvPicPr>
            <a:picLocks noChangeAspect="1"/>
          </p:cNvPicPr>
          <p:nvPr userDrawn="1"/>
        </p:nvPicPr>
        <p:blipFill>
          <a:blip>
            <a:extLst>
              <a:ext uri="{96DAC541-7B7A-43D3-8B79-37D633B846F1}">
                <asvg:svgBlip xmlns:asvg="http://schemas.microsoft.com/office/drawing/2016/SVG/main" r:embed="rId3"/>
              </a:ext>
            </a:extLst>
          </a:blip>
          <a:srcRect b="43662"/>
          <a:stretch>
            <a:fillRect/>
          </a:stretch>
        </p:blipFill>
        <p:spPr>
          <a:xfrm>
            <a:off x="568454" y="6390910"/>
            <a:ext cx="618133" cy="231873"/>
          </a:xfrm>
          <a:prstGeom prst="rect">
            <a:avLst/>
          </a:prstGeom>
        </p:spPr>
      </p:pic>
    </p:spTree>
    <p:extLst>
      <p:ext uri="{BB962C8B-B14F-4D97-AF65-F5344CB8AC3E}">
        <p14:creationId xmlns:p14="http://schemas.microsoft.com/office/powerpoint/2010/main" val="3943606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3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le Only White">
    <p:spTree>
      <p:nvGrpSpPr>
        <p:cNvPr id="1" name=""/>
        <p:cNvGrpSpPr/>
        <p:nvPr/>
      </p:nvGrpSpPr>
      <p:grpSpPr>
        <a:xfrm>
          <a:off x="0" y="0"/>
          <a:ext cx="0" cy="0"/>
          <a:chOff x="0" y="0"/>
          <a:chExt cx="0" cy="0"/>
        </a:xfrm>
      </p:grpSpPr>
      <p:grpSp>
        <p:nvGrpSpPr>
          <p:cNvPr id="91" name="Group 90">
            <a:extLst>
              <a:ext uri="{FF2B5EF4-FFF2-40B4-BE49-F238E27FC236}">
                <a16:creationId xmlns:a16="http://schemas.microsoft.com/office/drawing/2014/main" id="{E3312949-5276-F41B-01DB-F1BE8BEF8267}"/>
              </a:ext>
            </a:extLst>
          </p:cNvPr>
          <p:cNvGrpSpPr/>
          <p:nvPr/>
        </p:nvGrpSpPr>
        <p:grpSpPr>
          <a:xfrm>
            <a:off x="19238" y="93940"/>
            <a:ext cx="12225915" cy="6723916"/>
            <a:chOff x="19238" y="93940"/>
            <a:chExt cx="12225915" cy="6723916"/>
          </a:xfrm>
        </p:grpSpPr>
        <p:pic>
          <p:nvPicPr>
            <p:cNvPr id="92" name="Graphic 91">
              <a:extLst>
                <a:ext uri="{FF2B5EF4-FFF2-40B4-BE49-F238E27FC236}">
                  <a16:creationId xmlns:a16="http://schemas.microsoft.com/office/drawing/2014/main" id="{038203EB-13EA-7C2A-5505-C6A175464A0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1190098"/>
              <a:ext cx="679161" cy="508637"/>
            </a:xfrm>
            <a:prstGeom prst="rect">
              <a:avLst/>
            </a:prstGeom>
          </p:spPr>
        </p:pic>
        <p:pic>
          <p:nvPicPr>
            <p:cNvPr id="93" name="Graphic 92">
              <a:extLst>
                <a:ext uri="{FF2B5EF4-FFF2-40B4-BE49-F238E27FC236}">
                  <a16:creationId xmlns:a16="http://schemas.microsoft.com/office/drawing/2014/main" id="{8F4A342D-4AA5-0DE5-2B12-3B4B6F3EB90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1190098"/>
              <a:ext cx="679161" cy="508637"/>
            </a:xfrm>
            <a:prstGeom prst="rect">
              <a:avLst/>
            </a:prstGeom>
          </p:spPr>
        </p:pic>
        <p:pic>
          <p:nvPicPr>
            <p:cNvPr id="94" name="Graphic 93">
              <a:extLst>
                <a:ext uri="{FF2B5EF4-FFF2-40B4-BE49-F238E27FC236}">
                  <a16:creationId xmlns:a16="http://schemas.microsoft.com/office/drawing/2014/main" id="{83C6094D-651A-9ACF-FDCF-C641923D8B0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1190098"/>
              <a:ext cx="679161" cy="508637"/>
            </a:xfrm>
            <a:prstGeom prst="rect">
              <a:avLst/>
            </a:prstGeom>
          </p:spPr>
        </p:pic>
        <p:pic>
          <p:nvPicPr>
            <p:cNvPr id="95" name="Graphic 94">
              <a:extLst>
                <a:ext uri="{FF2B5EF4-FFF2-40B4-BE49-F238E27FC236}">
                  <a16:creationId xmlns:a16="http://schemas.microsoft.com/office/drawing/2014/main" id="{4F97FFC1-D187-0B26-B570-B90BF466F51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1190098"/>
              <a:ext cx="679161" cy="508637"/>
            </a:xfrm>
            <a:prstGeom prst="rect">
              <a:avLst/>
            </a:prstGeom>
          </p:spPr>
        </p:pic>
        <p:pic>
          <p:nvPicPr>
            <p:cNvPr id="96" name="Graphic 95">
              <a:extLst>
                <a:ext uri="{FF2B5EF4-FFF2-40B4-BE49-F238E27FC236}">
                  <a16:creationId xmlns:a16="http://schemas.microsoft.com/office/drawing/2014/main" id="{AE20A145-C7B4-0590-5BC5-E0DC02C2E52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1190098"/>
              <a:ext cx="679161" cy="508637"/>
            </a:xfrm>
            <a:prstGeom prst="rect">
              <a:avLst/>
            </a:prstGeom>
          </p:spPr>
        </p:pic>
        <p:pic>
          <p:nvPicPr>
            <p:cNvPr id="97" name="Graphic 96">
              <a:extLst>
                <a:ext uri="{FF2B5EF4-FFF2-40B4-BE49-F238E27FC236}">
                  <a16:creationId xmlns:a16="http://schemas.microsoft.com/office/drawing/2014/main" id="{B2FF0396-766F-9C64-ABCD-F195291C5C4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1190098"/>
              <a:ext cx="679161" cy="508637"/>
            </a:xfrm>
            <a:prstGeom prst="rect">
              <a:avLst/>
            </a:prstGeom>
          </p:spPr>
        </p:pic>
        <p:pic>
          <p:nvPicPr>
            <p:cNvPr id="98" name="Graphic 97">
              <a:extLst>
                <a:ext uri="{FF2B5EF4-FFF2-40B4-BE49-F238E27FC236}">
                  <a16:creationId xmlns:a16="http://schemas.microsoft.com/office/drawing/2014/main" id="{7A0BA5BF-CC81-78B5-4367-2753EC6D609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1190098"/>
              <a:ext cx="679161" cy="508637"/>
            </a:xfrm>
            <a:prstGeom prst="rect">
              <a:avLst/>
            </a:prstGeom>
          </p:spPr>
        </p:pic>
        <p:pic>
          <p:nvPicPr>
            <p:cNvPr id="99" name="Graphic 98">
              <a:extLst>
                <a:ext uri="{FF2B5EF4-FFF2-40B4-BE49-F238E27FC236}">
                  <a16:creationId xmlns:a16="http://schemas.microsoft.com/office/drawing/2014/main" id="{F561B333-439D-6934-C5DD-448651EABED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1190098"/>
              <a:ext cx="679161" cy="508637"/>
            </a:xfrm>
            <a:prstGeom prst="rect">
              <a:avLst/>
            </a:prstGeom>
          </p:spPr>
        </p:pic>
        <p:pic>
          <p:nvPicPr>
            <p:cNvPr id="100" name="Graphic 99">
              <a:extLst>
                <a:ext uri="{FF2B5EF4-FFF2-40B4-BE49-F238E27FC236}">
                  <a16:creationId xmlns:a16="http://schemas.microsoft.com/office/drawing/2014/main" id="{27966DDD-47E7-663F-3F0F-5152AD90271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1190098"/>
              <a:ext cx="679161" cy="508637"/>
            </a:xfrm>
            <a:prstGeom prst="rect">
              <a:avLst/>
            </a:prstGeom>
          </p:spPr>
        </p:pic>
        <p:pic>
          <p:nvPicPr>
            <p:cNvPr id="101" name="Graphic 100">
              <a:extLst>
                <a:ext uri="{FF2B5EF4-FFF2-40B4-BE49-F238E27FC236}">
                  <a16:creationId xmlns:a16="http://schemas.microsoft.com/office/drawing/2014/main" id="{7EF25049-BDFD-847F-1825-A819D4327D0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1190098"/>
              <a:ext cx="679161" cy="508637"/>
            </a:xfrm>
            <a:prstGeom prst="rect">
              <a:avLst/>
            </a:prstGeom>
          </p:spPr>
        </p:pic>
        <p:pic>
          <p:nvPicPr>
            <p:cNvPr id="102" name="Graphic 101">
              <a:extLst>
                <a:ext uri="{FF2B5EF4-FFF2-40B4-BE49-F238E27FC236}">
                  <a16:creationId xmlns:a16="http://schemas.microsoft.com/office/drawing/2014/main" id="{1936C301-90AC-303B-70AE-C8090A6E659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1190098"/>
              <a:ext cx="679161" cy="508637"/>
            </a:xfrm>
            <a:prstGeom prst="rect">
              <a:avLst/>
            </a:prstGeom>
          </p:spPr>
        </p:pic>
        <p:pic>
          <p:nvPicPr>
            <p:cNvPr id="103" name="Graphic 102">
              <a:extLst>
                <a:ext uri="{FF2B5EF4-FFF2-40B4-BE49-F238E27FC236}">
                  <a16:creationId xmlns:a16="http://schemas.microsoft.com/office/drawing/2014/main" id="{7C2E23F5-6AB0-A46F-C08A-88C3DFB92D6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2213922"/>
              <a:ext cx="679161" cy="508637"/>
            </a:xfrm>
            <a:prstGeom prst="rect">
              <a:avLst/>
            </a:prstGeom>
          </p:spPr>
        </p:pic>
        <p:pic>
          <p:nvPicPr>
            <p:cNvPr id="104" name="Graphic 103">
              <a:extLst>
                <a:ext uri="{FF2B5EF4-FFF2-40B4-BE49-F238E27FC236}">
                  <a16:creationId xmlns:a16="http://schemas.microsoft.com/office/drawing/2014/main" id="{24291E57-8A2D-E93F-651A-F7F0D623543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2213922"/>
              <a:ext cx="679161" cy="508637"/>
            </a:xfrm>
            <a:prstGeom prst="rect">
              <a:avLst/>
            </a:prstGeom>
          </p:spPr>
        </p:pic>
        <p:pic>
          <p:nvPicPr>
            <p:cNvPr id="105" name="Graphic 104">
              <a:extLst>
                <a:ext uri="{FF2B5EF4-FFF2-40B4-BE49-F238E27FC236}">
                  <a16:creationId xmlns:a16="http://schemas.microsoft.com/office/drawing/2014/main" id="{9FB80534-C3CD-E444-A381-666DED4E081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2213922"/>
              <a:ext cx="679161" cy="508637"/>
            </a:xfrm>
            <a:prstGeom prst="rect">
              <a:avLst/>
            </a:prstGeom>
          </p:spPr>
        </p:pic>
        <p:pic>
          <p:nvPicPr>
            <p:cNvPr id="106" name="Graphic 105">
              <a:extLst>
                <a:ext uri="{FF2B5EF4-FFF2-40B4-BE49-F238E27FC236}">
                  <a16:creationId xmlns:a16="http://schemas.microsoft.com/office/drawing/2014/main" id="{7DD72503-8854-13CE-C490-CBC0BEA122E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2213922"/>
              <a:ext cx="679161" cy="508637"/>
            </a:xfrm>
            <a:prstGeom prst="rect">
              <a:avLst/>
            </a:prstGeom>
          </p:spPr>
        </p:pic>
        <p:pic>
          <p:nvPicPr>
            <p:cNvPr id="107" name="Graphic 106">
              <a:extLst>
                <a:ext uri="{FF2B5EF4-FFF2-40B4-BE49-F238E27FC236}">
                  <a16:creationId xmlns:a16="http://schemas.microsoft.com/office/drawing/2014/main" id="{0B45209C-5346-7C36-E654-FBF3628B431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2213922"/>
              <a:ext cx="679161" cy="508637"/>
            </a:xfrm>
            <a:prstGeom prst="rect">
              <a:avLst/>
            </a:prstGeom>
          </p:spPr>
        </p:pic>
        <p:pic>
          <p:nvPicPr>
            <p:cNvPr id="108" name="Graphic 107">
              <a:extLst>
                <a:ext uri="{FF2B5EF4-FFF2-40B4-BE49-F238E27FC236}">
                  <a16:creationId xmlns:a16="http://schemas.microsoft.com/office/drawing/2014/main" id="{D6777886-CF83-640C-CBA9-686F64754DD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2213922"/>
              <a:ext cx="679161" cy="508637"/>
            </a:xfrm>
            <a:prstGeom prst="rect">
              <a:avLst/>
            </a:prstGeom>
          </p:spPr>
        </p:pic>
        <p:pic>
          <p:nvPicPr>
            <p:cNvPr id="109" name="Graphic 108">
              <a:extLst>
                <a:ext uri="{FF2B5EF4-FFF2-40B4-BE49-F238E27FC236}">
                  <a16:creationId xmlns:a16="http://schemas.microsoft.com/office/drawing/2014/main" id="{52899880-38D6-9A55-6632-23C21E4609A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2213922"/>
              <a:ext cx="679161" cy="508637"/>
            </a:xfrm>
            <a:prstGeom prst="rect">
              <a:avLst/>
            </a:prstGeom>
          </p:spPr>
        </p:pic>
        <p:pic>
          <p:nvPicPr>
            <p:cNvPr id="110" name="Graphic 109">
              <a:extLst>
                <a:ext uri="{FF2B5EF4-FFF2-40B4-BE49-F238E27FC236}">
                  <a16:creationId xmlns:a16="http://schemas.microsoft.com/office/drawing/2014/main" id="{0C752E18-1402-F0FC-7A6E-793FE8C356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2213922"/>
              <a:ext cx="679161" cy="508637"/>
            </a:xfrm>
            <a:prstGeom prst="rect">
              <a:avLst/>
            </a:prstGeom>
          </p:spPr>
        </p:pic>
        <p:pic>
          <p:nvPicPr>
            <p:cNvPr id="111" name="Graphic 110">
              <a:extLst>
                <a:ext uri="{FF2B5EF4-FFF2-40B4-BE49-F238E27FC236}">
                  <a16:creationId xmlns:a16="http://schemas.microsoft.com/office/drawing/2014/main" id="{93E0C7EF-7624-29F5-6C94-1E44BDA783D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2213922"/>
              <a:ext cx="679161" cy="508637"/>
            </a:xfrm>
            <a:prstGeom prst="rect">
              <a:avLst/>
            </a:prstGeom>
          </p:spPr>
        </p:pic>
        <p:pic>
          <p:nvPicPr>
            <p:cNvPr id="112" name="Graphic 111">
              <a:extLst>
                <a:ext uri="{FF2B5EF4-FFF2-40B4-BE49-F238E27FC236}">
                  <a16:creationId xmlns:a16="http://schemas.microsoft.com/office/drawing/2014/main" id="{853CFDA0-7EFB-C44F-80DA-7E585069215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2213922"/>
              <a:ext cx="679161" cy="508637"/>
            </a:xfrm>
            <a:prstGeom prst="rect">
              <a:avLst/>
            </a:prstGeom>
          </p:spPr>
        </p:pic>
        <p:pic>
          <p:nvPicPr>
            <p:cNvPr id="113" name="Graphic 112">
              <a:extLst>
                <a:ext uri="{FF2B5EF4-FFF2-40B4-BE49-F238E27FC236}">
                  <a16:creationId xmlns:a16="http://schemas.microsoft.com/office/drawing/2014/main" id="{8B177D22-6C60-69AB-8F93-F91D6EAD947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2213922"/>
              <a:ext cx="679161" cy="508637"/>
            </a:xfrm>
            <a:prstGeom prst="rect">
              <a:avLst/>
            </a:prstGeom>
          </p:spPr>
        </p:pic>
        <p:pic>
          <p:nvPicPr>
            <p:cNvPr id="114" name="Graphic 113">
              <a:extLst>
                <a:ext uri="{FF2B5EF4-FFF2-40B4-BE49-F238E27FC236}">
                  <a16:creationId xmlns:a16="http://schemas.microsoft.com/office/drawing/2014/main" id="{E4B691A7-D5F2-4FA4-AF4F-2EEA4429D86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3237746"/>
              <a:ext cx="679161" cy="508637"/>
            </a:xfrm>
            <a:prstGeom prst="rect">
              <a:avLst/>
            </a:prstGeom>
          </p:spPr>
        </p:pic>
        <p:pic>
          <p:nvPicPr>
            <p:cNvPr id="115" name="Graphic 114">
              <a:extLst>
                <a:ext uri="{FF2B5EF4-FFF2-40B4-BE49-F238E27FC236}">
                  <a16:creationId xmlns:a16="http://schemas.microsoft.com/office/drawing/2014/main" id="{FE3BA9AB-4175-FF3D-FED0-5C76D6206C5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3237746"/>
              <a:ext cx="679161" cy="508637"/>
            </a:xfrm>
            <a:prstGeom prst="rect">
              <a:avLst/>
            </a:prstGeom>
          </p:spPr>
        </p:pic>
        <p:pic>
          <p:nvPicPr>
            <p:cNvPr id="116" name="Graphic 115">
              <a:extLst>
                <a:ext uri="{FF2B5EF4-FFF2-40B4-BE49-F238E27FC236}">
                  <a16:creationId xmlns:a16="http://schemas.microsoft.com/office/drawing/2014/main" id="{DECAB6F9-43AD-3A95-5F8A-15609C1BEFE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3237746"/>
              <a:ext cx="679161" cy="508637"/>
            </a:xfrm>
            <a:prstGeom prst="rect">
              <a:avLst/>
            </a:prstGeom>
          </p:spPr>
        </p:pic>
        <p:pic>
          <p:nvPicPr>
            <p:cNvPr id="117" name="Graphic 116">
              <a:extLst>
                <a:ext uri="{FF2B5EF4-FFF2-40B4-BE49-F238E27FC236}">
                  <a16:creationId xmlns:a16="http://schemas.microsoft.com/office/drawing/2014/main" id="{BCA0F8C3-3139-0218-E3E3-B7D1AEAED32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3237746"/>
              <a:ext cx="679161" cy="508637"/>
            </a:xfrm>
            <a:prstGeom prst="rect">
              <a:avLst/>
            </a:prstGeom>
          </p:spPr>
        </p:pic>
        <p:pic>
          <p:nvPicPr>
            <p:cNvPr id="118" name="Graphic 117">
              <a:extLst>
                <a:ext uri="{FF2B5EF4-FFF2-40B4-BE49-F238E27FC236}">
                  <a16:creationId xmlns:a16="http://schemas.microsoft.com/office/drawing/2014/main" id="{B5B85F60-C446-695D-C44A-80FBB1F28B1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3237746"/>
              <a:ext cx="679161" cy="508637"/>
            </a:xfrm>
            <a:prstGeom prst="rect">
              <a:avLst/>
            </a:prstGeom>
          </p:spPr>
        </p:pic>
        <p:pic>
          <p:nvPicPr>
            <p:cNvPr id="119" name="Graphic 118">
              <a:extLst>
                <a:ext uri="{FF2B5EF4-FFF2-40B4-BE49-F238E27FC236}">
                  <a16:creationId xmlns:a16="http://schemas.microsoft.com/office/drawing/2014/main" id="{85F1AE44-DAF3-935C-D3F2-D0F79183853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3237746"/>
              <a:ext cx="679161" cy="508637"/>
            </a:xfrm>
            <a:prstGeom prst="rect">
              <a:avLst/>
            </a:prstGeom>
          </p:spPr>
        </p:pic>
        <p:pic>
          <p:nvPicPr>
            <p:cNvPr id="120" name="Graphic 119">
              <a:extLst>
                <a:ext uri="{FF2B5EF4-FFF2-40B4-BE49-F238E27FC236}">
                  <a16:creationId xmlns:a16="http://schemas.microsoft.com/office/drawing/2014/main" id="{17E00A9F-B7C6-FE7A-047A-7915F8A1D8A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3237746"/>
              <a:ext cx="679161" cy="508637"/>
            </a:xfrm>
            <a:prstGeom prst="rect">
              <a:avLst/>
            </a:prstGeom>
          </p:spPr>
        </p:pic>
        <p:pic>
          <p:nvPicPr>
            <p:cNvPr id="121" name="Graphic 120">
              <a:extLst>
                <a:ext uri="{FF2B5EF4-FFF2-40B4-BE49-F238E27FC236}">
                  <a16:creationId xmlns:a16="http://schemas.microsoft.com/office/drawing/2014/main" id="{B46F1902-5D2C-FF24-D65F-729D75A4ADE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3237746"/>
              <a:ext cx="679161" cy="508637"/>
            </a:xfrm>
            <a:prstGeom prst="rect">
              <a:avLst/>
            </a:prstGeom>
          </p:spPr>
        </p:pic>
        <p:pic>
          <p:nvPicPr>
            <p:cNvPr id="122" name="Graphic 121">
              <a:extLst>
                <a:ext uri="{FF2B5EF4-FFF2-40B4-BE49-F238E27FC236}">
                  <a16:creationId xmlns:a16="http://schemas.microsoft.com/office/drawing/2014/main" id="{ED7993EA-3338-2201-596A-65977B8B432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3237746"/>
              <a:ext cx="679161" cy="508637"/>
            </a:xfrm>
            <a:prstGeom prst="rect">
              <a:avLst/>
            </a:prstGeom>
          </p:spPr>
        </p:pic>
        <p:pic>
          <p:nvPicPr>
            <p:cNvPr id="123" name="Graphic 122">
              <a:extLst>
                <a:ext uri="{FF2B5EF4-FFF2-40B4-BE49-F238E27FC236}">
                  <a16:creationId xmlns:a16="http://schemas.microsoft.com/office/drawing/2014/main" id="{FE8ACAC4-F813-D649-AA3C-44C39AD3272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3237746"/>
              <a:ext cx="679161" cy="508637"/>
            </a:xfrm>
            <a:prstGeom prst="rect">
              <a:avLst/>
            </a:prstGeom>
          </p:spPr>
        </p:pic>
        <p:pic>
          <p:nvPicPr>
            <p:cNvPr id="124" name="Graphic 123">
              <a:extLst>
                <a:ext uri="{FF2B5EF4-FFF2-40B4-BE49-F238E27FC236}">
                  <a16:creationId xmlns:a16="http://schemas.microsoft.com/office/drawing/2014/main" id="{1F5A95C1-F41F-2F8E-F845-21EFEFF6CD7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3237746"/>
              <a:ext cx="679161" cy="508637"/>
            </a:xfrm>
            <a:prstGeom prst="rect">
              <a:avLst/>
            </a:prstGeom>
          </p:spPr>
        </p:pic>
        <p:pic>
          <p:nvPicPr>
            <p:cNvPr id="125" name="Graphic 124">
              <a:extLst>
                <a:ext uri="{FF2B5EF4-FFF2-40B4-BE49-F238E27FC236}">
                  <a16:creationId xmlns:a16="http://schemas.microsoft.com/office/drawing/2014/main" id="{487D5A2C-590A-82E0-7AF1-1D2C3D59459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4261570"/>
              <a:ext cx="679161" cy="508637"/>
            </a:xfrm>
            <a:prstGeom prst="rect">
              <a:avLst/>
            </a:prstGeom>
          </p:spPr>
        </p:pic>
        <p:pic>
          <p:nvPicPr>
            <p:cNvPr id="126" name="Graphic 125">
              <a:extLst>
                <a:ext uri="{FF2B5EF4-FFF2-40B4-BE49-F238E27FC236}">
                  <a16:creationId xmlns:a16="http://schemas.microsoft.com/office/drawing/2014/main" id="{99C4C0A3-2D8B-0273-1976-1180F93EF85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4261570"/>
              <a:ext cx="679161" cy="508637"/>
            </a:xfrm>
            <a:prstGeom prst="rect">
              <a:avLst/>
            </a:prstGeom>
          </p:spPr>
        </p:pic>
        <p:pic>
          <p:nvPicPr>
            <p:cNvPr id="127" name="Graphic 126">
              <a:extLst>
                <a:ext uri="{FF2B5EF4-FFF2-40B4-BE49-F238E27FC236}">
                  <a16:creationId xmlns:a16="http://schemas.microsoft.com/office/drawing/2014/main" id="{5CCA9EF9-6C8A-46AE-5715-2ADD8AD711D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4261570"/>
              <a:ext cx="679161" cy="508637"/>
            </a:xfrm>
            <a:prstGeom prst="rect">
              <a:avLst/>
            </a:prstGeom>
          </p:spPr>
        </p:pic>
        <p:pic>
          <p:nvPicPr>
            <p:cNvPr id="128" name="Graphic 127">
              <a:extLst>
                <a:ext uri="{FF2B5EF4-FFF2-40B4-BE49-F238E27FC236}">
                  <a16:creationId xmlns:a16="http://schemas.microsoft.com/office/drawing/2014/main" id="{966184A7-0B1D-3E57-D77C-94386532214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4261570"/>
              <a:ext cx="679161" cy="508637"/>
            </a:xfrm>
            <a:prstGeom prst="rect">
              <a:avLst/>
            </a:prstGeom>
          </p:spPr>
        </p:pic>
        <p:pic>
          <p:nvPicPr>
            <p:cNvPr id="129" name="Graphic 128">
              <a:extLst>
                <a:ext uri="{FF2B5EF4-FFF2-40B4-BE49-F238E27FC236}">
                  <a16:creationId xmlns:a16="http://schemas.microsoft.com/office/drawing/2014/main" id="{A0C24750-01C2-6095-8F02-F17B76254FCD}"/>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4261570"/>
              <a:ext cx="679161" cy="508637"/>
            </a:xfrm>
            <a:prstGeom prst="rect">
              <a:avLst/>
            </a:prstGeom>
          </p:spPr>
        </p:pic>
        <p:pic>
          <p:nvPicPr>
            <p:cNvPr id="130" name="Graphic 129">
              <a:extLst>
                <a:ext uri="{FF2B5EF4-FFF2-40B4-BE49-F238E27FC236}">
                  <a16:creationId xmlns:a16="http://schemas.microsoft.com/office/drawing/2014/main" id="{3A46C4D4-D60B-8971-906E-492BD2D2414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4261570"/>
              <a:ext cx="679161" cy="508637"/>
            </a:xfrm>
            <a:prstGeom prst="rect">
              <a:avLst/>
            </a:prstGeom>
          </p:spPr>
        </p:pic>
        <p:pic>
          <p:nvPicPr>
            <p:cNvPr id="131" name="Graphic 130">
              <a:extLst>
                <a:ext uri="{FF2B5EF4-FFF2-40B4-BE49-F238E27FC236}">
                  <a16:creationId xmlns:a16="http://schemas.microsoft.com/office/drawing/2014/main" id="{5334A16F-71B3-BE80-15DC-AA77C3361C3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4261570"/>
              <a:ext cx="679161" cy="508637"/>
            </a:xfrm>
            <a:prstGeom prst="rect">
              <a:avLst/>
            </a:prstGeom>
          </p:spPr>
        </p:pic>
        <p:pic>
          <p:nvPicPr>
            <p:cNvPr id="132" name="Graphic 131">
              <a:extLst>
                <a:ext uri="{FF2B5EF4-FFF2-40B4-BE49-F238E27FC236}">
                  <a16:creationId xmlns:a16="http://schemas.microsoft.com/office/drawing/2014/main" id="{C3FB7C17-6AD7-C806-C1A2-790A937A302C}"/>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4261570"/>
              <a:ext cx="679161" cy="508637"/>
            </a:xfrm>
            <a:prstGeom prst="rect">
              <a:avLst/>
            </a:prstGeom>
          </p:spPr>
        </p:pic>
        <p:pic>
          <p:nvPicPr>
            <p:cNvPr id="133" name="Graphic 132">
              <a:extLst>
                <a:ext uri="{FF2B5EF4-FFF2-40B4-BE49-F238E27FC236}">
                  <a16:creationId xmlns:a16="http://schemas.microsoft.com/office/drawing/2014/main" id="{9BB90807-3DCA-7D53-ECF4-E34A998AEDD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4261570"/>
              <a:ext cx="679161" cy="508637"/>
            </a:xfrm>
            <a:prstGeom prst="rect">
              <a:avLst/>
            </a:prstGeom>
          </p:spPr>
        </p:pic>
        <p:pic>
          <p:nvPicPr>
            <p:cNvPr id="134" name="Graphic 133">
              <a:extLst>
                <a:ext uri="{FF2B5EF4-FFF2-40B4-BE49-F238E27FC236}">
                  <a16:creationId xmlns:a16="http://schemas.microsoft.com/office/drawing/2014/main" id="{540FB4E4-8300-8815-AF76-3CCB922CBE7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4261570"/>
              <a:ext cx="679161" cy="508637"/>
            </a:xfrm>
            <a:prstGeom prst="rect">
              <a:avLst/>
            </a:prstGeom>
          </p:spPr>
        </p:pic>
        <p:pic>
          <p:nvPicPr>
            <p:cNvPr id="135" name="Graphic 134">
              <a:extLst>
                <a:ext uri="{FF2B5EF4-FFF2-40B4-BE49-F238E27FC236}">
                  <a16:creationId xmlns:a16="http://schemas.microsoft.com/office/drawing/2014/main" id="{32845721-EF7C-2B5F-F216-33E1AD14994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4261570"/>
              <a:ext cx="679161" cy="508637"/>
            </a:xfrm>
            <a:prstGeom prst="rect">
              <a:avLst/>
            </a:prstGeom>
          </p:spPr>
        </p:pic>
        <p:pic>
          <p:nvPicPr>
            <p:cNvPr id="136" name="Graphic 135">
              <a:extLst>
                <a:ext uri="{FF2B5EF4-FFF2-40B4-BE49-F238E27FC236}">
                  <a16:creationId xmlns:a16="http://schemas.microsoft.com/office/drawing/2014/main" id="{6BCB3A9D-D93D-C89E-1F01-670A72275CE2}"/>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5285395"/>
              <a:ext cx="679161" cy="508637"/>
            </a:xfrm>
            <a:prstGeom prst="rect">
              <a:avLst/>
            </a:prstGeom>
          </p:spPr>
        </p:pic>
        <p:pic>
          <p:nvPicPr>
            <p:cNvPr id="137" name="Graphic 136">
              <a:extLst>
                <a:ext uri="{FF2B5EF4-FFF2-40B4-BE49-F238E27FC236}">
                  <a16:creationId xmlns:a16="http://schemas.microsoft.com/office/drawing/2014/main" id="{6F1CD254-3A62-768A-2372-EFF5164746C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5285395"/>
              <a:ext cx="679161" cy="508637"/>
            </a:xfrm>
            <a:prstGeom prst="rect">
              <a:avLst/>
            </a:prstGeom>
          </p:spPr>
        </p:pic>
        <p:pic>
          <p:nvPicPr>
            <p:cNvPr id="138" name="Graphic 137">
              <a:extLst>
                <a:ext uri="{FF2B5EF4-FFF2-40B4-BE49-F238E27FC236}">
                  <a16:creationId xmlns:a16="http://schemas.microsoft.com/office/drawing/2014/main" id="{6F877F5F-9101-B59C-F39C-79CD47C9A70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5285395"/>
              <a:ext cx="679161" cy="508637"/>
            </a:xfrm>
            <a:prstGeom prst="rect">
              <a:avLst/>
            </a:prstGeom>
          </p:spPr>
        </p:pic>
        <p:pic>
          <p:nvPicPr>
            <p:cNvPr id="139" name="Graphic 138">
              <a:extLst>
                <a:ext uri="{FF2B5EF4-FFF2-40B4-BE49-F238E27FC236}">
                  <a16:creationId xmlns:a16="http://schemas.microsoft.com/office/drawing/2014/main" id="{F0724BE3-7898-CD24-5C40-44896F36B4D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5285395"/>
              <a:ext cx="679161" cy="508637"/>
            </a:xfrm>
            <a:prstGeom prst="rect">
              <a:avLst/>
            </a:prstGeom>
          </p:spPr>
        </p:pic>
        <p:pic>
          <p:nvPicPr>
            <p:cNvPr id="140" name="Graphic 139">
              <a:extLst>
                <a:ext uri="{FF2B5EF4-FFF2-40B4-BE49-F238E27FC236}">
                  <a16:creationId xmlns:a16="http://schemas.microsoft.com/office/drawing/2014/main" id="{61B30275-DFBE-4BBC-5511-DFD5E11F2E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5285395"/>
              <a:ext cx="679161" cy="508637"/>
            </a:xfrm>
            <a:prstGeom prst="rect">
              <a:avLst/>
            </a:prstGeom>
          </p:spPr>
        </p:pic>
        <p:pic>
          <p:nvPicPr>
            <p:cNvPr id="141" name="Graphic 140">
              <a:extLst>
                <a:ext uri="{FF2B5EF4-FFF2-40B4-BE49-F238E27FC236}">
                  <a16:creationId xmlns:a16="http://schemas.microsoft.com/office/drawing/2014/main" id="{79E2CB96-1EA0-1E8B-203A-A6CF5EEC075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5285395"/>
              <a:ext cx="679161" cy="508637"/>
            </a:xfrm>
            <a:prstGeom prst="rect">
              <a:avLst/>
            </a:prstGeom>
          </p:spPr>
        </p:pic>
        <p:pic>
          <p:nvPicPr>
            <p:cNvPr id="142" name="Graphic 141">
              <a:extLst>
                <a:ext uri="{FF2B5EF4-FFF2-40B4-BE49-F238E27FC236}">
                  <a16:creationId xmlns:a16="http://schemas.microsoft.com/office/drawing/2014/main" id="{64D3EFB6-70DE-4F88-683D-7713B5A6DF9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5285395"/>
              <a:ext cx="679161" cy="508637"/>
            </a:xfrm>
            <a:prstGeom prst="rect">
              <a:avLst/>
            </a:prstGeom>
          </p:spPr>
        </p:pic>
        <p:pic>
          <p:nvPicPr>
            <p:cNvPr id="143" name="Graphic 142">
              <a:extLst>
                <a:ext uri="{FF2B5EF4-FFF2-40B4-BE49-F238E27FC236}">
                  <a16:creationId xmlns:a16="http://schemas.microsoft.com/office/drawing/2014/main" id="{245692F6-89C7-CB36-0B5A-926B199F46D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5285395"/>
              <a:ext cx="679161" cy="508637"/>
            </a:xfrm>
            <a:prstGeom prst="rect">
              <a:avLst/>
            </a:prstGeom>
          </p:spPr>
        </p:pic>
        <p:pic>
          <p:nvPicPr>
            <p:cNvPr id="144" name="Graphic 143">
              <a:extLst>
                <a:ext uri="{FF2B5EF4-FFF2-40B4-BE49-F238E27FC236}">
                  <a16:creationId xmlns:a16="http://schemas.microsoft.com/office/drawing/2014/main" id="{8D18CB66-EA61-F1B1-84B2-B265ECDB28D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5285395"/>
              <a:ext cx="679161" cy="508637"/>
            </a:xfrm>
            <a:prstGeom prst="rect">
              <a:avLst/>
            </a:prstGeom>
          </p:spPr>
        </p:pic>
        <p:pic>
          <p:nvPicPr>
            <p:cNvPr id="145" name="Graphic 144">
              <a:extLst>
                <a:ext uri="{FF2B5EF4-FFF2-40B4-BE49-F238E27FC236}">
                  <a16:creationId xmlns:a16="http://schemas.microsoft.com/office/drawing/2014/main" id="{321E59CD-CDAC-E927-A788-C5F451867DD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5285395"/>
              <a:ext cx="679161" cy="508637"/>
            </a:xfrm>
            <a:prstGeom prst="rect">
              <a:avLst/>
            </a:prstGeom>
          </p:spPr>
        </p:pic>
        <p:pic>
          <p:nvPicPr>
            <p:cNvPr id="146" name="Graphic 145">
              <a:extLst>
                <a:ext uri="{FF2B5EF4-FFF2-40B4-BE49-F238E27FC236}">
                  <a16:creationId xmlns:a16="http://schemas.microsoft.com/office/drawing/2014/main" id="{86DA5630-7EC9-F544-C14B-0125191302E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5285395"/>
              <a:ext cx="679161" cy="508637"/>
            </a:xfrm>
            <a:prstGeom prst="rect">
              <a:avLst/>
            </a:prstGeom>
          </p:spPr>
        </p:pic>
        <p:pic>
          <p:nvPicPr>
            <p:cNvPr id="147" name="Graphic 146">
              <a:extLst>
                <a:ext uri="{FF2B5EF4-FFF2-40B4-BE49-F238E27FC236}">
                  <a16:creationId xmlns:a16="http://schemas.microsoft.com/office/drawing/2014/main" id="{D1F25B9E-36A0-9D5D-1061-81526D5F9B2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6309219"/>
              <a:ext cx="679161" cy="508637"/>
            </a:xfrm>
            <a:prstGeom prst="rect">
              <a:avLst/>
            </a:prstGeom>
          </p:spPr>
        </p:pic>
        <p:pic>
          <p:nvPicPr>
            <p:cNvPr id="148" name="Graphic 147">
              <a:extLst>
                <a:ext uri="{FF2B5EF4-FFF2-40B4-BE49-F238E27FC236}">
                  <a16:creationId xmlns:a16="http://schemas.microsoft.com/office/drawing/2014/main" id="{7716C73C-CA50-6F71-8AF7-B527742148B3}"/>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6309219"/>
              <a:ext cx="679161" cy="508637"/>
            </a:xfrm>
            <a:prstGeom prst="rect">
              <a:avLst/>
            </a:prstGeom>
          </p:spPr>
        </p:pic>
        <p:pic>
          <p:nvPicPr>
            <p:cNvPr id="149" name="Graphic 148">
              <a:extLst>
                <a:ext uri="{FF2B5EF4-FFF2-40B4-BE49-F238E27FC236}">
                  <a16:creationId xmlns:a16="http://schemas.microsoft.com/office/drawing/2014/main" id="{63F1475B-59EB-8BD9-A687-1659F432859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6309219"/>
              <a:ext cx="679161" cy="508637"/>
            </a:xfrm>
            <a:prstGeom prst="rect">
              <a:avLst/>
            </a:prstGeom>
          </p:spPr>
        </p:pic>
        <p:pic>
          <p:nvPicPr>
            <p:cNvPr id="150" name="Graphic 149">
              <a:extLst>
                <a:ext uri="{FF2B5EF4-FFF2-40B4-BE49-F238E27FC236}">
                  <a16:creationId xmlns:a16="http://schemas.microsoft.com/office/drawing/2014/main" id="{D165B6DF-1279-9726-8742-53D57C841970}"/>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6309219"/>
              <a:ext cx="679161" cy="508637"/>
            </a:xfrm>
            <a:prstGeom prst="rect">
              <a:avLst/>
            </a:prstGeom>
          </p:spPr>
        </p:pic>
        <p:pic>
          <p:nvPicPr>
            <p:cNvPr id="151" name="Graphic 150">
              <a:extLst>
                <a:ext uri="{FF2B5EF4-FFF2-40B4-BE49-F238E27FC236}">
                  <a16:creationId xmlns:a16="http://schemas.microsoft.com/office/drawing/2014/main" id="{125BA8B4-7CD1-F2BF-80FE-BCA454B4537E}"/>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6309219"/>
              <a:ext cx="679161" cy="508637"/>
            </a:xfrm>
            <a:prstGeom prst="rect">
              <a:avLst/>
            </a:prstGeom>
          </p:spPr>
        </p:pic>
        <p:pic>
          <p:nvPicPr>
            <p:cNvPr id="152" name="Graphic 151">
              <a:extLst>
                <a:ext uri="{FF2B5EF4-FFF2-40B4-BE49-F238E27FC236}">
                  <a16:creationId xmlns:a16="http://schemas.microsoft.com/office/drawing/2014/main" id="{4CD4AB4B-C557-0F99-4635-7B77CBA03668}"/>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6309219"/>
              <a:ext cx="679161" cy="508637"/>
            </a:xfrm>
            <a:prstGeom prst="rect">
              <a:avLst/>
            </a:prstGeom>
          </p:spPr>
        </p:pic>
        <p:pic>
          <p:nvPicPr>
            <p:cNvPr id="153" name="Graphic 152">
              <a:extLst>
                <a:ext uri="{FF2B5EF4-FFF2-40B4-BE49-F238E27FC236}">
                  <a16:creationId xmlns:a16="http://schemas.microsoft.com/office/drawing/2014/main" id="{C1552958-40EB-5F0A-54B3-E8CC2C41DC1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6309219"/>
              <a:ext cx="679161" cy="508637"/>
            </a:xfrm>
            <a:prstGeom prst="rect">
              <a:avLst/>
            </a:prstGeom>
          </p:spPr>
        </p:pic>
        <p:pic>
          <p:nvPicPr>
            <p:cNvPr id="154" name="Graphic 153">
              <a:extLst>
                <a:ext uri="{FF2B5EF4-FFF2-40B4-BE49-F238E27FC236}">
                  <a16:creationId xmlns:a16="http://schemas.microsoft.com/office/drawing/2014/main" id="{19873E7A-10D6-2833-C6C6-02BB6846C096}"/>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6309219"/>
              <a:ext cx="679161" cy="508637"/>
            </a:xfrm>
            <a:prstGeom prst="rect">
              <a:avLst/>
            </a:prstGeom>
          </p:spPr>
        </p:pic>
        <p:pic>
          <p:nvPicPr>
            <p:cNvPr id="155" name="Graphic 154">
              <a:extLst>
                <a:ext uri="{FF2B5EF4-FFF2-40B4-BE49-F238E27FC236}">
                  <a16:creationId xmlns:a16="http://schemas.microsoft.com/office/drawing/2014/main" id="{11220FB4-DBE2-1382-8E35-0BCEEA036F99}"/>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6309219"/>
              <a:ext cx="679161" cy="508637"/>
            </a:xfrm>
            <a:prstGeom prst="rect">
              <a:avLst/>
            </a:prstGeom>
          </p:spPr>
        </p:pic>
        <p:pic>
          <p:nvPicPr>
            <p:cNvPr id="156" name="Graphic 155">
              <a:extLst>
                <a:ext uri="{FF2B5EF4-FFF2-40B4-BE49-F238E27FC236}">
                  <a16:creationId xmlns:a16="http://schemas.microsoft.com/office/drawing/2014/main" id="{6A0958F3-0559-A154-C67A-B7EAB72596B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6309219"/>
              <a:ext cx="679161" cy="508637"/>
            </a:xfrm>
            <a:prstGeom prst="rect">
              <a:avLst/>
            </a:prstGeom>
          </p:spPr>
        </p:pic>
        <p:pic>
          <p:nvPicPr>
            <p:cNvPr id="157" name="Graphic 156">
              <a:extLst>
                <a:ext uri="{FF2B5EF4-FFF2-40B4-BE49-F238E27FC236}">
                  <a16:creationId xmlns:a16="http://schemas.microsoft.com/office/drawing/2014/main" id="{1843954B-359C-D58C-1D19-999DCB6B07B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6309219"/>
              <a:ext cx="679161" cy="508637"/>
            </a:xfrm>
            <a:prstGeom prst="rect">
              <a:avLst/>
            </a:prstGeom>
          </p:spPr>
        </p:pic>
        <p:pic>
          <p:nvPicPr>
            <p:cNvPr id="158" name="Graphic 157">
              <a:extLst>
                <a:ext uri="{FF2B5EF4-FFF2-40B4-BE49-F238E27FC236}">
                  <a16:creationId xmlns:a16="http://schemas.microsoft.com/office/drawing/2014/main" id="{A1029286-21BB-3587-EF1D-5872AB7E55F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9238" y="93940"/>
              <a:ext cx="679161" cy="508637"/>
            </a:xfrm>
            <a:prstGeom prst="rect">
              <a:avLst/>
            </a:prstGeom>
          </p:spPr>
        </p:pic>
        <p:pic>
          <p:nvPicPr>
            <p:cNvPr id="159" name="Graphic 158">
              <a:extLst>
                <a:ext uri="{FF2B5EF4-FFF2-40B4-BE49-F238E27FC236}">
                  <a16:creationId xmlns:a16="http://schemas.microsoft.com/office/drawing/2014/main" id="{7395FF1A-4F5D-2A13-EBC2-EE77813A922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74526" y="93940"/>
              <a:ext cx="679161" cy="508637"/>
            </a:xfrm>
            <a:prstGeom prst="rect">
              <a:avLst/>
            </a:prstGeom>
          </p:spPr>
        </p:pic>
        <p:pic>
          <p:nvPicPr>
            <p:cNvPr id="160" name="Graphic 159">
              <a:extLst>
                <a:ext uri="{FF2B5EF4-FFF2-40B4-BE49-F238E27FC236}">
                  <a16:creationId xmlns:a16="http://schemas.microsoft.com/office/drawing/2014/main" id="{73480149-1E23-3352-6B45-CE473D4480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2244922" y="93940"/>
              <a:ext cx="679161" cy="508637"/>
            </a:xfrm>
            <a:prstGeom prst="rect">
              <a:avLst/>
            </a:prstGeom>
          </p:spPr>
        </p:pic>
        <p:pic>
          <p:nvPicPr>
            <p:cNvPr id="161" name="Graphic 160">
              <a:extLst>
                <a:ext uri="{FF2B5EF4-FFF2-40B4-BE49-F238E27FC236}">
                  <a16:creationId xmlns:a16="http://schemas.microsoft.com/office/drawing/2014/main" id="{411BF736-415D-A4FD-4AFD-C7D8BB3D0EBB}"/>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3415318" y="93940"/>
              <a:ext cx="679161" cy="508637"/>
            </a:xfrm>
            <a:prstGeom prst="rect">
              <a:avLst/>
            </a:prstGeom>
          </p:spPr>
        </p:pic>
        <p:pic>
          <p:nvPicPr>
            <p:cNvPr id="162" name="Graphic 161">
              <a:extLst>
                <a:ext uri="{FF2B5EF4-FFF2-40B4-BE49-F238E27FC236}">
                  <a16:creationId xmlns:a16="http://schemas.microsoft.com/office/drawing/2014/main" id="{ABE5A9A1-42D2-0D73-3239-55F4E5EB2A0A}"/>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4585714" y="93940"/>
              <a:ext cx="679161" cy="508637"/>
            </a:xfrm>
            <a:prstGeom prst="rect">
              <a:avLst/>
            </a:prstGeom>
          </p:spPr>
        </p:pic>
        <p:pic>
          <p:nvPicPr>
            <p:cNvPr id="163" name="Graphic 162">
              <a:extLst>
                <a:ext uri="{FF2B5EF4-FFF2-40B4-BE49-F238E27FC236}">
                  <a16:creationId xmlns:a16="http://schemas.microsoft.com/office/drawing/2014/main" id="{88075493-0C12-810F-95D8-BD6F25DEE21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5756110" y="93940"/>
              <a:ext cx="679161" cy="508637"/>
            </a:xfrm>
            <a:prstGeom prst="rect">
              <a:avLst/>
            </a:prstGeom>
          </p:spPr>
        </p:pic>
        <p:pic>
          <p:nvPicPr>
            <p:cNvPr id="164" name="Graphic 163">
              <a:extLst>
                <a:ext uri="{FF2B5EF4-FFF2-40B4-BE49-F238E27FC236}">
                  <a16:creationId xmlns:a16="http://schemas.microsoft.com/office/drawing/2014/main" id="{EE145A4E-040F-F012-5FCB-DEE05DA2FC14}"/>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6926505" y="93940"/>
              <a:ext cx="679161" cy="508637"/>
            </a:xfrm>
            <a:prstGeom prst="rect">
              <a:avLst/>
            </a:prstGeom>
          </p:spPr>
        </p:pic>
        <p:pic>
          <p:nvPicPr>
            <p:cNvPr id="165" name="Graphic 164">
              <a:extLst>
                <a:ext uri="{FF2B5EF4-FFF2-40B4-BE49-F238E27FC236}">
                  <a16:creationId xmlns:a16="http://schemas.microsoft.com/office/drawing/2014/main" id="{E9B2F8EF-EF58-A5D7-83EB-81BEEA1B2E9F}"/>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8096901" y="93940"/>
              <a:ext cx="679161" cy="508637"/>
            </a:xfrm>
            <a:prstGeom prst="rect">
              <a:avLst/>
            </a:prstGeom>
          </p:spPr>
        </p:pic>
        <p:pic>
          <p:nvPicPr>
            <p:cNvPr id="166" name="Graphic 165">
              <a:extLst>
                <a:ext uri="{FF2B5EF4-FFF2-40B4-BE49-F238E27FC236}">
                  <a16:creationId xmlns:a16="http://schemas.microsoft.com/office/drawing/2014/main" id="{A59035F3-62FD-C087-456B-B4F876EA7BE7}"/>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9267297" y="93940"/>
              <a:ext cx="679161" cy="508637"/>
            </a:xfrm>
            <a:prstGeom prst="rect">
              <a:avLst/>
            </a:prstGeom>
          </p:spPr>
        </p:pic>
        <p:pic>
          <p:nvPicPr>
            <p:cNvPr id="167" name="Graphic 166">
              <a:extLst>
                <a:ext uri="{FF2B5EF4-FFF2-40B4-BE49-F238E27FC236}">
                  <a16:creationId xmlns:a16="http://schemas.microsoft.com/office/drawing/2014/main" id="{7DC77432-5B27-B690-0389-61C9B985F8E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0437693" y="93940"/>
              <a:ext cx="679161" cy="508637"/>
            </a:xfrm>
            <a:prstGeom prst="rect">
              <a:avLst/>
            </a:prstGeom>
          </p:spPr>
        </p:pic>
        <p:pic>
          <p:nvPicPr>
            <p:cNvPr id="168" name="Graphic 167">
              <a:extLst>
                <a:ext uri="{FF2B5EF4-FFF2-40B4-BE49-F238E27FC236}">
                  <a16:creationId xmlns:a16="http://schemas.microsoft.com/office/drawing/2014/main" id="{3FB11D58-2935-AD9F-5B93-5CAC5A61A015}"/>
                </a:ext>
              </a:extLst>
            </p:cNvPr>
            <p:cNvPicPr>
              <a:picLocks noChangeAspect="1"/>
            </p:cNvPicPr>
            <p:nvPr userDrawn="1"/>
          </p:nvPicPr>
          <p:blipFill>
            <a:blip>
              <a:alphaModFix/>
              <a:extLst>
                <a:ext uri="{96DAC541-7B7A-43D3-8B79-37D633B846F1}">
                  <asvg:svgBlip xmlns:asvg="http://schemas.microsoft.com/office/drawing/2016/SVG/main" r:embed="rId2"/>
                </a:ext>
              </a:extLst>
            </a:blip>
            <a:srcRect r="64823"/>
            <a:stretch>
              <a:fillRect/>
            </a:stretch>
          </p:blipFill>
          <p:spPr>
            <a:xfrm>
              <a:off x="11565992" y="93940"/>
              <a:ext cx="679161" cy="508637"/>
            </a:xfrm>
            <a:prstGeom prst="rect">
              <a:avLst/>
            </a:prstGeom>
          </p:spPr>
        </p:pic>
      </p:gr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1500" y="457200"/>
            <a:ext cx="11052046" cy="492443"/>
          </a:xfrm>
        </p:spPr>
        <p:txBody>
          <a:bodyPr/>
          <a:lstStyle>
            <a:lvl1pPr>
              <a:defRPr sz="3200"/>
            </a:lvl1p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71500" y="292100"/>
            <a:ext cx="11052046"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Text Placeholder 4">
            <a:extLst>
              <a:ext uri="{FF2B5EF4-FFF2-40B4-BE49-F238E27FC236}">
                <a16:creationId xmlns:a16="http://schemas.microsoft.com/office/drawing/2014/main" id="{34566496-F429-65A0-F1DA-5A9F9D6870FA}"/>
              </a:ext>
            </a:extLst>
          </p:cNvPr>
          <p:cNvSpPr>
            <a:spLocks noGrp="1"/>
          </p:cNvSpPr>
          <p:nvPr>
            <p:ph type="body" sz="quarter" idx="12" hasCustomPrompt="1"/>
          </p:nvPr>
        </p:nvSpPr>
        <p:spPr>
          <a:xfrm>
            <a:off x="1939924" y="6400799"/>
            <a:ext cx="9680575" cy="153888"/>
          </a:xfrm>
        </p:spPr>
        <p:txBody>
          <a:bodyPr/>
          <a:lstStyle>
            <a:lvl1pPr marL="0" indent="0">
              <a:buNone/>
              <a:defRPr sz="1000" cap="none" baseline="0"/>
            </a:lvl1pPr>
            <a:lvl2pPr marL="228600" indent="0">
              <a:buNone/>
              <a:defRPr/>
            </a:lvl2pPr>
            <a:lvl3pPr marL="457200" indent="0">
              <a:buNone/>
              <a:defRPr/>
            </a:lvl3pPr>
            <a:lvl4pPr marL="661988" indent="0">
              <a:buNone/>
              <a:defRPr/>
            </a:lvl4pPr>
            <a:lvl5pPr marL="855663" indent="0">
              <a:buNone/>
              <a:defRPr/>
            </a:lvl5pPr>
          </a:lstStyle>
          <a:p>
            <a:pPr lvl="0"/>
            <a:r>
              <a:rPr lang="en-US"/>
              <a:t>Footer</a:t>
            </a:r>
          </a:p>
        </p:txBody>
      </p:sp>
      <p:pic>
        <p:nvPicPr>
          <p:cNvPr id="6" name="Graphic 5">
            <a:extLst>
              <a:ext uri="{FF2B5EF4-FFF2-40B4-BE49-F238E27FC236}">
                <a16:creationId xmlns:a16="http://schemas.microsoft.com/office/drawing/2014/main" id="{B502359A-FEAD-154B-8FCA-7F4EDB73CDDE}"/>
              </a:ext>
            </a:extLst>
          </p:cNvPr>
          <p:cNvPicPr>
            <a:picLocks noChangeAspect="1"/>
          </p:cNvPicPr>
          <p:nvPr userDrawn="1"/>
        </p:nvPicPr>
        <p:blipFill>
          <a:blip>
            <a:extLst>
              <a:ext uri="{96DAC541-7B7A-43D3-8B79-37D633B846F1}">
                <asvg:svgBlip xmlns:asvg="http://schemas.microsoft.com/office/drawing/2016/SVG/main" r:embed="rId3"/>
              </a:ext>
            </a:extLst>
          </a:blip>
          <a:srcRect b="43662"/>
          <a:stretch>
            <a:fillRect/>
          </a:stretch>
        </p:blipFill>
        <p:spPr>
          <a:xfrm>
            <a:off x="568454" y="6390910"/>
            <a:ext cx="618133" cy="231873"/>
          </a:xfrm>
          <a:prstGeom prst="rect">
            <a:avLst/>
          </a:prstGeom>
        </p:spPr>
      </p:pic>
    </p:spTree>
    <p:extLst>
      <p:ext uri="{BB962C8B-B14F-4D97-AF65-F5344CB8AC3E}">
        <p14:creationId xmlns:p14="http://schemas.microsoft.com/office/powerpoint/2010/main" val="403216715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3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9935EC-B85D-B429-F034-B85D1898CA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526DD6D-3CB0-C526-AC57-D4EF3BFEA9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6ED170-763E-6716-0438-3103C645CD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AA36589-06FB-48B9-877F-8E18F4011F95}" type="datetimeFigureOut">
              <a:rPr lang="en-US" smtClean="0"/>
              <a:t>9/29/2026</a:t>
            </a:fld>
            <a:endParaRPr lang="en-US"/>
          </a:p>
        </p:txBody>
      </p:sp>
      <p:sp>
        <p:nvSpPr>
          <p:cNvPr id="5" name="Footer Placeholder 4">
            <a:extLst>
              <a:ext uri="{FF2B5EF4-FFF2-40B4-BE49-F238E27FC236}">
                <a16:creationId xmlns:a16="http://schemas.microsoft.com/office/drawing/2014/main" id="{E153FD9A-25A4-7DD2-3D6C-24F7FDC9B8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D54F82E-C7F7-1DFF-6DD8-12E066BD36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7AA80FA-DE9E-4E37-B6D3-5EDB80CBA553}" type="slidenum">
              <a:rPr lang="en-US" smtClean="0"/>
              <a:t>‹#›</a:t>
            </a:fld>
            <a:endParaRPr lang="en-US"/>
          </a:p>
        </p:txBody>
      </p:sp>
    </p:spTree>
    <p:extLst>
      <p:ext uri="{BB962C8B-B14F-4D97-AF65-F5344CB8AC3E}">
        <p14:creationId xmlns:p14="http://schemas.microsoft.com/office/powerpoint/2010/main" val="20663384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hyperlink" Target="https://dictionary.cambridge.org/dictionary/english/hold" TargetMode="External"/><Relationship Id="rId13" Type="http://schemas.openxmlformats.org/officeDocument/2006/relationships/image" Target="../media/image5.png"/><Relationship Id="rId3" Type="http://schemas.openxmlformats.org/officeDocument/2006/relationships/hyperlink" Target="https://dictionary.cambridge.org/dictionary/english/piece" TargetMode="External"/><Relationship Id="rId7" Type="http://schemas.openxmlformats.org/officeDocument/2006/relationships/hyperlink" Target="https://dictionary.cambridge.org/dictionary/english/control" TargetMode="External"/><Relationship Id="rId12" Type="http://schemas.openxmlformats.org/officeDocument/2006/relationships/hyperlink" Target="https://dictionary.cambridge.org/dictionary/english/object"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s://dictionary.cambridge.org/dictionary/english/belt" TargetMode="External"/><Relationship Id="rId11" Type="http://schemas.openxmlformats.org/officeDocument/2006/relationships/hyperlink" Target="https://dictionary.cambridge.org/dictionary/english/animal" TargetMode="External"/><Relationship Id="rId5" Type="http://schemas.openxmlformats.org/officeDocument/2006/relationships/hyperlink" Target="https://dictionary.cambridge.org/dictionary/english/strap" TargetMode="External"/><Relationship Id="rId10" Type="http://schemas.openxmlformats.org/officeDocument/2006/relationships/hyperlink" Target="https://dictionary.cambridge.org/dictionary/english/person" TargetMode="External"/><Relationship Id="rId4" Type="http://schemas.openxmlformats.org/officeDocument/2006/relationships/hyperlink" Target="https://dictionary.cambridge.org/dictionary/english/equipment" TargetMode="External"/><Relationship Id="rId9" Type="http://schemas.openxmlformats.org/officeDocument/2006/relationships/hyperlink" Target="https://dictionary.cambridge.org/dictionary/english/place"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EB882A-2516-FBB6-C9CE-09DCA86ACD97}"/>
              </a:ext>
            </a:extLst>
          </p:cNvPr>
          <p:cNvSpPr>
            <a:spLocks noGrp="1"/>
          </p:cNvSpPr>
          <p:nvPr>
            <p:ph type="ctrTitle"/>
          </p:nvPr>
        </p:nvSpPr>
        <p:spPr>
          <a:xfrm>
            <a:off x="1468395" y="1937909"/>
            <a:ext cx="9144000" cy="2387600"/>
          </a:xfrm>
        </p:spPr>
        <p:txBody>
          <a:bodyPr>
            <a:normAutofit fontScale="90000"/>
          </a:bodyPr>
          <a:lstStyle/>
          <a:p>
            <a:r>
              <a:rPr lang="en-US" b="1" dirty="0">
                <a:solidFill>
                  <a:schemeClr val="tx1">
                    <a:lumMod val="65000"/>
                    <a:lumOff val="35000"/>
                  </a:schemeClr>
                </a:solidFill>
              </a:rPr>
              <a:t>A Peek Into</a:t>
            </a:r>
            <a:br>
              <a:rPr lang="en-US" b="1" dirty="0"/>
            </a:br>
            <a:r>
              <a:rPr lang="en-US" b="1" dirty="0">
                <a:solidFill>
                  <a:schemeClr val="accent5">
                    <a:lumMod val="60000"/>
                    <a:lumOff val="40000"/>
                  </a:schemeClr>
                </a:solidFill>
              </a:rPr>
              <a:t>GITHUB COPILOT HARNESS</a:t>
            </a:r>
            <a:br>
              <a:rPr lang="en-US" b="1" dirty="0"/>
            </a:br>
            <a:r>
              <a:rPr lang="en-US" b="1" dirty="0">
                <a:solidFill>
                  <a:schemeClr val="accent4">
                    <a:lumMod val="75000"/>
                  </a:schemeClr>
                </a:solidFill>
              </a:rPr>
              <a:t>in Copilot Studio</a:t>
            </a:r>
          </a:p>
        </p:txBody>
      </p:sp>
      <p:sp>
        <p:nvSpPr>
          <p:cNvPr id="8" name="Rectangle 7">
            <a:extLst>
              <a:ext uri="{FF2B5EF4-FFF2-40B4-BE49-F238E27FC236}">
                <a16:creationId xmlns:a16="http://schemas.microsoft.com/office/drawing/2014/main" id="{459335DE-020B-1DF1-0662-BD9101EA1DE7}"/>
              </a:ext>
            </a:extLst>
          </p:cNvPr>
          <p:cNvSpPr/>
          <p:nvPr/>
        </p:nvSpPr>
        <p:spPr>
          <a:xfrm>
            <a:off x="0" y="0"/>
            <a:ext cx="12188952" cy="54864"/>
          </a:xfrm>
          <a:prstGeom prst="rect">
            <a:avLst/>
          </a:prstGeom>
          <a:solidFill>
            <a:srgbClr val="C239B3"/>
          </a:solidFill>
          <a:ln w="12700">
            <a:solidFill>
              <a:srgbClr val="C239B3"/>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10" name="TextBox 9">
            <a:extLst>
              <a:ext uri="{FF2B5EF4-FFF2-40B4-BE49-F238E27FC236}">
                <a16:creationId xmlns:a16="http://schemas.microsoft.com/office/drawing/2014/main" id="{8BAC3724-7D06-2CE5-CD48-115DE737E59E}"/>
              </a:ext>
            </a:extLst>
          </p:cNvPr>
          <p:cNvSpPr txBox="1"/>
          <p:nvPr/>
        </p:nvSpPr>
        <p:spPr>
          <a:xfrm>
            <a:off x="3547569" y="4907517"/>
            <a:ext cx="5180312" cy="369332"/>
          </a:xfrm>
          <a:prstGeom prst="rect">
            <a:avLst/>
          </a:prstGeom>
          <a:noFill/>
        </p:spPr>
        <p:txBody>
          <a:bodyPr wrap="square">
            <a:spAutoFit/>
          </a:bodyPr>
          <a:lstStyle/>
          <a:p>
            <a:r>
              <a:rPr lang="en-US" b="1" dirty="0">
                <a:solidFill>
                  <a:schemeClr val="tx1">
                    <a:lumMod val="50000"/>
                    <a:lumOff val="50000"/>
                  </a:schemeClr>
                </a:solidFill>
              </a:rPr>
              <a:t>Copilot Studio User Group – Brisbane, Australia</a:t>
            </a:r>
            <a:endParaRPr lang="en-US" dirty="0">
              <a:solidFill>
                <a:schemeClr val="tx1">
                  <a:lumMod val="50000"/>
                  <a:lumOff val="50000"/>
                </a:schemeClr>
              </a:solidFill>
            </a:endParaRPr>
          </a:p>
        </p:txBody>
      </p:sp>
    </p:spTree>
    <p:extLst>
      <p:ext uri="{BB962C8B-B14F-4D97-AF65-F5344CB8AC3E}">
        <p14:creationId xmlns:p14="http://schemas.microsoft.com/office/powerpoint/2010/main" val="2231614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8E235-79D5-E233-E6BE-3A6ADDFAC03F}"/>
              </a:ext>
            </a:extLst>
          </p:cNvPr>
          <p:cNvSpPr>
            <a:spLocks noGrp="1"/>
          </p:cNvSpPr>
          <p:nvPr>
            <p:ph type="title"/>
          </p:nvPr>
        </p:nvSpPr>
        <p:spPr>
          <a:xfrm>
            <a:off x="4732638" y="2412356"/>
            <a:ext cx="4885038" cy="1325563"/>
          </a:xfrm>
        </p:spPr>
        <p:txBody>
          <a:bodyPr>
            <a:normAutofit/>
          </a:bodyPr>
          <a:lstStyle/>
          <a:p>
            <a:r>
              <a:rPr lang="en-US" b="1" dirty="0">
                <a:solidFill>
                  <a:schemeClr val="tx1">
                    <a:lumMod val="50000"/>
                    <a:lumOff val="50000"/>
                  </a:schemeClr>
                </a:solidFill>
              </a:rPr>
              <a:t>SANDEEP ANGARA</a:t>
            </a:r>
            <a:br>
              <a:rPr lang="en-US" b="1" dirty="0"/>
            </a:br>
            <a:r>
              <a:rPr lang="en-US" sz="2000" dirty="0">
                <a:solidFill>
                  <a:schemeClr val="accent4">
                    <a:lumMod val="75000"/>
                  </a:schemeClr>
                </a:solidFill>
              </a:rPr>
              <a:t>Technology Consultant</a:t>
            </a:r>
            <a:endParaRPr lang="en-US" dirty="0">
              <a:solidFill>
                <a:schemeClr val="accent4">
                  <a:lumMod val="75000"/>
                </a:schemeClr>
              </a:solidFill>
            </a:endParaRPr>
          </a:p>
        </p:txBody>
      </p:sp>
      <p:pic>
        <p:nvPicPr>
          <p:cNvPr id="5" name="Content Placeholder 4">
            <a:extLst>
              <a:ext uri="{FF2B5EF4-FFF2-40B4-BE49-F238E27FC236}">
                <a16:creationId xmlns:a16="http://schemas.microsoft.com/office/drawing/2014/main" id="{7F0D3771-6071-1684-D275-64190BF04085}"/>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tretch>
            <a:fillRect/>
          </a:stretch>
        </p:blipFill>
        <p:spPr>
          <a:xfrm>
            <a:off x="1325411" y="1763625"/>
            <a:ext cx="2832637" cy="2832637"/>
          </a:xfrm>
          <a:prstGeom prst="ellipse">
            <a:avLst/>
          </a:prstGeom>
          <a:ln w="3175"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6" name="Picture 5" descr="Microsoft Logo, symbol, meaning, history, PNG, brand">
            <a:extLst>
              <a:ext uri="{FF2B5EF4-FFF2-40B4-BE49-F238E27FC236}">
                <a16:creationId xmlns:a16="http://schemas.microsoft.com/office/drawing/2014/main" id="{BA53C0A9-EB39-3B11-3BA4-AC33D3C7F043}"/>
              </a:ext>
            </a:extLst>
          </p:cNvPr>
          <p:cNvPicPr>
            <a:picLocks noChangeAspect="1"/>
          </p:cNvPicPr>
          <p:nvPr/>
        </p:nvPicPr>
        <p:blipFill>
          <a:blip r:embed="rId4"/>
          <a:srcRect t="30056" b="30297"/>
          <a:stretch>
            <a:fillRect/>
          </a:stretch>
        </p:blipFill>
        <p:spPr>
          <a:xfrm>
            <a:off x="4887987" y="3632276"/>
            <a:ext cx="947421" cy="211285"/>
          </a:xfrm>
          <a:prstGeom prst="rect">
            <a:avLst/>
          </a:prstGeom>
        </p:spPr>
      </p:pic>
      <p:sp>
        <p:nvSpPr>
          <p:cNvPr id="8" name="Rectangle 7">
            <a:extLst>
              <a:ext uri="{FF2B5EF4-FFF2-40B4-BE49-F238E27FC236}">
                <a16:creationId xmlns:a16="http://schemas.microsoft.com/office/drawing/2014/main" id="{0D952E23-9BC2-B808-5E31-1F9BABAE0F7B}"/>
              </a:ext>
            </a:extLst>
          </p:cNvPr>
          <p:cNvSpPr/>
          <p:nvPr/>
        </p:nvSpPr>
        <p:spPr>
          <a:xfrm>
            <a:off x="0" y="0"/>
            <a:ext cx="12188952" cy="54864"/>
          </a:xfrm>
          <a:prstGeom prst="rect">
            <a:avLst/>
          </a:prstGeom>
          <a:solidFill>
            <a:srgbClr val="C239B3"/>
          </a:solidFill>
          <a:ln w="12700">
            <a:solidFill>
              <a:srgbClr val="C239B3"/>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11" name="Title 1">
            <a:extLst>
              <a:ext uri="{FF2B5EF4-FFF2-40B4-BE49-F238E27FC236}">
                <a16:creationId xmlns:a16="http://schemas.microsoft.com/office/drawing/2014/main" id="{80E20F48-37BC-B9C9-F767-F40D87D0DF74}"/>
              </a:ext>
            </a:extLst>
          </p:cNvPr>
          <p:cNvSpPr txBox="1">
            <a:spLocks/>
          </p:cNvSpPr>
          <p:nvPr/>
        </p:nvSpPr>
        <p:spPr>
          <a:xfrm>
            <a:off x="4744737" y="4098381"/>
            <a:ext cx="3301316" cy="251285"/>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chemeClr val="tx1">
                    <a:lumMod val="50000"/>
                    <a:lumOff val="50000"/>
                  </a:schemeClr>
                </a:solidFill>
              </a:rPr>
              <a:t>hisandeepangara.github.io</a:t>
            </a:r>
          </a:p>
        </p:txBody>
      </p:sp>
      <p:sp>
        <p:nvSpPr>
          <p:cNvPr id="13" name="Title 1">
            <a:extLst>
              <a:ext uri="{FF2B5EF4-FFF2-40B4-BE49-F238E27FC236}">
                <a16:creationId xmlns:a16="http://schemas.microsoft.com/office/drawing/2014/main" id="{9C1E2ED4-F357-A428-917D-8C6608A78FE3}"/>
              </a:ext>
            </a:extLst>
          </p:cNvPr>
          <p:cNvSpPr txBox="1">
            <a:spLocks/>
          </p:cNvSpPr>
          <p:nvPr/>
        </p:nvSpPr>
        <p:spPr>
          <a:xfrm>
            <a:off x="7185455" y="4104647"/>
            <a:ext cx="2432221" cy="251285"/>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chemeClr val="tx1">
                    <a:lumMod val="50000"/>
                    <a:lumOff val="50000"/>
                  </a:schemeClr>
                </a:solidFill>
              </a:rPr>
              <a:t>linkedin.com/in/</a:t>
            </a:r>
            <a:r>
              <a:rPr lang="en-US" sz="2800" dirty="0" err="1">
                <a:solidFill>
                  <a:schemeClr val="tx1">
                    <a:lumMod val="50000"/>
                    <a:lumOff val="50000"/>
                  </a:schemeClr>
                </a:solidFill>
              </a:rPr>
              <a:t>sandeep-angara</a:t>
            </a:r>
            <a:r>
              <a:rPr lang="en-US" sz="2800" dirty="0">
                <a:solidFill>
                  <a:schemeClr val="tx1">
                    <a:lumMod val="50000"/>
                    <a:lumOff val="50000"/>
                  </a:schemeClr>
                </a:solidFill>
              </a:rPr>
              <a:t>/</a:t>
            </a:r>
          </a:p>
        </p:txBody>
      </p:sp>
    </p:spTree>
    <p:extLst>
      <p:ext uri="{BB962C8B-B14F-4D97-AF65-F5344CB8AC3E}">
        <p14:creationId xmlns:p14="http://schemas.microsoft.com/office/powerpoint/2010/main" val="4044588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1FECB-6A27-D71E-2EF2-8D92149C6A1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BA9608D-333A-758F-EEF7-9413809AB907}"/>
              </a:ext>
            </a:extLst>
          </p:cNvPr>
          <p:cNvSpPr>
            <a:spLocks noGrp="1"/>
          </p:cNvSpPr>
          <p:nvPr>
            <p:ph type="ctrTitle"/>
          </p:nvPr>
        </p:nvSpPr>
        <p:spPr>
          <a:xfrm>
            <a:off x="399535" y="609557"/>
            <a:ext cx="3338384" cy="718794"/>
          </a:xfrm>
        </p:spPr>
        <p:txBody>
          <a:bodyPr>
            <a:normAutofit fontScale="90000"/>
          </a:bodyPr>
          <a:lstStyle/>
          <a:p>
            <a:r>
              <a:rPr lang="en-US" b="1" dirty="0">
                <a:solidFill>
                  <a:schemeClr val="accent4">
                    <a:lumMod val="75000"/>
                  </a:schemeClr>
                </a:solidFill>
              </a:rPr>
              <a:t>HARNESS</a:t>
            </a:r>
          </a:p>
        </p:txBody>
      </p:sp>
      <p:sp>
        <p:nvSpPr>
          <p:cNvPr id="8" name="Rectangle 7">
            <a:extLst>
              <a:ext uri="{FF2B5EF4-FFF2-40B4-BE49-F238E27FC236}">
                <a16:creationId xmlns:a16="http://schemas.microsoft.com/office/drawing/2014/main" id="{C33D3FE6-8FBF-1ACE-C68E-3F0BE9143319}"/>
              </a:ext>
            </a:extLst>
          </p:cNvPr>
          <p:cNvSpPr/>
          <p:nvPr/>
        </p:nvSpPr>
        <p:spPr>
          <a:xfrm>
            <a:off x="0" y="0"/>
            <a:ext cx="12188952" cy="54864"/>
          </a:xfrm>
          <a:prstGeom prst="rect">
            <a:avLst/>
          </a:prstGeom>
          <a:solidFill>
            <a:srgbClr val="C239B3"/>
          </a:solidFill>
          <a:ln w="12700">
            <a:solidFill>
              <a:srgbClr val="C239B3"/>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2" name="TextBox 1">
            <a:extLst>
              <a:ext uri="{FF2B5EF4-FFF2-40B4-BE49-F238E27FC236}">
                <a16:creationId xmlns:a16="http://schemas.microsoft.com/office/drawing/2014/main" id="{B718E7BE-1D2D-03F2-8226-C4ED48AACB33}"/>
              </a:ext>
            </a:extLst>
          </p:cNvPr>
          <p:cNvSpPr txBox="1"/>
          <p:nvPr/>
        </p:nvSpPr>
        <p:spPr>
          <a:xfrm>
            <a:off x="488091" y="1328351"/>
            <a:ext cx="10790133" cy="646331"/>
          </a:xfrm>
          <a:prstGeom prst="rect">
            <a:avLst/>
          </a:prstGeom>
          <a:noFill/>
        </p:spPr>
        <p:txBody>
          <a:bodyPr wrap="none" rtlCol="0">
            <a:spAutoFit/>
          </a:bodyPr>
          <a:lstStyle/>
          <a:p>
            <a:r>
              <a:rPr lang="en-US" b="1" dirty="0"/>
              <a:t>Cambridge Dictionary defines:</a:t>
            </a:r>
          </a:p>
          <a:p>
            <a:r>
              <a:rPr lang="en-US" b="1" dirty="0"/>
              <a:t>a </a:t>
            </a:r>
            <a:r>
              <a:rPr lang="en-US" b="1" dirty="0">
                <a:hlinkClick r:id="rId3" tooltip="piece"/>
              </a:rPr>
              <a:t>piece</a:t>
            </a:r>
            <a:r>
              <a:rPr lang="en-US" b="1" dirty="0"/>
              <a:t> of </a:t>
            </a:r>
            <a:r>
              <a:rPr lang="en-US" b="1" dirty="0">
                <a:hlinkClick r:id="rId4" tooltip="equipment"/>
              </a:rPr>
              <a:t>equipment</a:t>
            </a:r>
            <a:r>
              <a:rPr lang="en-US" b="1" dirty="0"/>
              <a:t> with </a:t>
            </a:r>
            <a:r>
              <a:rPr lang="en-US" b="1" dirty="0">
                <a:hlinkClick r:id="rId5" tooltip="straps"/>
              </a:rPr>
              <a:t>straps</a:t>
            </a:r>
            <a:r>
              <a:rPr lang="en-US" b="1" dirty="0"/>
              <a:t> and </a:t>
            </a:r>
            <a:r>
              <a:rPr lang="en-US" b="1" dirty="0">
                <a:hlinkClick r:id="rId6" tooltip="belts"/>
              </a:rPr>
              <a:t>belts</a:t>
            </a:r>
            <a:r>
              <a:rPr lang="en-US" b="1" dirty="0"/>
              <a:t>, used to </a:t>
            </a:r>
            <a:r>
              <a:rPr lang="en-US" b="1" dirty="0">
                <a:hlinkClick r:id="rId7" tooltip="control"/>
              </a:rPr>
              <a:t>control</a:t>
            </a:r>
            <a:r>
              <a:rPr lang="en-US" b="1" dirty="0"/>
              <a:t> or </a:t>
            </a:r>
            <a:r>
              <a:rPr lang="en-US" b="1" dirty="0">
                <a:hlinkClick r:id="rId8" tooltip="hold"/>
              </a:rPr>
              <a:t>hold</a:t>
            </a:r>
            <a:r>
              <a:rPr lang="en-US" b="1" dirty="0"/>
              <a:t> in </a:t>
            </a:r>
            <a:r>
              <a:rPr lang="en-US" b="1" dirty="0">
                <a:hlinkClick r:id="rId9" tooltip="place"/>
              </a:rPr>
              <a:t>place</a:t>
            </a:r>
            <a:r>
              <a:rPr lang="en-US" b="1" dirty="0"/>
              <a:t> a </a:t>
            </a:r>
            <a:r>
              <a:rPr lang="en-US" b="1" dirty="0">
                <a:hlinkClick r:id="rId10" tooltip="person"/>
              </a:rPr>
              <a:t>person</a:t>
            </a:r>
            <a:r>
              <a:rPr lang="en-US" b="1" dirty="0"/>
              <a:t>, </a:t>
            </a:r>
            <a:r>
              <a:rPr lang="en-US" b="1" dirty="0">
                <a:hlinkClick r:id="rId11" tooltip="animal"/>
              </a:rPr>
              <a:t>animal</a:t>
            </a:r>
            <a:r>
              <a:rPr lang="en-US" b="1" dirty="0"/>
              <a:t>, or </a:t>
            </a:r>
            <a:r>
              <a:rPr lang="en-US" b="1" dirty="0">
                <a:hlinkClick r:id="rId12" tooltip="object"/>
              </a:rPr>
              <a:t>object</a:t>
            </a:r>
            <a:endParaRPr lang="en-US" dirty="0"/>
          </a:p>
        </p:txBody>
      </p:sp>
      <p:pic>
        <p:nvPicPr>
          <p:cNvPr id="4" name="Picture 3">
            <a:extLst>
              <a:ext uri="{FF2B5EF4-FFF2-40B4-BE49-F238E27FC236}">
                <a16:creationId xmlns:a16="http://schemas.microsoft.com/office/drawing/2014/main" id="{C6B09E42-4507-0B1C-BB4E-8685DDF33A0D}"/>
              </a:ext>
            </a:extLst>
          </p:cNvPr>
          <p:cNvPicPr>
            <a:picLocks noChangeAspect="1"/>
          </p:cNvPicPr>
          <p:nvPr/>
        </p:nvPicPr>
        <p:blipFill>
          <a:blip r:embed="rId13"/>
          <a:srcRect/>
          <a:stretch>
            <a:fillRect/>
          </a:stretch>
        </p:blipFill>
        <p:spPr>
          <a:xfrm>
            <a:off x="319216" y="2267167"/>
            <a:ext cx="4164524" cy="4164524"/>
          </a:xfrm>
          <a:prstGeom prst="rect">
            <a:avLst/>
          </a:prstGeom>
        </p:spPr>
      </p:pic>
      <p:sp>
        <p:nvSpPr>
          <p:cNvPr id="6" name="TextBox 5">
            <a:extLst>
              <a:ext uri="{FF2B5EF4-FFF2-40B4-BE49-F238E27FC236}">
                <a16:creationId xmlns:a16="http://schemas.microsoft.com/office/drawing/2014/main" id="{900FFD86-8D77-6923-E26D-C63DE7B35333}"/>
              </a:ext>
            </a:extLst>
          </p:cNvPr>
          <p:cNvSpPr txBox="1"/>
          <p:nvPr/>
        </p:nvSpPr>
        <p:spPr>
          <a:xfrm>
            <a:off x="5517292" y="3058298"/>
            <a:ext cx="4695568" cy="2062103"/>
          </a:xfrm>
          <a:prstGeom prst="rect">
            <a:avLst/>
          </a:prstGeom>
          <a:noFill/>
        </p:spPr>
        <p:txBody>
          <a:bodyPr wrap="square" rtlCol="0">
            <a:spAutoFit/>
          </a:bodyPr>
          <a:lstStyle/>
          <a:p>
            <a:r>
              <a:rPr lang="en-US" sz="3200" b="1" dirty="0"/>
              <a:t>“A </a:t>
            </a:r>
            <a:r>
              <a:rPr lang="en-US" sz="3200" b="1" dirty="0">
                <a:solidFill>
                  <a:schemeClr val="accent5">
                    <a:lumMod val="60000"/>
                    <a:lumOff val="40000"/>
                  </a:schemeClr>
                </a:solidFill>
              </a:rPr>
              <a:t>harness</a:t>
            </a:r>
            <a:r>
              <a:rPr lang="en-US" sz="3200" b="1" dirty="0"/>
              <a:t> is the </a:t>
            </a:r>
            <a:r>
              <a:rPr lang="en-US" sz="3200" b="1" dirty="0">
                <a:solidFill>
                  <a:schemeClr val="accent5">
                    <a:lumMod val="60000"/>
                    <a:lumOff val="40000"/>
                  </a:schemeClr>
                </a:solidFill>
              </a:rPr>
              <a:t>operating layer </a:t>
            </a:r>
            <a:r>
              <a:rPr lang="en-US" sz="3200" b="1" dirty="0"/>
              <a:t>between the </a:t>
            </a:r>
            <a:r>
              <a:rPr lang="en-US" sz="3200" b="1" dirty="0">
                <a:solidFill>
                  <a:schemeClr val="accent4">
                    <a:lumMod val="75000"/>
                  </a:schemeClr>
                </a:solidFill>
              </a:rPr>
              <a:t>model</a:t>
            </a:r>
            <a:r>
              <a:rPr lang="en-US" sz="3200" b="1" dirty="0"/>
              <a:t> and the </a:t>
            </a:r>
            <a:r>
              <a:rPr lang="en-US" sz="3200" b="1" dirty="0">
                <a:solidFill>
                  <a:schemeClr val="accent4">
                    <a:lumMod val="75000"/>
                  </a:schemeClr>
                </a:solidFill>
              </a:rPr>
              <a:t>agent’s configuration</a:t>
            </a:r>
            <a:r>
              <a:rPr lang="en-US" sz="3200" b="1" dirty="0"/>
              <a:t>.”</a:t>
            </a:r>
            <a:endParaRPr lang="en-US" sz="3200" dirty="0"/>
          </a:p>
        </p:txBody>
      </p:sp>
    </p:spTree>
    <p:extLst>
      <p:ext uri="{BB962C8B-B14F-4D97-AF65-F5344CB8AC3E}">
        <p14:creationId xmlns:p14="http://schemas.microsoft.com/office/powerpoint/2010/main" val="58669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3281D-2373-BDAB-3A15-C3113C7674CF}"/>
              </a:ext>
            </a:extLst>
          </p:cNvPr>
          <p:cNvSpPr>
            <a:spLocks noGrp="1"/>
          </p:cNvSpPr>
          <p:nvPr>
            <p:ph type="title"/>
          </p:nvPr>
        </p:nvSpPr>
        <p:spPr/>
        <p:txBody>
          <a:bodyPr/>
          <a:lstStyle/>
          <a:p>
            <a:r>
              <a:rPr lang="en-US" dirty="0"/>
              <a:t>GHCP Harness Capabilities</a:t>
            </a:r>
          </a:p>
        </p:txBody>
      </p:sp>
      <p:sp>
        <p:nvSpPr>
          <p:cNvPr id="6" name="Rectangle: Rounded Corners 5">
            <a:extLst>
              <a:ext uri="{FF2B5EF4-FFF2-40B4-BE49-F238E27FC236}">
                <a16:creationId xmlns:a16="http://schemas.microsoft.com/office/drawing/2014/main" id="{9A306201-8E06-BFB6-FD78-73D75EA7000C}"/>
              </a:ext>
            </a:extLst>
          </p:cNvPr>
          <p:cNvSpPr/>
          <p:nvPr/>
        </p:nvSpPr>
        <p:spPr>
          <a:xfrm>
            <a:off x="963261" y="1627711"/>
            <a:ext cx="1877662" cy="4865166"/>
          </a:xfrm>
          <a:prstGeom prst="roundRect">
            <a:avLst>
              <a:gd name="adj" fmla="val 4399"/>
            </a:avLst>
          </a:prstGeom>
          <a:solidFill>
            <a:srgbClr val="D180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Agentic loop</a:t>
            </a:r>
          </a:p>
        </p:txBody>
      </p:sp>
      <p:sp>
        <p:nvSpPr>
          <p:cNvPr id="8" name="Rectangle: Rounded Corners 7">
            <a:extLst>
              <a:ext uri="{FF2B5EF4-FFF2-40B4-BE49-F238E27FC236}">
                <a16:creationId xmlns:a16="http://schemas.microsoft.com/office/drawing/2014/main" id="{978C1B9C-9AC1-08F3-A565-DB8A9AB2FA91}"/>
              </a:ext>
            </a:extLst>
          </p:cNvPr>
          <p:cNvSpPr/>
          <p:nvPr/>
        </p:nvSpPr>
        <p:spPr>
          <a:xfrm>
            <a:off x="2993322" y="1627710"/>
            <a:ext cx="1877662" cy="4865165"/>
          </a:xfrm>
          <a:prstGeom prst="roundRect">
            <a:avLst>
              <a:gd name="adj" fmla="val 4399"/>
            </a:avLst>
          </a:prstGeom>
          <a:solidFill>
            <a:srgbClr val="AAA1D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Long running</a:t>
            </a:r>
          </a:p>
        </p:txBody>
      </p:sp>
      <p:sp>
        <p:nvSpPr>
          <p:cNvPr id="10" name="Rectangle: Rounded Corners 9">
            <a:extLst>
              <a:ext uri="{FF2B5EF4-FFF2-40B4-BE49-F238E27FC236}">
                <a16:creationId xmlns:a16="http://schemas.microsoft.com/office/drawing/2014/main" id="{555FECE1-78FC-3D7A-3864-8DB3AE60D7D3}"/>
              </a:ext>
            </a:extLst>
          </p:cNvPr>
          <p:cNvSpPr/>
          <p:nvPr/>
        </p:nvSpPr>
        <p:spPr>
          <a:xfrm>
            <a:off x="5023383" y="1627709"/>
            <a:ext cx="1877662" cy="4865165"/>
          </a:xfrm>
          <a:prstGeom prst="roundRect">
            <a:avLst>
              <a:gd name="adj" fmla="val 4399"/>
            </a:avLst>
          </a:prstGeom>
          <a:solidFill>
            <a:srgbClr val="62A3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Adapt</a:t>
            </a:r>
          </a:p>
        </p:txBody>
      </p:sp>
      <p:sp>
        <p:nvSpPr>
          <p:cNvPr id="12" name="Rectangle: Rounded Corners 11">
            <a:extLst>
              <a:ext uri="{FF2B5EF4-FFF2-40B4-BE49-F238E27FC236}">
                <a16:creationId xmlns:a16="http://schemas.microsoft.com/office/drawing/2014/main" id="{0107D538-506E-C0D1-000D-932885BB9830}"/>
              </a:ext>
            </a:extLst>
          </p:cNvPr>
          <p:cNvSpPr/>
          <p:nvPr/>
        </p:nvSpPr>
        <p:spPr>
          <a:xfrm>
            <a:off x="7053444" y="1627708"/>
            <a:ext cx="1877662" cy="4865165"/>
          </a:xfrm>
          <a:prstGeom prst="roundRect">
            <a:avLst>
              <a:gd name="adj" fmla="val 4399"/>
            </a:avLst>
          </a:prstGeom>
          <a:solidFill>
            <a:srgbClr val="BE7B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Large file processing</a:t>
            </a:r>
          </a:p>
        </p:txBody>
      </p:sp>
      <p:sp>
        <p:nvSpPr>
          <p:cNvPr id="14" name="Rectangle: Rounded Corners 13">
            <a:extLst>
              <a:ext uri="{FF2B5EF4-FFF2-40B4-BE49-F238E27FC236}">
                <a16:creationId xmlns:a16="http://schemas.microsoft.com/office/drawing/2014/main" id="{4EDB2EFA-DBF9-A6FC-231E-D1743B77713E}"/>
              </a:ext>
            </a:extLst>
          </p:cNvPr>
          <p:cNvSpPr/>
          <p:nvPr/>
        </p:nvSpPr>
        <p:spPr>
          <a:xfrm>
            <a:off x="9083505" y="1627707"/>
            <a:ext cx="1877662" cy="4865165"/>
          </a:xfrm>
          <a:prstGeom prst="roundRect">
            <a:avLst>
              <a:gd name="adj" fmla="val 4399"/>
            </a:avLst>
          </a:prstGeom>
          <a:solidFill>
            <a:srgbClr val="615E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Out-of-the-box</a:t>
            </a:r>
          </a:p>
          <a:p>
            <a:pPr algn="ctr"/>
            <a:r>
              <a:rPr lang="en-US" sz="2000" dirty="0"/>
              <a:t>Document generation editing</a:t>
            </a:r>
          </a:p>
        </p:txBody>
      </p:sp>
    </p:spTree>
    <p:extLst>
      <p:ext uri="{BB962C8B-B14F-4D97-AF65-F5344CB8AC3E}">
        <p14:creationId xmlns:p14="http://schemas.microsoft.com/office/powerpoint/2010/main" val="1093094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6AC0C-EBBD-D2F2-D696-8B7ECD639A0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3D9D824-1EC5-025B-3B83-1EAF4E36850A}"/>
              </a:ext>
            </a:extLst>
          </p:cNvPr>
          <p:cNvSpPr/>
          <p:nvPr/>
        </p:nvSpPr>
        <p:spPr>
          <a:xfrm>
            <a:off x="0" y="0"/>
            <a:ext cx="12188952" cy="54864"/>
          </a:xfrm>
          <a:prstGeom prst="rect">
            <a:avLst/>
          </a:prstGeom>
          <a:solidFill>
            <a:srgbClr val="C239B3"/>
          </a:solidFill>
          <a:ln w="12700">
            <a:solidFill>
              <a:srgbClr val="C239B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itle 1">
            <a:extLst>
              <a:ext uri="{FF2B5EF4-FFF2-40B4-BE49-F238E27FC236}">
                <a16:creationId xmlns:a16="http://schemas.microsoft.com/office/drawing/2014/main" id="{4A4BD18C-6359-1516-D042-BCCD13BAA03F}"/>
              </a:ext>
            </a:extLst>
          </p:cNvPr>
          <p:cNvSpPr txBox="1">
            <a:spLocks/>
          </p:cNvSpPr>
          <p:nvPr/>
        </p:nvSpPr>
        <p:spPr>
          <a:xfrm>
            <a:off x="417577" y="548105"/>
            <a:ext cx="11052046" cy="492443"/>
          </a:xfrm>
          <a:prstGeom prst="rect">
            <a:avLst/>
          </a:prstGeom>
        </p:spPr>
        <p:txBody>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a:lstStyle>
          <a:p>
            <a:r>
              <a:rPr lang="en-US" sz="2800" b="1" dirty="0">
                <a:solidFill>
                  <a:srgbClr val="000000"/>
                </a:solidFill>
              </a:rPr>
              <a:t>Standard vs GitHub Copilot harness</a:t>
            </a:r>
          </a:p>
        </p:txBody>
      </p:sp>
      <p:sp>
        <p:nvSpPr>
          <p:cNvPr id="60" name="Text Placeholder 59">
            <a:extLst>
              <a:ext uri="{FF2B5EF4-FFF2-40B4-BE49-F238E27FC236}">
                <a16:creationId xmlns:a16="http://schemas.microsoft.com/office/drawing/2014/main" id="{30277A30-7C1A-5A96-28A8-8F100ED3AAE8}"/>
              </a:ext>
            </a:extLst>
          </p:cNvPr>
          <p:cNvSpPr>
            <a:spLocks noGrp="1"/>
          </p:cNvSpPr>
          <p:nvPr>
            <p:ph type="body" sz="quarter" idx="11"/>
          </p:nvPr>
        </p:nvSpPr>
        <p:spPr>
          <a:xfrm>
            <a:off x="548640" y="319683"/>
            <a:ext cx="11052046" cy="153888"/>
          </a:xfrm>
        </p:spPr>
        <p:txBody>
          <a:bodyPr vert="horz" wrap="square" lIns="0" tIns="0" rIns="0" bIns="0" rtlCol="0">
            <a:spAutoFit/>
          </a:bodyPr>
          <a:lstStyle/>
          <a:p>
            <a:r>
              <a:rPr lang="en-US">
                <a:solidFill>
                  <a:srgbClr val="4B5563"/>
                </a:solidFill>
                <a:latin typeface="Aptos"/>
              </a:rPr>
              <a:t>Standard HARNESS builds a plan, then runs it. The GHCP HARNESS Keeps deciding from the latest state.</a:t>
            </a:r>
          </a:p>
        </p:txBody>
      </p:sp>
      <p:pic>
        <p:nvPicPr>
          <p:cNvPr id="5" name="Picture 4">
            <a:extLst>
              <a:ext uri="{FF2B5EF4-FFF2-40B4-BE49-F238E27FC236}">
                <a16:creationId xmlns:a16="http://schemas.microsoft.com/office/drawing/2014/main" id="{8AC921D1-7AD5-7F9E-8DD0-29B3F7DFDD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2146" y="1226766"/>
            <a:ext cx="7402743" cy="493516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972813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54864"/>
          </a:xfrm>
          <a:prstGeom prst="rect">
            <a:avLst/>
          </a:prstGeom>
          <a:solidFill>
            <a:srgbClr val="C239B3"/>
          </a:solidFill>
          <a:ln w="12700">
            <a:solidFill>
              <a:srgbClr val="C239B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199632" y="1430528"/>
            <a:ext cx="5440680" cy="3950208"/>
          </a:xfrm>
          <a:prstGeom prst="roundRect">
            <a:avLst>
              <a:gd name="adj" fmla="val 12314"/>
            </a:avLst>
          </a:prstGeom>
          <a:solidFill>
            <a:srgbClr val="F7FAFD"/>
          </a:solidFill>
          <a:ln w="15240">
            <a:solidFill>
              <a:srgbClr val="CFE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48640" y="1430528"/>
            <a:ext cx="5440680" cy="3950208"/>
          </a:xfrm>
          <a:prstGeom prst="roundRect">
            <a:avLst>
              <a:gd name="adj" fmla="val 11919"/>
            </a:avLst>
          </a:prstGeom>
          <a:solidFill>
            <a:srgbClr val="FFFFFF"/>
          </a:solidFill>
          <a:ln w="15240">
            <a:solidFill>
              <a:srgbClr val="E1D3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431280" y="1763361"/>
            <a:ext cx="4914900" cy="329184"/>
          </a:xfrm>
          <a:prstGeom prst="roundRect">
            <a:avLst/>
          </a:prstGeom>
          <a:solidFill>
            <a:srgbClr val="0078D4"/>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lIns="64008" tIns="18288" rIns="64008" bIns="18288" rtlCol="0" anchor="ctr"/>
          <a:lstStyle/>
          <a:p>
            <a:pPr algn="ctr"/>
            <a:r>
              <a:rPr lang="en-US" sz="1220" b="1">
                <a:solidFill>
                  <a:srgbClr val="FFFFFF"/>
                </a:solidFill>
              </a:rPr>
              <a:t>GHCP harness: Continuous Thought -&gt; Action -&gt; Observation</a:t>
            </a:r>
          </a:p>
        </p:txBody>
      </p:sp>
      <p:sp>
        <p:nvSpPr>
          <p:cNvPr id="10" name="Rounded Rectangle 9"/>
          <p:cNvSpPr/>
          <p:nvPr/>
        </p:nvSpPr>
        <p:spPr>
          <a:xfrm>
            <a:off x="786384" y="1759248"/>
            <a:ext cx="4905756" cy="329184"/>
          </a:xfrm>
          <a:prstGeom prst="roundRect">
            <a:avLst/>
          </a:prstGeom>
          <a:solidFill>
            <a:srgbClr val="C239B3"/>
          </a:solidFill>
          <a:ln w="12700">
            <a:solidFill>
              <a:srgbClr val="C239B3"/>
            </a:solidFill>
          </a:ln>
        </p:spPr>
        <p:style>
          <a:lnRef idx="1">
            <a:schemeClr val="accent1"/>
          </a:lnRef>
          <a:fillRef idx="3">
            <a:schemeClr val="accent1"/>
          </a:fillRef>
          <a:effectRef idx="2">
            <a:schemeClr val="accent1"/>
          </a:effectRef>
          <a:fontRef idx="minor">
            <a:schemeClr val="lt1"/>
          </a:fontRef>
        </p:style>
        <p:txBody>
          <a:bodyPr lIns="64008" tIns="18288" rIns="64008" bIns="18288" rtlCol="0" anchor="ctr"/>
          <a:lstStyle/>
          <a:p>
            <a:pPr algn="ctr"/>
            <a:r>
              <a:rPr lang="en-US" sz="1220" b="1" dirty="0">
                <a:solidFill>
                  <a:srgbClr val="FFFFFF"/>
                </a:solidFill>
              </a:rPr>
              <a:t>Standard harness: plan -&gt; execute</a:t>
            </a:r>
          </a:p>
        </p:txBody>
      </p:sp>
      <p:sp>
        <p:nvSpPr>
          <p:cNvPr id="11" name="Rounded Rectangle 10"/>
          <p:cNvSpPr/>
          <p:nvPr/>
        </p:nvSpPr>
        <p:spPr>
          <a:xfrm>
            <a:off x="6793992" y="2563460"/>
            <a:ext cx="1417320" cy="749808"/>
          </a:xfrm>
          <a:prstGeom prst="roundRect">
            <a:avLst/>
          </a:prstGeom>
          <a:solidFill>
            <a:srgbClr val="0078D4"/>
          </a:solidFill>
          <a:ln w="1397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2" name="TextBox 11"/>
          <p:cNvSpPr txBox="1"/>
          <p:nvPr/>
        </p:nvSpPr>
        <p:spPr>
          <a:xfrm>
            <a:off x="6912864" y="2685380"/>
            <a:ext cx="1179576" cy="184666"/>
          </a:xfrm>
          <a:prstGeom prst="rect">
            <a:avLst/>
          </a:prstGeom>
          <a:noFill/>
        </p:spPr>
        <p:txBody>
          <a:bodyPr wrap="square" lIns="0" tIns="0" rIns="0" bIns="0" anchor="t">
            <a:spAutoFit/>
          </a:bodyPr>
          <a:lstStyle/>
          <a:p>
            <a:pPr algn="ctr"/>
            <a:r>
              <a:rPr lang="en-US" sz="1200" b="1">
                <a:solidFill>
                  <a:srgbClr val="FFFFFF"/>
                </a:solidFill>
              </a:rPr>
              <a:t>THOUGHT</a:t>
            </a:r>
          </a:p>
        </p:txBody>
      </p:sp>
      <p:sp>
        <p:nvSpPr>
          <p:cNvPr id="13" name="TextBox 12"/>
          <p:cNvSpPr txBox="1"/>
          <p:nvPr/>
        </p:nvSpPr>
        <p:spPr>
          <a:xfrm>
            <a:off x="6922008" y="2927702"/>
            <a:ext cx="1161288" cy="313932"/>
          </a:xfrm>
          <a:prstGeom prst="rect">
            <a:avLst/>
          </a:prstGeom>
          <a:noFill/>
        </p:spPr>
        <p:txBody>
          <a:bodyPr wrap="square" lIns="18288" tIns="18288" rIns="18288" bIns="18288" anchor="ctr">
            <a:spAutoFit/>
          </a:bodyPr>
          <a:lstStyle/>
          <a:p>
            <a:pPr algn="ctr"/>
            <a:r>
              <a:rPr lang="en-US" sz="900" b="0">
                <a:solidFill>
                  <a:schemeClr val="bg1"/>
                </a:solidFill>
              </a:rPr>
              <a:t>Reason over the latest state</a:t>
            </a:r>
          </a:p>
        </p:txBody>
      </p:sp>
      <p:sp>
        <p:nvSpPr>
          <p:cNvPr id="14" name="Rounded Rectangle 13"/>
          <p:cNvSpPr/>
          <p:nvPr/>
        </p:nvSpPr>
        <p:spPr>
          <a:xfrm>
            <a:off x="9564624" y="2563460"/>
            <a:ext cx="1417320" cy="749808"/>
          </a:xfrm>
          <a:prstGeom prst="roundRect">
            <a:avLst/>
          </a:prstGeom>
          <a:solidFill>
            <a:srgbClr val="F8E8F7"/>
          </a:solidFill>
          <a:ln w="13970">
            <a:solidFill>
              <a:srgbClr val="C239B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5" name="TextBox 14"/>
          <p:cNvSpPr txBox="1"/>
          <p:nvPr/>
        </p:nvSpPr>
        <p:spPr>
          <a:xfrm>
            <a:off x="9683496" y="2709764"/>
            <a:ext cx="1179576" cy="184666"/>
          </a:xfrm>
          <a:prstGeom prst="rect">
            <a:avLst/>
          </a:prstGeom>
          <a:noFill/>
        </p:spPr>
        <p:txBody>
          <a:bodyPr wrap="square" lIns="0" tIns="0" rIns="0" bIns="0" anchor="t">
            <a:spAutoFit/>
          </a:bodyPr>
          <a:lstStyle/>
          <a:p>
            <a:pPr algn="ctr"/>
            <a:r>
              <a:rPr lang="en-US" sz="1200" b="1">
                <a:solidFill>
                  <a:srgbClr val="C239B3"/>
                </a:solidFill>
              </a:rPr>
              <a:t>ACTION</a:t>
            </a:r>
          </a:p>
        </p:txBody>
      </p:sp>
      <p:sp>
        <p:nvSpPr>
          <p:cNvPr id="16" name="TextBox 15"/>
          <p:cNvSpPr txBox="1"/>
          <p:nvPr/>
        </p:nvSpPr>
        <p:spPr>
          <a:xfrm>
            <a:off x="9692640" y="2972567"/>
            <a:ext cx="1161288" cy="175433"/>
          </a:xfrm>
          <a:prstGeom prst="rect">
            <a:avLst/>
          </a:prstGeom>
          <a:noFill/>
        </p:spPr>
        <p:txBody>
          <a:bodyPr wrap="square" lIns="18288" tIns="18288" rIns="18288" bIns="18288" anchor="ctr">
            <a:spAutoFit/>
          </a:bodyPr>
          <a:lstStyle/>
          <a:p>
            <a:pPr algn="ctr"/>
            <a:r>
              <a:rPr lang="en-US" sz="900" b="0" dirty="0">
                <a:solidFill>
                  <a:srgbClr val="1F1F1F"/>
                </a:solidFill>
              </a:rPr>
              <a:t>Call a tool</a:t>
            </a:r>
          </a:p>
        </p:txBody>
      </p:sp>
      <p:sp>
        <p:nvSpPr>
          <p:cNvPr id="17" name="Rounded Rectangle 16"/>
          <p:cNvSpPr/>
          <p:nvPr/>
        </p:nvSpPr>
        <p:spPr>
          <a:xfrm>
            <a:off x="9564624" y="3880196"/>
            <a:ext cx="1417320" cy="749808"/>
          </a:xfrm>
          <a:prstGeom prst="roundRect">
            <a:avLst/>
          </a:prstGeom>
          <a:solidFill>
            <a:srgbClr val="EAF5FF"/>
          </a:solidFill>
          <a:ln w="1397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8" name="TextBox 17"/>
          <p:cNvSpPr txBox="1"/>
          <p:nvPr/>
        </p:nvSpPr>
        <p:spPr>
          <a:xfrm>
            <a:off x="9683496" y="4066932"/>
            <a:ext cx="1179576" cy="184666"/>
          </a:xfrm>
          <a:prstGeom prst="rect">
            <a:avLst/>
          </a:prstGeom>
          <a:noFill/>
        </p:spPr>
        <p:txBody>
          <a:bodyPr wrap="square" lIns="0" tIns="0" rIns="0" bIns="0" anchor="t">
            <a:spAutoFit/>
          </a:bodyPr>
          <a:lstStyle/>
          <a:p>
            <a:pPr algn="ctr"/>
            <a:r>
              <a:rPr lang="en-US" sz="1200" b="1">
                <a:solidFill>
                  <a:srgbClr val="0078D4"/>
                </a:solidFill>
              </a:rPr>
              <a:t>OBSERVE</a:t>
            </a:r>
          </a:p>
        </p:txBody>
      </p:sp>
      <p:sp>
        <p:nvSpPr>
          <p:cNvPr id="19" name="TextBox 18"/>
          <p:cNvSpPr txBox="1"/>
          <p:nvPr/>
        </p:nvSpPr>
        <p:spPr>
          <a:xfrm>
            <a:off x="9692640" y="4313687"/>
            <a:ext cx="1161288" cy="175433"/>
          </a:xfrm>
          <a:prstGeom prst="rect">
            <a:avLst/>
          </a:prstGeom>
          <a:noFill/>
        </p:spPr>
        <p:txBody>
          <a:bodyPr wrap="square" lIns="18288" tIns="18288" rIns="18288" bIns="18288" anchor="ctr">
            <a:spAutoFit/>
          </a:bodyPr>
          <a:lstStyle/>
          <a:p>
            <a:pPr algn="ctr"/>
            <a:r>
              <a:rPr lang="en-US" sz="900" b="0">
                <a:solidFill>
                  <a:srgbClr val="1F1F1F"/>
                </a:solidFill>
              </a:rPr>
              <a:t>Read the tool result</a:t>
            </a:r>
          </a:p>
        </p:txBody>
      </p:sp>
      <p:sp>
        <p:nvSpPr>
          <p:cNvPr id="20" name="Rounded Rectangle 19"/>
          <p:cNvSpPr/>
          <p:nvPr/>
        </p:nvSpPr>
        <p:spPr>
          <a:xfrm>
            <a:off x="6793992" y="3880196"/>
            <a:ext cx="1417320" cy="749808"/>
          </a:xfrm>
          <a:prstGeom prst="roundRect">
            <a:avLst/>
          </a:prstGeom>
          <a:solidFill>
            <a:srgbClr val="F8E8F7"/>
          </a:solidFill>
          <a:ln w="13970">
            <a:solidFill>
              <a:srgbClr val="C239B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1" name="TextBox 20"/>
          <p:cNvSpPr txBox="1"/>
          <p:nvPr/>
        </p:nvSpPr>
        <p:spPr>
          <a:xfrm>
            <a:off x="6912864" y="4008211"/>
            <a:ext cx="1179576" cy="184666"/>
          </a:xfrm>
          <a:prstGeom prst="rect">
            <a:avLst/>
          </a:prstGeom>
          <a:noFill/>
        </p:spPr>
        <p:txBody>
          <a:bodyPr wrap="square" lIns="0" tIns="0" rIns="0" bIns="0" anchor="t">
            <a:spAutoFit/>
          </a:bodyPr>
          <a:lstStyle/>
          <a:p>
            <a:pPr algn="ctr"/>
            <a:r>
              <a:rPr lang="en-US" sz="1200" b="1">
                <a:solidFill>
                  <a:srgbClr val="C239B3"/>
                </a:solidFill>
              </a:rPr>
              <a:t>DECIDE</a:t>
            </a:r>
          </a:p>
        </p:txBody>
      </p:sp>
      <p:sp>
        <p:nvSpPr>
          <p:cNvPr id="22" name="TextBox 21"/>
          <p:cNvSpPr txBox="1"/>
          <p:nvPr/>
        </p:nvSpPr>
        <p:spPr>
          <a:xfrm>
            <a:off x="6922008" y="4244438"/>
            <a:ext cx="1161288" cy="313932"/>
          </a:xfrm>
          <a:prstGeom prst="rect">
            <a:avLst/>
          </a:prstGeom>
          <a:noFill/>
        </p:spPr>
        <p:txBody>
          <a:bodyPr wrap="square" lIns="18288" tIns="18288" rIns="18288" bIns="18288" anchor="ctr">
            <a:spAutoFit/>
          </a:bodyPr>
          <a:lstStyle/>
          <a:p>
            <a:pPr algn="ctr"/>
            <a:r>
              <a:rPr lang="en-US" sz="900" b="0">
                <a:solidFill>
                  <a:srgbClr val="1F1F1F"/>
                </a:solidFill>
              </a:rPr>
              <a:t>Choose the next step live</a:t>
            </a:r>
          </a:p>
        </p:txBody>
      </p:sp>
      <p:cxnSp>
        <p:nvCxnSpPr>
          <p:cNvPr id="23" name="Connector 22"/>
          <p:cNvCxnSpPr>
            <a:cxnSpLocks/>
          </p:cNvCxnSpPr>
          <p:nvPr/>
        </p:nvCxnSpPr>
        <p:spPr>
          <a:xfrm>
            <a:off x="8229600" y="2938364"/>
            <a:ext cx="1335024" cy="0"/>
          </a:xfrm>
          <a:prstGeom prst="line">
            <a:avLst/>
          </a:prstGeom>
          <a:ln w="25400">
            <a:solidFill>
              <a:srgbClr val="0078D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a:cxnSpLocks/>
            <a:endCxn id="17" idx="0"/>
          </p:cNvCxnSpPr>
          <p:nvPr/>
        </p:nvCxnSpPr>
        <p:spPr>
          <a:xfrm>
            <a:off x="10273284" y="3313268"/>
            <a:ext cx="0" cy="566928"/>
          </a:xfrm>
          <a:prstGeom prst="line">
            <a:avLst/>
          </a:prstGeom>
          <a:ln w="25400">
            <a:solidFill>
              <a:srgbClr val="C239B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a:cxnSpLocks/>
            <a:stCxn id="17" idx="1"/>
          </p:cNvCxnSpPr>
          <p:nvPr/>
        </p:nvCxnSpPr>
        <p:spPr>
          <a:xfrm flipH="1" flipV="1">
            <a:off x="8211312" y="4255099"/>
            <a:ext cx="1353312" cy="1"/>
          </a:xfrm>
          <a:prstGeom prst="line">
            <a:avLst/>
          </a:prstGeom>
          <a:ln w="25400">
            <a:solidFill>
              <a:srgbClr val="0078D4"/>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a:cxnSpLocks/>
            <a:endCxn id="11" idx="2"/>
          </p:cNvCxnSpPr>
          <p:nvPr/>
        </p:nvCxnSpPr>
        <p:spPr>
          <a:xfrm flipV="1">
            <a:off x="7502652" y="3313268"/>
            <a:ext cx="0" cy="560184"/>
          </a:xfrm>
          <a:prstGeom prst="line">
            <a:avLst/>
          </a:prstGeom>
          <a:ln w="25400">
            <a:solidFill>
              <a:srgbClr val="C239B3"/>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8604504" y="3276692"/>
            <a:ext cx="585216" cy="585216"/>
          </a:xfrm>
          <a:prstGeom prst="ellipse">
            <a:avLst/>
          </a:prstGeom>
          <a:solidFill>
            <a:srgbClr val="FFFFFF"/>
          </a:solidFill>
          <a:ln>
            <a:solidFill>
              <a:srgbClr val="CFE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8" name="TextBox 27"/>
          <p:cNvSpPr txBox="1"/>
          <p:nvPr/>
        </p:nvSpPr>
        <p:spPr>
          <a:xfrm>
            <a:off x="8692896" y="3426229"/>
            <a:ext cx="420624" cy="276999"/>
          </a:xfrm>
          <a:prstGeom prst="rect">
            <a:avLst/>
          </a:prstGeom>
          <a:noFill/>
        </p:spPr>
        <p:txBody>
          <a:bodyPr wrap="square" lIns="0" tIns="0" rIns="0" bIns="0" anchor="ctr">
            <a:spAutoFit/>
          </a:bodyPr>
          <a:lstStyle/>
          <a:p>
            <a:pPr algn="ctr"/>
            <a:r>
              <a:rPr lang="en-US" sz="900" b="1">
                <a:solidFill>
                  <a:srgbClr val="005A9E"/>
                </a:solidFill>
              </a:rPr>
              <a:t>latest
state</a:t>
            </a:r>
          </a:p>
        </p:txBody>
      </p:sp>
      <p:grpSp>
        <p:nvGrpSpPr>
          <p:cNvPr id="65" name="Group 64">
            <a:extLst>
              <a:ext uri="{FF2B5EF4-FFF2-40B4-BE49-F238E27FC236}">
                <a16:creationId xmlns:a16="http://schemas.microsoft.com/office/drawing/2014/main" id="{8C7A17B3-111A-325C-7DB6-750F96000783}"/>
              </a:ext>
            </a:extLst>
          </p:cNvPr>
          <p:cNvGrpSpPr/>
          <p:nvPr/>
        </p:nvGrpSpPr>
        <p:grpSpPr>
          <a:xfrm>
            <a:off x="1033272" y="2371896"/>
            <a:ext cx="4590288" cy="2578608"/>
            <a:chOff x="1098400" y="2331256"/>
            <a:chExt cx="4590288" cy="2578608"/>
          </a:xfrm>
        </p:grpSpPr>
        <p:sp>
          <p:nvSpPr>
            <p:cNvPr id="29" name="Rounded Rectangle 28"/>
            <p:cNvSpPr/>
            <p:nvPr/>
          </p:nvSpPr>
          <p:spPr>
            <a:xfrm>
              <a:off x="1098400" y="2331256"/>
              <a:ext cx="1389888" cy="621792"/>
            </a:xfrm>
            <a:prstGeom prst="roundRect">
              <a:avLst/>
            </a:prstGeom>
            <a:solidFill>
              <a:srgbClr val="EAF5FF"/>
            </a:solidFill>
            <a:ln w="1397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0" name="TextBox 29"/>
            <p:cNvSpPr txBox="1"/>
            <p:nvPr/>
          </p:nvSpPr>
          <p:spPr>
            <a:xfrm>
              <a:off x="1144117" y="2460034"/>
              <a:ext cx="1271016" cy="184666"/>
            </a:xfrm>
            <a:prstGeom prst="rect">
              <a:avLst/>
            </a:prstGeom>
            <a:noFill/>
          </p:spPr>
          <p:txBody>
            <a:bodyPr wrap="square" lIns="0" tIns="0" rIns="0" bIns="0" anchor="t">
              <a:spAutoFit/>
            </a:bodyPr>
            <a:lstStyle/>
            <a:p>
              <a:pPr algn="ctr"/>
              <a:r>
                <a:rPr sz="1200" b="1">
                  <a:solidFill>
                    <a:srgbClr val="0078D4"/>
                  </a:solidFill>
                </a:rPr>
                <a:t>1. INTENT</a:t>
              </a:r>
            </a:p>
          </p:txBody>
        </p:sp>
        <p:sp>
          <p:nvSpPr>
            <p:cNvPr id="31" name="TextBox 30"/>
            <p:cNvSpPr txBox="1"/>
            <p:nvPr/>
          </p:nvSpPr>
          <p:spPr>
            <a:xfrm>
              <a:off x="1153261" y="2692358"/>
              <a:ext cx="1252728" cy="175433"/>
            </a:xfrm>
            <a:prstGeom prst="rect">
              <a:avLst/>
            </a:prstGeom>
            <a:noFill/>
          </p:spPr>
          <p:txBody>
            <a:bodyPr wrap="square" lIns="18288" tIns="18288" rIns="18288" bIns="18288" anchor="ctr">
              <a:spAutoFit/>
            </a:bodyPr>
            <a:lstStyle/>
            <a:p>
              <a:pPr algn="ctr"/>
              <a:r>
                <a:rPr sz="900" b="0">
                  <a:solidFill>
                    <a:srgbClr val="1F1F1F"/>
                  </a:solidFill>
                </a:rPr>
                <a:t>Understand the request</a:t>
              </a:r>
            </a:p>
          </p:txBody>
        </p:sp>
        <p:sp>
          <p:nvSpPr>
            <p:cNvPr id="32" name="Rounded Rectangle 31"/>
            <p:cNvSpPr/>
            <p:nvPr/>
          </p:nvSpPr>
          <p:spPr>
            <a:xfrm>
              <a:off x="2579727" y="2331256"/>
              <a:ext cx="1874519" cy="621792"/>
            </a:xfrm>
            <a:prstGeom prst="roundRect">
              <a:avLst/>
            </a:prstGeom>
            <a:solidFill>
              <a:srgbClr val="F8E8F7"/>
            </a:solidFill>
            <a:ln w="13970">
              <a:solidFill>
                <a:srgbClr val="C239B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3" name="TextBox 32"/>
            <p:cNvSpPr txBox="1"/>
            <p:nvPr/>
          </p:nvSpPr>
          <p:spPr>
            <a:xfrm>
              <a:off x="2699362" y="2482976"/>
              <a:ext cx="1636775" cy="184666"/>
            </a:xfrm>
            <a:prstGeom prst="rect">
              <a:avLst/>
            </a:prstGeom>
            <a:noFill/>
          </p:spPr>
          <p:txBody>
            <a:bodyPr wrap="square" lIns="0" tIns="0" rIns="0" bIns="0" anchor="t">
              <a:spAutoFit/>
            </a:bodyPr>
            <a:lstStyle/>
            <a:p>
              <a:pPr algn="ctr"/>
              <a:r>
                <a:rPr sz="1200" b="1">
                  <a:solidFill>
                    <a:srgbClr val="C239B3"/>
                  </a:solidFill>
                </a:rPr>
                <a:t>2. PLAN</a:t>
              </a:r>
            </a:p>
          </p:txBody>
        </p:sp>
        <p:sp>
          <p:nvSpPr>
            <p:cNvPr id="34" name="TextBox 33"/>
            <p:cNvSpPr txBox="1"/>
            <p:nvPr/>
          </p:nvSpPr>
          <p:spPr>
            <a:xfrm>
              <a:off x="2657450" y="2694605"/>
              <a:ext cx="1700786" cy="175433"/>
            </a:xfrm>
            <a:prstGeom prst="rect">
              <a:avLst/>
            </a:prstGeom>
            <a:noFill/>
          </p:spPr>
          <p:txBody>
            <a:bodyPr wrap="square" lIns="18288" tIns="18288" rIns="18288" bIns="18288" anchor="ctr">
              <a:spAutoFit/>
            </a:bodyPr>
            <a:lstStyle/>
            <a:p>
              <a:pPr algn="ctr"/>
              <a:r>
                <a:rPr sz="900" b="0">
                  <a:solidFill>
                    <a:srgbClr val="1F1F1F"/>
                  </a:solidFill>
                </a:rPr>
                <a:t>Synthesize a multi-step workflow</a:t>
              </a:r>
            </a:p>
          </p:txBody>
        </p:sp>
        <p:sp>
          <p:nvSpPr>
            <p:cNvPr id="35" name="Rounded Rectangle 34"/>
            <p:cNvSpPr/>
            <p:nvPr/>
          </p:nvSpPr>
          <p:spPr>
            <a:xfrm>
              <a:off x="4545688" y="2331256"/>
              <a:ext cx="1143000" cy="621792"/>
            </a:xfrm>
            <a:prstGeom prst="roundRect">
              <a:avLst/>
            </a:prstGeom>
            <a:solidFill>
              <a:srgbClr val="EAF5FF"/>
            </a:solidFill>
            <a:ln w="1397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36" name="TextBox 35"/>
            <p:cNvSpPr txBox="1"/>
            <p:nvPr/>
          </p:nvSpPr>
          <p:spPr>
            <a:xfrm>
              <a:off x="4664560" y="2452414"/>
              <a:ext cx="905256" cy="184666"/>
            </a:xfrm>
            <a:prstGeom prst="rect">
              <a:avLst/>
            </a:prstGeom>
            <a:noFill/>
          </p:spPr>
          <p:txBody>
            <a:bodyPr wrap="square" lIns="0" tIns="0" rIns="0" bIns="0" anchor="t">
              <a:spAutoFit/>
            </a:bodyPr>
            <a:lstStyle/>
            <a:p>
              <a:pPr algn="ctr"/>
              <a:r>
                <a:rPr sz="1200" b="1">
                  <a:solidFill>
                    <a:srgbClr val="0078D4"/>
                  </a:solidFill>
                </a:rPr>
                <a:t>3. EXECUTE</a:t>
              </a:r>
            </a:p>
          </p:txBody>
        </p:sp>
        <p:sp>
          <p:nvSpPr>
            <p:cNvPr id="37" name="TextBox 36"/>
            <p:cNvSpPr txBox="1"/>
            <p:nvPr/>
          </p:nvSpPr>
          <p:spPr>
            <a:xfrm>
              <a:off x="4673704" y="2630728"/>
              <a:ext cx="886968" cy="313932"/>
            </a:xfrm>
            <a:prstGeom prst="rect">
              <a:avLst/>
            </a:prstGeom>
            <a:noFill/>
          </p:spPr>
          <p:txBody>
            <a:bodyPr wrap="square" lIns="18288" tIns="18288" rIns="18288" bIns="18288" anchor="ctr">
              <a:spAutoFit/>
            </a:bodyPr>
            <a:lstStyle/>
            <a:p>
              <a:pPr algn="ctr"/>
              <a:r>
                <a:rPr sz="900" b="0">
                  <a:solidFill>
                    <a:srgbClr val="1F1F1F"/>
                  </a:solidFill>
                </a:rPr>
                <a:t>Run authored steps</a:t>
              </a:r>
            </a:p>
          </p:txBody>
        </p:sp>
        <p:cxnSp>
          <p:nvCxnSpPr>
            <p:cNvPr id="38" name="Connector 37"/>
            <p:cNvCxnSpPr/>
            <p:nvPr/>
          </p:nvCxnSpPr>
          <p:spPr>
            <a:xfrm>
              <a:off x="2506575" y="2642152"/>
              <a:ext cx="64009" cy="0"/>
            </a:xfrm>
            <a:prstGeom prst="line">
              <a:avLst/>
            </a:prstGeom>
            <a:ln w="17780">
              <a:solidFill>
                <a:srgbClr val="4B5563"/>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472536" y="2642152"/>
              <a:ext cx="54864" cy="0"/>
            </a:xfrm>
            <a:prstGeom prst="line">
              <a:avLst/>
            </a:prstGeom>
            <a:ln w="17780">
              <a:solidFill>
                <a:srgbClr val="4B5563"/>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1729336" y="3190792"/>
              <a:ext cx="3520440" cy="1115568"/>
            </a:xfrm>
            <a:prstGeom prst="roundRect">
              <a:avLst/>
            </a:prstGeom>
            <a:solidFill>
              <a:srgbClr val="FBFDFF"/>
            </a:solidFill>
            <a:ln w="1270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1" name="TextBox 40"/>
            <p:cNvSpPr txBox="1"/>
            <p:nvPr/>
          </p:nvSpPr>
          <p:spPr>
            <a:xfrm>
              <a:off x="1957936" y="3309664"/>
              <a:ext cx="3063240" cy="169277"/>
            </a:xfrm>
            <a:prstGeom prst="rect">
              <a:avLst/>
            </a:prstGeom>
            <a:noFill/>
          </p:spPr>
          <p:txBody>
            <a:bodyPr wrap="square" lIns="0" tIns="0" rIns="0" bIns="0" anchor="t">
              <a:spAutoFit/>
            </a:bodyPr>
            <a:lstStyle/>
            <a:p>
              <a:pPr algn="ctr"/>
              <a:r>
                <a:rPr lang="en-US" sz="1100" b="1">
                  <a:solidFill>
                    <a:srgbClr val="C239B3"/>
                  </a:solidFill>
                </a:rPr>
                <a:t>E</a:t>
              </a:r>
              <a:r>
                <a:rPr sz="1100" b="1">
                  <a:solidFill>
                    <a:srgbClr val="C239B3"/>
                  </a:solidFill>
                </a:rPr>
                <a:t>xplicit plan object</a:t>
              </a:r>
            </a:p>
          </p:txBody>
        </p:sp>
        <p:sp>
          <p:nvSpPr>
            <p:cNvPr id="42" name="Rectangle 41"/>
            <p:cNvSpPr/>
            <p:nvPr/>
          </p:nvSpPr>
          <p:spPr>
            <a:xfrm>
              <a:off x="2021944" y="3593128"/>
              <a:ext cx="2944368" cy="155448"/>
            </a:xfrm>
            <a:prstGeom prst="rect">
              <a:avLst/>
            </a:prstGeom>
            <a:solidFill>
              <a:srgbClr val="EEF4FB"/>
            </a:solidFill>
            <a:ln w="12700">
              <a:solidFill>
                <a:srgbClr val="EEF4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3" name="TextBox 42"/>
            <p:cNvSpPr txBox="1"/>
            <p:nvPr/>
          </p:nvSpPr>
          <p:spPr>
            <a:xfrm>
              <a:off x="2095096" y="3616222"/>
              <a:ext cx="2743200" cy="123111"/>
            </a:xfrm>
            <a:prstGeom prst="rect">
              <a:avLst/>
            </a:prstGeom>
            <a:noFill/>
          </p:spPr>
          <p:txBody>
            <a:bodyPr wrap="square" lIns="0" tIns="0" rIns="0" bIns="0" anchor="t">
              <a:spAutoFit/>
            </a:bodyPr>
            <a:lstStyle/>
            <a:p>
              <a:pPr algn="l"/>
              <a:r>
                <a:rPr lang="en-US" sz="800">
                  <a:solidFill>
                    <a:srgbClr val="1F1F1F"/>
                  </a:solidFill>
                </a:rPr>
                <a:t>C</a:t>
              </a:r>
              <a:r>
                <a:rPr sz="800" b="0">
                  <a:solidFill>
                    <a:srgbClr val="1F1F1F"/>
                  </a:solidFill>
                </a:rPr>
                <a:t>ollect inputs</a:t>
              </a:r>
            </a:p>
          </p:txBody>
        </p:sp>
        <p:sp>
          <p:nvSpPr>
            <p:cNvPr id="44" name="Rectangle 43"/>
            <p:cNvSpPr/>
            <p:nvPr/>
          </p:nvSpPr>
          <p:spPr>
            <a:xfrm>
              <a:off x="2021944" y="3803440"/>
              <a:ext cx="2944368" cy="155448"/>
            </a:xfrm>
            <a:prstGeom prst="rect">
              <a:avLst/>
            </a:prstGeom>
            <a:solidFill>
              <a:srgbClr val="EEF4FB"/>
            </a:solidFill>
            <a:ln w="12700">
              <a:solidFill>
                <a:srgbClr val="EEF4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5" name="TextBox 44"/>
            <p:cNvSpPr txBox="1"/>
            <p:nvPr/>
          </p:nvSpPr>
          <p:spPr>
            <a:xfrm>
              <a:off x="2095096" y="3826534"/>
              <a:ext cx="2743200" cy="123111"/>
            </a:xfrm>
            <a:prstGeom prst="rect">
              <a:avLst/>
            </a:prstGeom>
            <a:noFill/>
          </p:spPr>
          <p:txBody>
            <a:bodyPr wrap="square" lIns="0" tIns="0" rIns="0" bIns="0" anchor="t">
              <a:spAutoFit/>
            </a:bodyPr>
            <a:lstStyle/>
            <a:p>
              <a:pPr algn="l"/>
              <a:r>
                <a:rPr lang="en-US" sz="800">
                  <a:solidFill>
                    <a:srgbClr val="1F1F1F"/>
                  </a:solidFill>
                </a:rPr>
                <a:t>Execute action (connector, topic,</a:t>
              </a:r>
              <a:r>
                <a:rPr sz="800" b="0">
                  <a:solidFill>
                    <a:srgbClr val="1F1F1F"/>
                  </a:solidFill>
                </a:rPr>
                <a:t> query data</a:t>
              </a:r>
              <a:r>
                <a:rPr lang="en-US" sz="800" b="0">
                  <a:solidFill>
                    <a:srgbClr val="1F1F1F"/>
                  </a:solidFill>
                </a:rPr>
                <a:t>, …)</a:t>
              </a:r>
              <a:endParaRPr sz="800" b="0">
                <a:solidFill>
                  <a:srgbClr val="1F1F1F"/>
                </a:solidFill>
              </a:endParaRPr>
            </a:p>
          </p:txBody>
        </p:sp>
        <p:sp>
          <p:nvSpPr>
            <p:cNvPr id="46" name="Rectangle 45"/>
            <p:cNvSpPr/>
            <p:nvPr/>
          </p:nvSpPr>
          <p:spPr>
            <a:xfrm>
              <a:off x="2021944" y="4013752"/>
              <a:ext cx="2944368" cy="155448"/>
            </a:xfrm>
            <a:prstGeom prst="rect">
              <a:avLst/>
            </a:prstGeom>
            <a:solidFill>
              <a:srgbClr val="EEF4FB"/>
            </a:solidFill>
            <a:ln w="12700">
              <a:solidFill>
                <a:srgbClr val="EEF4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7" name="TextBox 46"/>
            <p:cNvSpPr txBox="1"/>
            <p:nvPr/>
          </p:nvSpPr>
          <p:spPr>
            <a:xfrm>
              <a:off x="2094536" y="4037444"/>
              <a:ext cx="2743200" cy="123111"/>
            </a:xfrm>
            <a:prstGeom prst="rect">
              <a:avLst/>
            </a:prstGeom>
            <a:noFill/>
          </p:spPr>
          <p:txBody>
            <a:bodyPr wrap="square" lIns="0" tIns="0" rIns="0" bIns="0" anchor="t">
              <a:spAutoFit/>
            </a:bodyPr>
            <a:lstStyle/>
            <a:p>
              <a:pPr algn="l"/>
              <a:r>
                <a:rPr sz="800" b="0">
                  <a:solidFill>
                    <a:srgbClr val="1F1F1F"/>
                  </a:solidFill>
                </a:rPr>
                <a:t>Response: summarize</a:t>
              </a:r>
            </a:p>
          </p:txBody>
        </p:sp>
        <p:cxnSp>
          <p:nvCxnSpPr>
            <p:cNvPr id="48" name="Connector 47"/>
            <p:cNvCxnSpPr/>
            <p:nvPr/>
          </p:nvCxnSpPr>
          <p:spPr>
            <a:xfrm>
              <a:off x="3516986" y="2953048"/>
              <a:ext cx="0" cy="219456"/>
            </a:xfrm>
            <a:prstGeom prst="line">
              <a:avLst/>
            </a:prstGeom>
            <a:ln w="17780">
              <a:solidFill>
                <a:srgbClr val="C239B3"/>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484984" y="4306360"/>
              <a:ext cx="0" cy="320040"/>
            </a:xfrm>
            <a:prstGeom prst="line">
              <a:avLst/>
            </a:prstGeom>
            <a:ln w="17780">
              <a:solidFill>
                <a:srgbClr val="0078D4"/>
              </a:solidFill>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1784200" y="4626400"/>
              <a:ext cx="3401568" cy="283464"/>
            </a:xfrm>
            <a:prstGeom prst="roundRect">
              <a:avLst/>
            </a:prstGeom>
            <a:solidFill>
              <a:srgbClr val="EEF2F7"/>
            </a:solidFill>
            <a:ln w="12700">
              <a:solidFill>
                <a:srgbClr val="EEF2F7"/>
              </a:solidFill>
            </a:ln>
          </p:spPr>
          <p:style>
            <a:lnRef idx="1">
              <a:schemeClr val="accent1"/>
            </a:lnRef>
            <a:fillRef idx="3">
              <a:schemeClr val="accent1"/>
            </a:fillRef>
            <a:effectRef idx="2">
              <a:schemeClr val="accent1"/>
            </a:effectRef>
            <a:fontRef idx="minor">
              <a:schemeClr val="lt1"/>
            </a:fontRef>
          </p:style>
          <p:txBody>
            <a:bodyPr lIns="64008" tIns="18288" rIns="64008" bIns="18288" rtlCol="0" anchor="ctr"/>
            <a:lstStyle/>
            <a:p>
              <a:pPr algn="ctr"/>
              <a:r>
                <a:rPr lang="en-US" sz="1000" b="1">
                  <a:solidFill>
                    <a:srgbClr val="1F1F1F"/>
                  </a:solidFill>
                </a:rPr>
                <a:t>L</a:t>
              </a:r>
              <a:r>
                <a:rPr sz="1000" b="1">
                  <a:solidFill>
                    <a:srgbClr val="1F1F1F"/>
                  </a:solidFill>
                </a:rPr>
                <a:t>ess live replanning, </a:t>
              </a:r>
              <a:r>
                <a:rPr lang="en-US" sz="1000" b="1">
                  <a:solidFill>
                    <a:srgbClr val="1F1F1F"/>
                  </a:solidFill>
                </a:rPr>
                <a:t>e</a:t>
              </a:r>
              <a:r>
                <a:rPr sz="1000" b="1">
                  <a:solidFill>
                    <a:srgbClr val="1F1F1F"/>
                  </a:solidFill>
                </a:rPr>
                <a:t>asier to inspect</a:t>
              </a:r>
            </a:p>
          </p:txBody>
        </p:sp>
      </p:grpSp>
      <p:sp>
        <p:nvSpPr>
          <p:cNvPr id="52" name="TextBox 51"/>
          <p:cNvSpPr txBox="1"/>
          <p:nvPr/>
        </p:nvSpPr>
        <p:spPr>
          <a:xfrm>
            <a:off x="786384" y="5723408"/>
            <a:ext cx="10588752" cy="215444"/>
          </a:xfrm>
          <a:prstGeom prst="rect">
            <a:avLst/>
          </a:prstGeom>
          <a:noFill/>
        </p:spPr>
        <p:txBody>
          <a:bodyPr wrap="square" lIns="0" tIns="0" rIns="0" bIns="0" anchor="t">
            <a:spAutoFit/>
          </a:bodyPr>
          <a:lstStyle/>
          <a:p>
            <a:pPr algn="ctr"/>
            <a:r>
              <a:rPr sz="1400" b="1">
                <a:solidFill>
                  <a:srgbClr val="FFFFFF"/>
                </a:solidFill>
                <a:latin typeface="Aptos"/>
              </a:rPr>
              <a:t>Best fit: broad problem spaces that cannot be fully mapped upfront, like querying a complex data model with many unknown fields.</a:t>
            </a:r>
          </a:p>
        </p:txBody>
      </p:sp>
      <p:sp>
        <p:nvSpPr>
          <p:cNvPr id="53" name="Title 1">
            <a:extLst>
              <a:ext uri="{FF2B5EF4-FFF2-40B4-BE49-F238E27FC236}">
                <a16:creationId xmlns:a16="http://schemas.microsoft.com/office/drawing/2014/main" id="{615D2652-983D-F2EA-0D0E-58CC603590AB}"/>
              </a:ext>
            </a:extLst>
          </p:cNvPr>
          <p:cNvSpPr txBox="1">
            <a:spLocks/>
          </p:cNvSpPr>
          <p:nvPr/>
        </p:nvSpPr>
        <p:spPr>
          <a:xfrm>
            <a:off x="417577" y="548105"/>
            <a:ext cx="11052046" cy="492443"/>
          </a:xfrm>
          <a:prstGeom prst="rect">
            <a:avLst/>
          </a:prstGeom>
        </p:spPr>
        <p:txBody>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a:lstStyle>
          <a:p>
            <a:r>
              <a:rPr lang="en-US" sz="2800" b="1" dirty="0">
                <a:solidFill>
                  <a:srgbClr val="000000"/>
                </a:solidFill>
              </a:rPr>
              <a:t>Standard vs GitHub Copilot harness</a:t>
            </a:r>
          </a:p>
        </p:txBody>
      </p:sp>
      <p:sp>
        <p:nvSpPr>
          <p:cNvPr id="60" name="Text Placeholder 59">
            <a:extLst>
              <a:ext uri="{FF2B5EF4-FFF2-40B4-BE49-F238E27FC236}">
                <a16:creationId xmlns:a16="http://schemas.microsoft.com/office/drawing/2014/main" id="{293CFC2B-2943-BA68-7342-019B51895016}"/>
              </a:ext>
            </a:extLst>
          </p:cNvPr>
          <p:cNvSpPr>
            <a:spLocks noGrp="1"/>
          </p:cNvSpPr>
          <p:nvPr>
            <p:ph type="body" sz="quarter" idx="11"/>
          </p:nvPr>
        </p:nvSpPr>
        <p:spPr>
          <a:xfrm>
            <a:off x="548640" y="319683"/>
            <a:ext cx="11052046" cy="153888"/>
          </a:xfrm>
        </p:spPr>
        <p:txBody>
          <a:bodyPr vert="horz" wrap="square" lIns="0" tIns="0" rIns="0" bIns="0" rtlCol="0">
            <a:spAutoFit/>
          </a:bodyPr>
          <a:lstStyle/>
          <a:p>
            <a:r>
              <a:rPr lang="en-US">
                <a:solidFill>
                  <a:srgbClr val="4B5563"/>
                </a:solidFill>
                <a:latin typeface="Aptos"/>
              </a:rPr>
              <a:t>Standard HARNESS builds a plan, then runs it. The GHCP HARNESS Keeps deciding from the latest state.</a:t>
            </a:r>
          </a:p>
        </p:txBody>
      </p:sp>
      <p:sp>
        <p:nvSpPr>
          <p:cNvPr id="4" name="Takeaway Banner">
            <a:extLst>
              <a:ext uri="{FF2B5EF4-FFF2-40B4-BE49-F238E27FC236}">
                <a16:creationId xmlns:a16="http://schemas.microsoft.com/office/drawing/2014/main" id="{2C37E07F-DFA2-5B22-432B-9A515BE9E521}"/>
              </a:ext>
            </a:extLst>
          </p:cNvPr>
          <p:cNvSpPr/>
          <p:nvPr/>
        </p:nvSpPr>
        <p:spPr>
          <a:xfrm>
            <a:off x="548641" y="5696436"/>
            <a:ext cx="11091672" cy="402336"/>
          </a:xfrm>
          <a:prstGeom prst="roundRect">
            <a:avLst>
              <a:gd name="adj" fmla="val 12000"/>
            </a:avLst>
          </a:prstGeom>
          <a:solidFill>
            <a:srgbClr val="FAF8FA"/>
          </a:solidFill>
          <a:ln w="12700">
            <a:solidFill>
              <a:schemeClr val="bg1"/>
            </a:solidFill>
          </a:ln>
          <a:effectLst>
            <a:outerShdw blurRad="50800" dist="38100" dir="5400000" algn="t" rotWithShape="0">
              <a:prstClr val="black">
                <a:alpha val="40000"/>
              </a:prstClr>
            </a:outerShdw>
          </a:effectLst>
        </p:spPr>
        <p:txBody>
          <a:bodyPr lIns="182880" tIns="18288" rIns="182880" bIns="18288" rtlCol="0" anchor="ctr"/>
          <a:lstStyle/>
          <a:p>
            <a:pPr algn="ctr"/>
            <a:r>
              <a:rPr lang="en-GB" sz="1300" b="1">
                <a:latin typeface="+mj-lt"/>
                <a:cs typeface="Segoe UI" pitchFamily="34" charset="0"/>
              </a:rPr>
              <a:t>Best fit: broad problem spaces that cannot be fully mapped upfront, like querying a complex data model with many unknown fields.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op Accent"/>
          <p:cNvSpPr/>
          <p:nvPr/>
        </p:nvSpPr>
        <p:spPr>
          <a:xfrm>
            <a:off x="0" y="0"/>
            <a:ext cx="12188952" cy="54864"/>
          </a:xfrm>
          <a:prstGeom prst="rect">
            <a:avLst/>
          </a:prstGeom>
          <a:solidFill>
            <a:srgbClr val="C239B3"/>
          </a:solidFill>
          <a:ln w="12700">
            <a:solidFill>
              <a:srgbClr val="C239B3"/>
            </a:solidFill>
          </a:ln>
        </p:spPr>
        <p:txBody>
          <a:bodyPr rtlCol="0" anchor="ctr"/>
          <a:lstStyle/>
          <a:p>
            <a:pPr algn="ctr"/>
            <a:endParaRPr/>
          </a:p>
        </p:txBody>
      </p:sp>
      <p:sp>
        <p:nvSpPr>
          <p:cNvPr id="59" name="Eyebrow"/>
          <p:cNvSpPr txBox="1"/>
          <p:nvPr/>
        </p:nvSpPr>
        <p:spPr>
          <a:xfrm>
            <a:off x="586594" y="399999"/>
            <a:ext cx="11052046" cy="200000"/>
          </a:xfrm>
          <a:prstGeom prst="rect">
            <a:avLst/>
          </a:prstGeom>
        </p:spPr>
        <p:txBody>
          <a:bodyPr vert="horz" wrap="square" lIns="0" tIns="0" rIns="0" bIns="0" rtlCol="0">
            <a:spAutoFit/>
          </a:bodyPr>
          <a:lstStyle>
            <a:lvl1pPr marR="0" indent="0" defTabSz="932742" fontAlgn="auto">
              <a:lnSpc>
                <a:spcPct val="100000"/>
              </a:lnSpc>
              <a:spcBef>
                <a:spcPct val="20000"/>
              </a:spcBef>
              <a:spcAft>
                <a:spcPts val="0"/>
              </a:spcAft>
              <a:buClrTx/>
              <a:buSzPct val="90000"/>
              <a:buFont typeface="Wingdings" panose="05000000000000000000" pitchFamily="2" charset="2"/>
              <a:buNone/>
              <a:tabLst/>
              <a:defRPr sz="1000" cap="all" spc="0" baseline="0">
                <a:solidFill>
                  <a:srgbClr val="4B5563"/>
                </a:solidFill>
                <a:latin typeface="Aptos"/>
                <a:cs typeface="Segoe Sans Display" pitchFamily="2"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r>
              <a:rPr lang="en-US" dirty="0"/>
              <a:t>1 of 2 · What you can still do, what changed, and where there is no equivalent yet.</a:t>
            </a:r>
          </a:p>
        </p:txBody>
      </p:sp>
      <p:sp>
        <p:nvSpPr>
          <p:cNvPr id="2" name="Title 1"/>
          <p:cNvSpPr>
            <a:spLocks noGrp="1"/>
          </p:cNvSpPr>
          <p:nvPr>
            <p:ph type="title"/>
          </p:nvPr>
        </p:nvSpPr>
        <p:spPr>
          <a:xfrm>
            <a:off x="548640" y="731439"/>
            <a:ext cx="11052046" cy="430887"/>
          </a:xfrm>
        </p:spPr>
        <p:txBody>
          <a:bodyPr>
            <a:normAutofit fontScale="90000"/>
          </a:bodyPr>
          <a:lstStyle/>
          <a:p>
            <a:r>
              <a:rPr lang="en-US" sz="2800" b="1" dirty="0"/>
              <a:t>Mapping standard capabilities to the GitHub Copilot harness</a:t>
            </a:r>
          </a:p>
        </p:txBody>
      </p:sp>
      <p:graphicFrame>
        <p:nvGraphicFramePr>
          <p:cNvPr id="60" name="Mapping Table"/>
          <p:cNvGraphicFramePr>
            <a:graphicFrameLocks noGrp="1"/>
          </p:cNvGraphicFramePr>
          <p:nvPr>
            <p:extLst>
              <p:ext uri="{D42A27DB-BD31-4B8C-83A1-F6EECF244321}">
                <p14:modId xmlns:p14="http://schemas.microsoft.com/office/powerpoint/2010/main" val="430080879"/>
              </p:ext>
            </p:extLst>
          </p:nvPr>
        </p:nvGraphicFramePr>
        <p:xfrm>
          <a:off x="548640" y="1393766"/>
          <a:ext cx="11090000" cy="4070467"/>
        </p:xfrm>
        <a:graphic>
          <a:graphicData uri="http://schemas.openxmlformats.org/drawingml/2006/table">
            <a:tbl>
              <a:tblPr firstRow="1">
                <a:tableStyleId>{2D5ABB26-0587-4C30-8999-92F81FD0307C}</a:tableStyleId>
              </a:tblPr>
              <a:tblGrid>
                <a:gridCol w="2900000">
                  <a:extLst>
                    <a:ext uri="{9D8B030D-6E8A-4147-A177-3AD203B41FA5}">
                      <a16:colId xmlns:a16="http://schemas.microsoft.com/office/drawing/2014/main" val="20000"/>
                    </a:ext>
                  </a:extLst>
                </a:gridCol>
                <a:gridCol w="4095000">
                  <a:extLst>
                    <a:ext uri="{9D8B030D-6E8A-4147-A177-3AD203B41FA5}">
                      <a16:colId xmlns:a16="http://schemas.microsoft.com/office/drawing/2014/main" val="20001"/>
                    </a:ext>
                  </a:extLst>
                </a:gridCol>
                <a:gridCol w="4095000">
                  <a:extLst>
                    <a:ext uri="{9D8B030D-6E8A-4147-A177-3AD203B41FA5}">
                      <a16:colId xmlns:a16="http://schemas.microsoft.com/office/drawing/2014/main" val="20002"/>
                    </a:ext>
                  </a:extLst>
                </a:gridCol>
              </a:tblGrid>
              <a:tr h="360000">
                <a:tc>
                  <a:txBody>
                    <a:bodyPr/>
                    <a:lstStyle/>
                    <a:p>
                      <a:r>
                        <a:rPr lang="en-US" sz="1200" b="1">
                          <a:solidFill>
                            <a:srgbClr val="1F1F1F"/>
                          </a:solidFill>
                          <a:latin typeface="+mj-lt"/>
                          <a:cs typeface="Segoe UI" pitchFamily="34" charset="0"/>
                        </a:rPr>
                        <a:t>What you want to do</a:t>
                      </a:r>
                    </a:p>
                  </a:txBody>
                  <a:tcPr marT="64008" marB="64008">
                    <a:lnB w="25400" cap="flat">
                      <a:solidFill>
                        <a:srgbClr val="D0D7DE"/>
                      </a:solidFill>
                    </a:lnB>
                    <a:noFill/>
                  </a:tcPr>
                </a:tc>
                <a:tc>
                  <a:txBody>
                    <a:bodyPr/>
                    <a:lstStyle/>
                    <a:p>
                      <a:r>
                        <a:rPr lang="en-US" sz="1200" b="1">
                          <a:solidFill>
                            <a:srgbClr val="C239B3"/>
                          </a:solidFill>
                          <a:latin typeface="+mj-lt"/>
                          <a:cs typeface="Segoe UI" pitchFamily="34" charset="0"/>
                        </a:rPr>
                        <a:t>In standard harness</a:t>
                      </a:r>
                    </a:p>
                  </a:txBody>
                  <a:tcPr marT="64008" marB="64008">
                    <a:lnB w="25400" cap="flat">
                      <a:solidFill>
                        <a:srgbClr val="D0D7DE"/>
                      </a:solidFill>
                    </a:lnB>
                    <a:noFill/>
                  </a:tcPr>
                </a:tc>
                <a:tc>
                  <a:txBody>
                    <a:bodyPr/>
                    <a:lstStyle/>
                    <a:p>
                      <a:r>
                        <a:rPr lang="en-US" sz="1200" b="1">
                          <a:solidFill>
                            <a:srgbClr val="0078D4"/>
                          </a:solidFill>
                          <a:latin typeface="+mj-lt"/>
                          <a:cs typeface="Segoe UI" pitchFamily="34" charset="0"/>
                        </a:rPr>
                        <a:t>In GHCP harness</a:t>
                      </a:r>
                    </a:p>
                  </a:txBody>
                  <a:tcPr marT="64008" marB="64008">
                    <a:lnB w="25400" cap="flat">
                      <a:solidFill>
                        <a:srgbClr val="D0D7DE"/>
                      </a:solidFill>
                    </a:lnB>
                    <a:noFill/>
                  </a:tcPr>
                </a:tc>
                <a:extLst>
                  <a:ext uri="{0D108BD9-81ED-4DB2-BD59-A6C34878D82A}">
                    <a16:rowId xmlns:a16="http://schemas.microsoft.com/office/drawing/2014/main" val="10000"/>
                  </a:ext>
                </a:extLst>
              </a:tr>
              <a:tr h="620000">
                <a:tc>
                  <a:txBody>
                    <a:bodyPr/>
                    <a:lstStyle/>
                    <a:p>
                      <a:r>
                        <a:rPr lang="en-US" sz="1050" b="1">
                          <a:solidFill>
                            <a:srgbClr val="1F1F1F"/>
                          </a:solidFill>
                          <a:cs typeface="Segoe UI" pitchFamily="34" charset="0"/>
                        </a:rPr>
                        <a:t>Drive the conversational flow</a:t>
                      </a:r>
                    </a:p>
                  </a:txBody>
                  <a:tcPr marT="64008" marB="64008">
                    <a:lnT w="25400" cap="flat" cmpd="sng" algn="ctr">
                      <a:solidFill>
                        <a:srgbClr val="D0D7DE"/>
                      </a:solidFill>
                      <a:prstDash val="solid"/>
                      <a:round/>
                      <a:headEnd type="none" w="med" len="med"/>
                      <a:tailEnd type="none" w="med" len="med"/>
                    </a:lnT>
                    <a:lnB w="12700" cap="flat">
                      <a:solidFill>
                        <a:srgbClr val="E6EAEF"/>
                      </a:solidFill>
                    </a:lnB>
                    <a:noFill/>
                  </a:tcPr>
                </a:tc>
                <a:tc>
                  <a:txBody>
                    <a:bodyPr/>
                    <a:lstStyle/>
                    <a:p>
                      <a:r>
                        <a:rPr lang="en-US" sz="1050" dirty="0">
                          <a:solidFill>
                            <a:srgbClr val="1F1F1F"/>
                          </a:solidFill>
                          <a:cs typeface="Segoe UI" pitchFamily="34" charset="0"/>
                        </a:rPr>
                        <a:t>Authored </a:t>
                      </a:r>
                      <a:r>
                        <a:rPr lang="en-US" sz="1050" b="1" dirty="0">
                          <a:solidFill>
                            <a:srgbClr val="1F1F1F"/>
                          </a:solidFill>
                          <a:cs typeface="Segoe UI" pitchFamily="34" charset="0"/>
                        </a:rPr>
                        <a:t>topics</a:t>
                      </a:r>
                      <a:r>
                        <a:rPr lang="en-US" sz="1050" dirty="0">
                          <a:solidFill>
                            <a:srgbClr val="1F1F1F"/>
                          </a:solidFill>
                          <a:cs typeface="Segoe UI" pitchFamily="34" charset="0"/>
                        </a:rPr>
                        <a:t> plus LLM-generated questions, one tool input at a time.</a:t>
                      </a:r>
                    </a:p>
                  </a:txBody>
                  <a:tcPr marT="64008" marB="64008">
                    <a:lnT w="25400" cap="flat" cmpd="sng" algn="ctr">
                      <a:solidFill>
                        <a:srgbClr val="D0D7DE"/>
                      </a:solidFill>
                      <a:prstDash val="solid"/>
                      <a:round/>
                      <a:headEnd type="none" w="med" len="med"/>
                      <a:tailEnd type="none" w="med" len="med"/>
                    </a:lnT>
                    <a:lnB w="12700" cap="flat">
                      <a:solidFill>
                        <a:srgbClr val="E6EAEF"/>
                      </a:solidFill>
                    </a:lnB>
                    <a:noFill/>
                  </a:tcPr>
                </a:tc>
                <a:tc>
                  <a:txBody>
                    <a:bodyPr/>
                    <a:lstStyle/>
                    <a:p>
                      <a:r>
                        <a:rPr lang="en-US" sz="1050" dirty="0">
                          <a:solidFill>
                            <a:srgbClr val="1F1F1F"/>
                          </a:solidFill>
                          <a:cs typeface="Segoe UI" pitchFamily="34" charset="0"/>
                        </a:rPr>
                        <a:t>Agent-level </a:t>
                      </a:r>
                      <a:r>
                        <a:rPr lang="en-US" sz="1050" b="1" dirty="0">
                          <a:solidFill>
                            <a:srgbClr val="1F1F1F"/>
                          </a:solidFill>
                          <a:cs typeface="Segoe UI" pitchFamily="34" charset="0"/>
                        </a:rPr>
                        <a:t>instructions</a:t>
                      </a:r>
                      <a:r>
                        <a:rPr lang="en-US" sz="1050" dirty="0">
                          <a:solidFill>
                            <a:srgbClr val="1F1F1F"/>
                          </a:solidFill>
                          <a:cs typeface="Segoe UI" pitchFamily="34" charset="0"/>
                        </a:rPr>
                        <a:t> and reusable </a:t>
                      </a:r>
                      <a:r>
                        <a:rPr lang="en-US" sz="1050" b="1" dirty="0">
                          <a:solidFill>
                            <a:srgbClr val="1F1F1F"/>
                          </a:solidFill>
                          <a:cs typeface="Segoe UI" pitchFamily="34" charset="0"/>
                        </a:rPr>
                        <a:t>skills</a:t>
                      </a:r>
                      <a:r>
                        <a:rPr lang="en-US" sz="1050" dirty="0">
                          <a:solidFill>
                            <a:srgbClr val="1F1F1F"/>
                          </a:solidFill>
                          <a:cs typeface="Segoe UI" pitchFamily="34" charset="0"/>
                        </a:rPr>
                        <a:t>; the agent decides what to ask and when.</a:t>
                      </a:r>
                    </a:p>
                  </a:txBody>
                  <a:tcPr marT="64008" marB="64008">
                    <a:lnT w="25400" cap="flat" cmpd="sng" algn="ctr">
                      <a:solidFill>
                        <a:srgbClr val="D0D7DE"/>
                      </a:solidFill>
                      <a:prstDash val="solid"/>
                      <a:round/>
                      <a:headEnd type="none" w="med" len="med"/>
                      <a:tailEnd type="none" w="med" len="med"/>
                    </a:lnT>
                    <a:lnB w="12700" cap="flat">
                      <a:solidFill>
                        <a:srgbClr val="E6EAEF"/>
                      </a:solidFill>
                    </a:lnB>
                    <a:noFill/>
                  </a:tcPr>
                </a:tc>
                <a:extLst>
                  <a:ext uri="{0D108BD9-81ED-4DB2-BD59-A6C34878D82A}">
                    <a16:rowId xmlns:a16="http://schemas.microsoft.com/office/drawing/2014/main" val="10001"/>
                  </a:ext>
                </a:extLst>
              </a:tr>
              <a:tr h="760000">
                <a:tc>
                  <a:txBody>
                    <a:bodyPr/>
                    <a:lstStyle/>
                    <a:p>
                      <a:r>
                        <a:rPr lang="en-US" sz="1050" b="1">
                          <a:solidFill>
                            <a:srgbClr val="1F1F1F"/>
                          </a:solidFill>
                          <a:cs typeface="Segoe UI" pitchFamily="34" charset="0"/>
                        </a:rPr>
                        <a:t>Transform data</a:t>
                      </a:r>
                    </a:p>
                  </a:txBody>
                  <a:tcPr marT="64008" marB="64008">
                    <a:lnT w="12700" cap="flat" cmpd="sng" algn="ctr">
                      <a:solidFill>
                        <a:srgbClr val="E6EAEF"/>
                      </a:solidFill>
                      <a:prstDash val="solid"/>
                      <a:round/>
                      <a:headEnd type="none" w="med" len="med"/>
                      <a:tailEnd type="none" w="med" len="med"/>
                    </a:lnT>
                    <a:lnB w="12700" cap="flat">
                      <a:solidFill>
                        <a:srgbClr val="E6EAEF"/>
                      </a:solidFill>
                    </a:lnB>
                    <a:noFill/>
                  </a:tcPr>
                </a:tc>
                <a:tc>
                  <a:txBody>
                    <a:bodyPr/>
                    <a:lstStyle/>
                    <a:p>
                      <a:r>
                        <a:rPr lang="en-US" sz="1050">
                          <a:solidFill>
                            <a:srgbClr val="1F1F1F"/>
                          </a:solidFill>
                          <a:cs typeface="Segoe UI" pitchFamily="34" charset="0"/>
                        </a:rPr>
                        <a:t>Inline </a:t>
                      </a:r>
                      <a:r>
                        <a:rPr lang="en-US" sz="1050" b="1">
                          <a:solidFill>
                            <a:srgbClr val="1F1F1F"/>
                          </a:solidFill>
                          <a:cs typeface="Segoe UI" pitchFamily="34" charset="0"/>
                        </a:rPr>
                        <a:t>Power Fx</a:t>
                      </a:r>
                      <a:r>
                        <a:rPr lang="en-US" sz="1050">
                          <a:solidFill>
                            <a:srgbClr val="1F1F1F"/>
                          </a:solidFill>
                          <a:cs typeface="Segoe UI" pitchFamily="34" charset="0"/>
                        </a:rPr>
                        <a:t> formulas for deterministic logic.</a:t>
                      </a:r>
                    </a:p>
                  </a:txBody>
                  <a:tcPr marT="64008" marB="64008">
                    <a:lnT w="12700" cap="flat" cmpd="sng" algn="ctr">
                      <a:solidFill>
                        <a:srgbClr val="E6EAEF"/>
                      </a:solidFill>
                      <a:prstDash val="solid"/>
                      <a:round/>
                      <a:headEnd type="none" w="med" len="med"/>
                      <a:tailEnd type="none" w="med" len="med"/>
                    </a:lnT>
                    <a:lnB w="12700" cap="flat">
                      <a:solidFill>
                        <a:srgbClr val="E6EAEF"/>
                      </a:solidFill>
                    </a:lnB>
                    <a:noFill/>
                  </a:tcPr>
                </a:tc>
                <a:tc>
                  <a:txBody>
                    <a:bodyPr/>
                    <a:lstStyle/>
                    <a:p>
                      <a:r>
                        <a:rPr lang="en-US" sz="1050" b="1" dirty="0">
                          <a:solidFill>
                            <a:schemeClr val="tx1"/>
                          </a:solidFill>
                          <a:cs typeface="Segoe UI"/>
                        </a:rPr>
                        <a:t>Code Execution in the Agent Sandbox,</a:t>
                      </a:r>
                      <a:r>
                        <a:rPr lang="en-US" sz="1050" dirty="0">
                          <a:solidFill>
                            <a:schemeClr val="tx1"/>
                          </a:solidFill>
                          <a:cs typeface="Segoe UI"/>
                        </a:rPr>
                        <a:t> or helper code in a tool or skill, but it is Python/bash, less approachable for low-code makers than Power </a:t>
                      </a:r>
                      <a:r>
                        <a:rPr lang="en-US" sz="1050" dirty="0" err="1">
                          <a:solidFill>
                            <a:schemeClr val="tx1"/>
                          </a:solidFill>
                          <a:cs typeface="Segoe UI"/>
                        </a:rPr>
                        <a:t>Fx</a:t>
                      </a:r>
                      <a:r>
                        <a:rPr lang="en-US" sz="1050" dirty="0">
                          <a:solidFill>
                            <a:schemeClr val="tx1"/>
                          </a:solidFill>
                          <a:cs typeface="Segoe UI"/>
                        </a:rPr>
                        <a:t>. Delegating to a </a:t>
                      </a:r>
                      <a:r>
                        <a:rPr lang="en-US" sz="1050" b="1" dirty="0">
                          <a:solidFill>
                            <a:schemeClr val="tx1"/>
                          </a:solidFill>
                          <a:cs typeface="Segoe UI"/>
                        </a:rPr>
                        <a:t>workflow</a:t>
                      </a:r>
                      <a:r>
                        <a:rPr lang="en-US" sz="1050" dirty="0">
                          <a:solidFill>
                            <a:schemeClr val="tx1"/>
                          </a:solidFill>
                          <a:cs typeface="Segoe UI"/>
                        </a:rPr>
                        <a:t> is also an option.</a:t>
                      </a:r>
                    </a:p>
                  </a:txBody>
                  <a:tcPr marT="64008" marB="64008">
                    <a:lnT w="12700" cap="flat" cmpd="sng" algn="ctr">
                      <a:solidFill>
                        <a:srgbClr val="E6EAEF"/>
                      </a:solidFill>
                      <a:prstDash val="solid"/>
                      <a:round/>
                      <a:headEnd type="none" w="med" len="med"/>
                      <a:tailEnd type="none" w="med" len="med"/>
                    </a:lnT>
                    <a:lnB w="12700" cap="flat">
                      <a:solidFill>
                        <a:srgbClr val="E6EAEF"/>
                      </a:solidFill>
                    </a:lnB>
                    <a:noFill/>
                  </a:tcPr>
                </a:tc>
                <a:extLst>
                  <a:ext uri="{0D108BD9-81ED-4DB2-BD59-A6C34878D82A}">
                    <a16:rowId xmlns:a16="http://schemas.microsoft.com/office/drawing/2014/main" val="10002"/>
                  </a:ext>
                </a:extLst>
              </a:tr>
              <a:tr h="720000">
                <a:tc>
                  <a:txBody>
                    <a:bodyPr/>
                    <a:lstStyle/>
                    <a:p>
                      <a:r>
                        <a:rPr lang="en-US" sz="1050" b="1">
                          <a:solidFill>
                            <a:srgbClr val="1F1F1F"/>
                          </a:solidFill>
                          <a:cs typeface="Segoe UI" pitchFamily="34" charset="0"/>
                        </a:rPr>
                        <a:t>Use known context about the user</a:t>
                      </a:r>
                    </a:p>
                    <a:p>
                      <a:r>
                        <a:rPr lang="en-US" sz="900">
                          <a:solidFill>
                            <a:srgbClr val="6B7280"/>
                          </a:solidFill>
                          <a:cs typeface="Segoe UI" pitchFamily="34" charset="0"/>
                        </a:rPr>
                        <a:t>e.g. department, role, channel</a:t>
                      </a:r>
                    </a:p>
                  </a:txBody>
                  <a:tcPr marT="64008" marB="64008">
                    <a:lnT w="12700" cap="flat" cmpd="sng" algn="ctr">
                      <a:solidFill>
                        <a:srgbClr val="E6EAEF"/>
                      </a:solidFill>
                      <a:prstDash val="solid"/>
                      <a:round/>
                      <a:headEnd type="none" w="med" len="med"/>
                      <a:tailEnd type="none" w="med" len="med"/>
                    </a:lnT>
                    <a:lnB w="12700" cap="flat">
                      <a:solidFill>
                        <a:srgbClr val="E6EAEF"/>
                      </a:solidFill>
                    </a:lnB>
                    <a:noFill/>
                  </a:tcPr>
                </a:tc>
                <a:tc>
                  <a:txBody>
                    <a:bodyPr/>
                    <a:lstStyle/>
                    <a:p>
                      <a:r>
                        <a:rPr lang="en-US" sz="1050" b="1">
                          <a:solidFill>
                            <a:srgbClr val="1F1F1F"/>
                          </a:solidFill>
                          <a:cs typeface="Segoe UI" pitchFamily="34" charset="0"/>
                        </a:rPr>
                        <a:t>System / environment variables</a:t>
                      </a:r>
                      <a:r>
                        <a:rPr lang="en-US" sz="1050">
                          <a:solidFill>
                            <a:srgbClr val="1F1F1F"/>
                          </a:solidFill>
                          <a:cs typeface="Segoe UI" pitchFamily="34" charset="0"/>
                        </a:rPr>
                        <a:t> load user context and reference it deterministically throughout the conversation.</a:t>
                      </a:r>
                    </a:p>
                  </a:txBody>
                  <a:tcPr marT="64008" marB="64008">
                    <a:lnT w="12700" cap="flat" cmpd="sng" algn="ctr">
                      <a:solidFill>
                        <a:srgbClr val="E6EAEF"/>
                      </a:solidFill>
                      <a:prstDash val="solid"/>
                      <a:round/>
                      <a:headEnd type="none" w="med" len="med"/>
                      <a:tailEnd type="none" w="med" len="med"/>
                    </a:lnT>
                    <a:lnB w="12700" cap="flat">
                      <a:solidFill>
                        <a:srgbClr val="E6EAEF"/>
                      </a:solidFill>
                    </a:lnB>
                    <a:noFill/>
                  </a:tcPr>
                </a:tc>
                <a:tc>
                  <a:txBody>
                    <a:bodyPr/>
                    <a:lstStyle/>
                    <a:p>
                      <a:r>
                        <a:rPr lang="en-US" sz="1050">
                          <a:solidFill>
                            <a:schemeClr val="tx1"/>
                          </a:solidFill>
                          <a:cs typeface="Segoe UI" pitchFamily="34" charset="0"/>
                        </a:rPr>
                        <a:t>No system variables; instead, instruct the agent to call a </a:t>
                      </a:r>
                      <a:r>
                        <a:rPr lang="en-US" sz="1050" b="1">
                          <a:solidFill>
                            <a:schemeClr val="tx1"/>
                          </a:solidFill>
                          <a:cs typeface="Segoe UI" pitchFamily="34" charset="0"/>
                        </a:rPr>
                        <a:t>tool</a:t>
                      </a:r>
                      <a:r>
                        <a:rPr lang="en-US" sz="1050">
                          <a:solidFill>
                            <a:schemeClr val="tx1"/>
                          </a:solidFill>
                          <a:cs typeface="Segoe UI" pitchFamily="34" charset="0"/>
                        </a:rPr>
                        <a:t> that fetches the context before it responds.</a:t>
                      </a:r>
                    </a:p>
                  </a:txBody>
                  <a:tcPr marT="64008" marB="64008">
                    <a:lnT w="12700" cap="flat" cmpd="sng" algn="ctr">
                      <a:solidFill>
                        <a:srgbClr val="E6EAEF"/>
                      </a:solidFill>
                      <a:prstDash val="solid"/>
                      <a:round/>
                      <a:headEnd type="none" w="med" len="med"/>
                      <a:tailEnd type="none" w="med" len="med"/>
                    </a:lnT>
                    <a:lnB w="12700" cap="flat">
                      <a:solidFill>
                        <a:srgbClr val="E6EAEF"/>
                      </a:solidFill>
                    </a:lnB>
                    <a:noFill/>
                  </a:tcPr>
                </a:tc>
                <a:extLst>
                  <a:ext uri="{0D108BD9-81ED-4DB2-BD59-A6C34878D82A}">
                    <a16:rowId xmlns:a16="http://schemas.microsoft.com/office/drawing/2014/main" val="10003"/>
                  </a:ext>
                </a:extLst>
              </a:tr>
              <a:tr h="850467">
                <a:tc>
                  <a:txBody>
                    <a:bodyPr/>
                    <a:lstStyle/>
                    <a:p>
                      <a:r>
                        <a:rPr lang="en-US" sz="1050" b="1" dirty="0">
                          <a:solidFill>
                            <a:srgbClr val="1F1F1F"/>
                          </a:solidFill>
                          <a:cs typeface="Segoe UI" pitchFamily="34" charset="0"/>
                        </a:rPr>
                        <a:t>Intercept user messages and agent responses</a:t>
                      </a:r>
                    </a:p>
                    <a:p>
                      <a:r>
                        <a:rPr lang="en-US" sz="900" dirty="0">
                          <a:solidFill>
                            <a:srgbClr val="6B7280"/>
                          </a:solidFill>
                          <a:cs typeface="Segoe UI" pitchFamily="34" charset="0"/>
                        </a:rPr>
                        <a:t>e.g. capture incoming user messages, transform the agent response before it is sent</a:t>
                      </a:r>
                    </a:p>
                  </a:txBody>
                  <a:tcPr marT="64008" marB="64008">
                    <a:lnT w="12700" cap="flat" cmpd="sng" algn="ctr">
                      <a:solidFill>
                        <a:srgbClr val="E6EAEF"/>
                      </a:solidFill>
                      <a:prstDash val="solid"/>
                      <a:round/>
                      <a:headEnd type="none" w="med" len="med"/>
                      <a:tailEnd type="none" w="med" len="med"/>
                    </a:lnT>
                    <a:lnB w="12700" cap="flat" cmpd="sng" algn="ctr">
                      <a:solidFill>
                        <a:srgbClr val="E6EAEF"/>
                      </a:solidFill>
                      <a:prstDash val="solid"/>
                      <a:round/>
                      <a:headEnd type="none" w="med" len="med"/>
                      <a:tailEnd type="none" w="med" len="med"/>
                    </a:lnB>
                    <a:noFill/>
                  </a:tcPr>
                </a:tc>
                <a:tc>
                  <a:txBody>
                    <a:bodyPr/>
                    <a:lstStyle/>
                    <a:p>
                      <a:r>
                        <a:rPr lang="en-US" sz="1050">
                          <a:solidFill>
                            <a:srgbClr val="1F1F1F"/>
                          </a:solidFill>
                          <a:cs typeface="Segoe UI" pitchFamily="34" charset="0"/>
                        </a:rPr>
                        <a:t>System </a:t>
                      </a:r>
                      <a:r>
                        <a:rPr lang="en-US" sz="1050" b="1">
                          <a:solidFill>
                            <a:srgbClr val="1F1F1F"/>
                          </a:solidFill>
                          <a:cs typeface="Segoe UI" pitchFamily="34" charset="0"/>
                        </a:rPr>
                        <a:t>topics</a:t>
                      </a:r>
                      <a:r>
                        <a:rPr lang="en-US" sz="1050">
                          <a:solidFill>
                            <a:srgbClr val="1F1F1F"/>
                          </a:solidFill>
                          <a:cs typeface="Segoe UI" pitchFamily="34" charset="0"/>
                        </a:rPr>
                        <a:t> and triggers (such as On message received, On AI response generated) shape messages.</a:t>
                      </a:r>
                    </a:p>
                  </a:txBody>
                  <a:tcPr marT="64008" marB="64008">
                    <a:lnT w="12700" cap="flat" cmpd="sng" algn="ctr">
                      <a:solidFill>
                        <a:srgbClr val="E6EAEF"/>
                      </a:solidFill>
                      <a:prstDash val="solid"/>
                      <a:round/>
                      <a:headEnd type="none" w="med" len="med"/>
                      <a:tailEnd type="none" w="med" len="med"/>
                    </a:lnT>
                    <a:lnB w="12700" cap="flat" cmpd="sng" algn="ctr">
                      <a:solidFill>
                        <a:srgbClr val="E6EAEF"/>
                      </a:solidFill>
                      <a:prstDash val="solid"/>
                      <a:round/>
                      <a:headEnd type="none" w="med" len="med"/>
                      <a:tailEnd type="none" w="med" len="med"/>
                    </a:lnB>
                    <a:noFill/>
                  </a:tcPr>
                </a:tc>
                <a:tc>
                  <a:txBody>
                    <a:bodyPr/>
                    <a:lstStyle/>
                    <a:p>
                      <a:r>
                        <a:rPr lang="en-US" sz="1050" dirty="0">
                          <a:solidFill>
                            <a:schemeClr val="tx1"/>
                          </a:solidFill>
                          <a:cs typeface="Segoe UI" pitchFamily="34" charset="0"/>
                        </a:rPr>
                        <a:t>No general intercept point yet; a plan for hooks is being worked on.</a:t>
                      </a:r>
                    </a:p>
                  </a:txBody>
                  <a:tcPr marT="64008" marB="64008">
                    <a:lnT w="12700" cap="flat" cmpd="sng" algn="ctr">
                      <a:solidFill>
                        <a:srgbClr val="E6EAEF"/>
                      </a:solidFill>
                      <a:prstDash val="solid"/>
                      <a:round/>
                      <a:headEnd type="none" w="med" len="med"/>
                      <a:tailEnd type="none" w="med" len="med"/>
                    </a:lnT>
                    <a:lnB w="12700" cap="flat" cmpd="sng" algn="ctr">
                      <a:solidFill>
                        <a:srgbClr val="E6EAEF"/>
                      </a:solidFill>
                      <a:prstDash val="solid"/>
                      <a:round/>
                      <a:headEnd type="none" w="med" len="med"/>
                      <a:tailEnd type="none" w="med" len="med"/>
                    </a:lnB>
                    <a:noFill/>
                  </a:tcPr>
                </a:tc>
                <a:extLst>
                  <a:ext uri="{0D108BD9-81ED-4DB2-BD59-A6C34878D82A}">
                    <a16:rowId xmlns:a16="http://schemas.microsoft.com/office/drawing/2014/main" val="10004"/>
                  </a:ext>
                </a:extLst>
              </a:tr>
              <a:tr h="760000">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sz="1050" b="1" dirty="0">
                          <a:solidFill>
                            <a:srgbClr val="1F1F1F"/>
                          </a:solidFill>
                          <a:latin typeface="+mn-lt"/>
                        </a:rPr>
                        <a:t>Make an ungrounded LLM call</a:t>
                      </a:r>
                    </a:p>
                  </a:txBody>
                  <a:tcPr marT="64008" marB="64008">
                    <a:lnT w="12700" cap="flat" cmpd="sng" algn="ctr">
                      <a:solidFill>
                        <a:srgbClr val="E6EAEF"/>
                      </a:solidFill>
                      <a:prstDash val="solid"/>
                      <a:round/>
                      <a:headEnd type="none" w="med" len="med"/>
                      <a:tailEnd type="none" w="med" len="med"/>
                    </a:lnT>
                    <a:lnB w="12700" cap="flat">
                      <a:solidFill>
                        <a:srgbClr val="E6EAEF"/>
                      </a:solidFill>
                    </a:lnB>
                    <a:noFill/>
                  </a:tcPr>
                </a:tc>
                <a:tc>
                  <a:txBody>
                    <a:bodyPr/>
                    <a:lstStyle/>
                    <a:p>
                      <a:r>
                        <a:rPr sz="1050" b="0" dirty="0">
                          <a:solidFill>
                            <a:srgbClr val="1F1F1F"/>
                          </a:solidFill>
                        </a:rPr>
                        <a:t>Prompts provide ungrounded LLM calls for tasks like intent classification, sentiment analysis, and summarization.</a:t>
                      </a:r>
                    </a:p>
                  </a:txBody>
                  <a:tcPr marT="64008" marB="64008">
                    <a:lnT w="12700" cap="flat" cmpd="sng" algn="ctr">
                      <a:solidFill>
                        <a:srgbClr val="E6EAEF"/>
                      </a:solidFill>
                      <a:prstDash val="solid"/>
                      <a:round/>
                      <a:headEnd type="none" w="med" len="med"/>
                      <a:tailEnd type="none" w="med" len="med"/>
                    </a:lnT>
                    <a:lnB w="12700" cap="flat">
                      <a:solidFill>
                        <a:srgbClr val="E6EAEF"/>
                      </a:solidFill>
                    </a:lnB>
                    <a:noFill/>
                  </a:tcPr>
                </a:tc>
                <a:tc>
                  <a:txBody>
                    <a:bodyPr/>
                    <a:lstStyle/>
                    <a:p>
                      <a:r>
                        <a:rPr sz="1050" b="0" dirty="0"/>
                        <a:t>GHCP-harness agents are much more adherent to instructions, so they can perform these tasks directly from instructions, without dedicated prompts.</a:t>
                      </a:r>
                    </a:p>
                  </a:txBody>
                  <a:tcPr marT="64008" marB="64008">
                    <a:lnT w="12700" cap="flat" cmpd="sng" algn="ctr">
                      <a:solidFill>
                        <a:srgbClr val="E6EAEF"/>
                      </a:solidFill>
                      <a:prstDash val="solid"/>
                      <a:round/>
                      <a:headEnd type="none" w="med" len="med"/>
                      <a:tailEnd type="none" w="med" len="med"/>
                    </a:lnT>
                    <a:lnB w="12700" cap="flat">
                      <a:solidFill>
                        <a:srgbClr val="E6EAEF"/>
                      </a:solidFill>
                    </a:lnB>
                    <a:noFill/>
                  </a:tcPr>
                </a:tc>
                <a:extLst>
                  <a:ext uri="{0D108BD9-81ED-4DB2-BD59-A6C34878D82A}">
                    <a16:rowId xmlns:a16="http://schemas.microsoft.com/office/drawing/2014/main" val="405930281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op Accent"/>
          <p:cNvSpPr/>
          <p:nvPr/>
        </p:nvSpPr>
        <p:spPr>
          <a:xfrm>
            <a:off x="0" y="0"/>
            <a:ext cx="12188952" cy="54864"/>
          </a:xfrm>
          <a:prstGeom prst="rect">
            <a:avLst/>
          </a:prstGeom>
          <a:solidFill>
            <a:srgbClr val="C239B3"/>
          </a:solidFill>
          <a:ln w="12700">
            <a:solidFill>
              <a:srgbClr val="C239B3"/>
            </a:solidFill>
          </a:ln>
        </p:spPr>
        <p:txBody>
          <a:bodyPr rtlCol="0" anchor="ctr"/>
          <a:lstStyle/>
          <a:p>
            <a:pPr algn="ctr"/>
            <a:endParaRPr/>
          </a:p>
        </p:txBody>
      </p:sp>
      <p:sp>
        <p:nvSpPr>
          <p:cNvPr id="59" name="Eyebrow"/>
          <p:cNvSpPr txBox="1"/>
          <p:nvPr/>
        </p:nvSpPr>
        <p:spPr>
          <a:xfrm>
            <a:off x="554737" y="397116"/>
            <a:ext cx="11052046" cy="200000"/>
          </a:xfrm>
          <a:prstGeom prst="rect">
            <a:avLst/>
          </a:prstGeom>
        </p:spPr>
        <p:txBody>
          <a:bodyPr vert="horz" wrap="square" lIns="0" tIns="0" rIns="0" bIns="0" rtlCol="0">
            <a:spAutoFit/>
          </a:bodyPr>
          <a:lstStyle>
            <a:lvl1pPr marR="0" indent="0" defTabSz="932742" fontAlgn="auto">
              <a:lnSpc>
                <a:spcPct val="100000"/>
              </a:lnSpc>
              <a:spcBef>
                <a:spcPct val="20000"/>
              </a:spcBef>
              <a:spcAft>
                <a:spcPts val="0"/>
              </a:spcAft>
              <a:buClrTx/>
              <a:buSzPct val="90000"/>
              <a:buFont typeface="Wingdings" panose="05000000000000000000" pitchFamily="2" charset="2"/>
              <a:buNone/>
              <a:tabLst/>
              <a:defRPr sz="1000" cap="all" spc="0" baseline="0">
                <a:solidFill>
                  <a:srgbClr val="4B5563"/>
                </a:solidFill>
                <a:latin typeface="Aptos"/>
                <a:cs typeface="Segoe Sans Display" pitchFamily="2"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r>
              <a:rPr lang="en-US" dirty="0"/>
              <a:t>2 of 2 · Where there is a gap or something upcoming, mostly a question of how easy the workaround is.</a:t>
            </a:r>
          </a:p>
        </p:txBody>
      </p:sp>
      <p:sp>
        <p:nvSpPr>
          <p:cNvPr id="2" name="Title 1"/>
          <p:cNvSpPr>
            <a:spLocks noGrp="1"/>
          </p:cNvSpPr>
          <p:nvPr>
            <p:ph type="title"/>
          </p:nvPr>
        </p:nvSpPr>
        <p:spPr>
          <a:xfrm>
            <a:off x="554737" y="726809"/>
            <a:ext cx="11052046" cy="430887"/>
          </a:xfrm>
        </p:spPr>
        <p:txBody>
          <a:bodyPr>
            <a:normAutofit fontScale="90000"/>
          </a:bodyPr>
          <a:lstStyle/>
          <a:p>
            <a:r>
              <a:rPr lang="en-US" sz="2800" b="1" dirty="0"/>
              <a:t>Mapping standard capabilities to the GitHub Copilot harness</a:t>
            </a:r>
          </a:p>
        </p:txBody>
      </p:sp>
      <p:graphicFrame>
        <p:nvGraphicFramePr>
          <p:cNvPr id="60" name="Mapping Table"/>
          <p:cNvGraphicFramePr>
            <a:graphicFrameLocks noGrp="1"/>
          </p:cNvGraphicFramePr>
          <p:nvPr>
            <p:extLst>
              <p:ext uri="{D42A27DB-BD31-4B8C-83A1-F6EECF244321}">
                <p14:modId xmlns:p14="http://schemas.microsoft.com/office/powerpoint/2010/main" val="2179873178"/>
              </p:ext>
            </p:extLst>
          </p:nvPr>
        </p:nvGraphicFramePr>
        <p:xfrm>
          <a:off x="548640" y="1387389"/>
          <a:ext cx="11090000" cy="2950016"/>
        </p:xfrm>
        <a:graphic>
          <a:graphicData uri="http://schemas.openxmlformats.org/drawingml/2006/table">
            <a:tbl>
              <a:tblPr firstRow="1">
                <a:tableStyleId>{2D5ABB26-0587-4C30-8999-92F81FD0307C}</a:tableStyleId>
              </a:tblPr>
              <a:tblGrid>
                <a:gridCol w="2900000">
                  <a:extLst>
                    <a:ext uri="{9D8B030D-6E8A-4147-A177-3AD203B41FA5}">
                      <a16:colId xmlns:a16="http://schemas.microsoft.com/office/drawing/2014/main" val="20000"/>
                    </a:ext>
                  </a:extLst>
                </a:gridCol>
                <a:gridCol w="4095000">
                  <a:extLst>
                    <a:ext uri="{9D8B030D-6E8A-4147-A177-3AD203B41FA5}">
                      <a16:colId xmlns:a16="http://schemas.microsoft.com/office/drawing/2014/main" val="20001"/>
                    </a:ext>
                  </a:extLst>
                </a:gridCol>
                <a:gridCol w="4095000">
                  <a:extLst>
                    <a:ext uri="{9D8B030D-6E8A-4147-A177-3AD203B41FA5}">
                      <a16:colId xmlns:a16="http://schemas.microsoft.com/office/drawing/2014/main" val="20002"/>
                    </a:ext>
                  </a:extLst>
                </a:gridCol>
              </a:tblGrid>
              <a:tr h="360000">
                <a:tc>
                  <a:txBody>
                    <a:bodyPr/>
                    <a:lstStyle/>
                    <a:p>
                      <a:r>
                        <a:rPr lang="en-US" sz="1200" b="1">
                          <a:solidFill>
                            <a:srgbClr val="1F1F1F"/>
                          </a:solidFill>
                          <a:latin typeface="+mj-lt"/>
                          <a:cs typeface="Segoe UI" pitchFamily="34" charset="0"/>
                        </a:rPr>
                        <a:t>What you want to do</a:t>
                      </a:r>
                    </a:p>
                  </a:txBody>
                  <a:tcPr marT="64008" marB="64008">
                    <a:lnB w="25400" cap="flat">
                      <a:solidFill>
                        <a:srgbClr val="D0D7DE"/>
                      </a:solidFill>
                    </a:lnB>
                    <a:noFill/>
                  </a:tcPr>
                </a:tc>
                <a:tc>
                  <a:txBody>
                    <a:bodyPr/>
                    <a:lstStyle/>
                    <a:p>
                      <a:r>
                        <a:rPr lang="en-US" sz="1200" b="1">
                          <a:solidFill>
                            <a:srgbClr val="C239B3"/>
                          </a:solidFill>
                          <a:latin typeface="+mj-lt"/>
                          <a:cs typeface="Segoe UI" pitchFamily="34" charset="0"/>
                        </a:rPr>
                        <a:t>In standard harness</a:t>
                      </a:r>
                    </a:p>
                  </a:txBody>
                  <a:tcPr marT="64008" marB="64008">
                    <a:lnB w="25400" cap="flat">
                      <a:solidFill>
                        <a:srgbClr val="D0D7DE"/>
                      </a:solidFill>
                    </a:lnB>
                    <a:noFill/>
                  </a:tcPr>
                </a:tc>
                <a:tc>
                  <a:txBody>
                    <a:bodyPr/>
                    <a:lstStyle/>
                    <a:p>
                      <a:r>
                        <a:rPr lang="en-US" sz="1200" b="1">
                          <a:solidFill>
                            <a:srgbClr val="0078D4"/>
                          </a:solidFill>
                          <a:latin typeface="+mj-lt"/>
                          <a:cs typeface="Segoe UI" pitchFamily="34" charset="0"/>
                        </a:rPr>
                        <a:t>In GHCP harness</a:t>
                      </a:r>
                    </a:p>
                  </a:txBody>
                  <a:tcPr marT="64008" marB="64008">
                    <a:lnB w="25400" cap="flat">
                      <a:solidFill>
                        <a:srgbClr val="D0D7DE"/>
                      </a:solidFill>
                    </a:lnB>
                    <a:noFill/>
                  </a:tcPr>
                </a:tc>
                <a:extLst>
                  <a:ext uri="{0D108BD9-81ED-4DB2-BD59-A6C34878D82A}">
                    <a16:rowId xmlns:a16="http://schemas.microsoft.com/office/drawing/2014/main" val="10000"/>
                  </a:ext>
                </a:extLst>
              </a:tr>
              <a:tr h="540000">
                <a:tc>
                  <a:txBody>
                    <a:bodyPr/>
                    <a:lstStyle/>
                    <a:p>
                      <a:r>
                        <a:rPr lang="en-US" sz="1050" b="1" dirty="0">
                          <a:solidFill>
                            <a:srgbClr val="1F1F1F"/>
                          </a:solidFill>
                          <a:cs typeface="Segoe UI" pitchFamily="34" charset="0"/>
                        </a:rPr>
                        <a:t>Display UI components</a:t>
                      </a:r>
                    </a:p>
                  </a:txBody>
                  <a:tcPr marT="64008" marB="64008">
                    <a:lnT w="25400" cap="flat" cmpd="sng" algn="ctr">
                      <a:solidFill>
                        <a:srgbClr val="D0D7DE"/>
                      </a:solidFill>
                      <a:prstDash val="solid"/>
                      <a:round/>
                      <a:headEnd type="none" w="med" len="med"/>
                      <a:tailEnd type="none" w="med" len="med"/>
                    </a:lnT>
                    <a:lnB w="12700" cap="flat">
                      <a:solidFill>
                        <a:srgbClr val="E6EAEF"/>
                      </a:solidFill>
                    </a:lnB>
                    <a:noFill/>
                  </a:tcPr>
                </a:tc>
                <a:tc>
                  <a:txBody>
                    <a:bodyPr/>
                    <a:lstStyle/>
                    <a:p>
                      <a:r>
                        <a:rPr lang="en-US" sz="1050" b="1">
                          <a:solidFill>
                            <a:srgbClr val="1F1F1F"/>
                          </a:solidFill>
                          <a:cs typeface="Segoe UI" pitchFamily="34" charset="0"/>
                        </a:rPr>
                        <a:t>Adaptive Cards</a:t>
                      </a:r>
                      <a:r>
                        <a:rPr lang="en-US" sz="1050">
                          <a:solidFill>
                            <a:srgbClr val="1F1F1F"/>
                          </a:solidFill>
                          <a:cs typeface="Segoe UI" pitchFamily="34" charset="0"/>
                        </a:rPr>
                        <a:t> render a deterministic card experience.</a:t>
                      </a:r>
                    </a:p>
                  </a:txBody>
                  <a:tcPr marT="64008" marB="64008">
                    <a:lnT w="25400" cap="flat" cmpd="sng" algn="ctr">
                      <a:solidFill>
                        <a:srgbClr val="D0D7DE"/>
                      </a:solidFill>
                      <a:prstDash val="solid"/>
                      <a:round/>
                      <a:headEnd type="none" w="med" len="med"/>
                      <a:tailEnd type="none" w="med" len="med"/>
                    </a:lnT>
                    <a:lnB w="12700" cap="flat">
                      <a:solidFill>
                        <a:srgbClr val="E6EAEF"/>
                      </a:solidFill>
                    </a:lnB>
                    <a:noFill/>
                  </a:tcPr>
                </a:tc>
                <a:tc>
                  <a:txBody>
                    <a:bodyPr/>
                    <a:lstStyle/>
                    <a:p>
                      <a:r>
                        <a:rPr lang="en-US" sz="1050" b="1">
                          <a:solidFill>
                            <a:srgbClr val="B0413E"/>
                          </a:solidFill>
                          <a:cs typeface="Segoe UI" pitchFamily="34" charset="0"/>
                        </a:rPr>
                        <a:t>Active work being done on identifying a suitable framework for rich UI components</a:t>
                      </a:r>
                    </a:p>
                  </a:txBody>
                  <a:tcPr marT="64008" marB="64008">
                    <a:lnT w="25400" cap="flat" cmpd="sng" algn="ctr">
                      <a:solidFill>
                        <a:srgbClr val="D0D7DE"/>
                      </a:solidFill>
                      <a:prstDash val="solid"/>
                      <a:round/>
                      <a:headEnd type="none" w="med" len="med"/>
                      <a:tailEnd type="none" w="med" len="med"/>
                    </a:lnT>
                    <a:lnB w="12700" cap="flat">
                      <a:solidFill>
                        <a:srgbClr val="E6EAEF"/>
                      </a:solidFill>
                    </a:lnB>
                    <a:noFill/>
                  </a:tcPr>
                </a:tc>
                <a:extLst>
                  <a:ext uri="{0D108BD9-81ED-4DB2-BD59-A6C34878D82A}">
                    <a16:rowId xmlns:a16="http://schemas.microsoft.com/office/drawing/2014/main" val="10001"/>
                  </a:ext>
                </a:extLst>
              </a:tr>
              <a:tr h="540000">
                <a:tc>
                  <a:txBody>
                    <a:bodyPr/>
                    <a:lstStyle/>
                    <a:p>
                      <a:r>
                        <a:rPr lang="en-US" sz="1050" b="1">
                          <a:solidFill>
                            <a:srgbClr val="1F1F1F"/>
                          </a:solidFill>
                          <a:cs typeface="Segoe UI" pitchFamily="34" charset="0"/>
                        </a:rPr>
                        <a:t>Capture user input via UI components</a:t>
                      </a:r>
                    </a:p>
                  </a:txBody>
                  <a:tcPr marT="64008" marB="64008">
                    <a:lnT w="12700" cap="flat" cmpd="sng" algn="ctr">
                      <a:solidFill>
                        <a:srgbClr val="E6EAEF"/>
                      </a:solidFill>
                      <a:prstDash val="solid"/>
                      <a:round/>
                      <a:headEnd type="none" w="med" len="med"/>
                      <a:tailEnd type="none" w="med" len="med"/>
                    </a:lnT>
                    <a:lnB w="12700" cap="flat">
                      <a:solidFill>
                        <a:srgbClr val="E6EAEF"/>
                      </a:solidFill>
                    </a:lnB>
                    <a:noFill/>
                  </a:tcPr>
                </a:tc>
                <a:tc>
                  <a:txBody>
                    <a:bodyPr/>
                    <a:lstStyle/>
                    <a:p>
                      <a:r>
                        <a:rPr lang="en-US" sz="1050" b="1">
                          <a:solidFill>
                            <a:srgbClr val="1F1F1F"/>
                          </a:solidFill>
                          <a:cs typeface="Segoe UI" pitchFamily="34" charset="0"/>
                        </a:rPr>
                        <a:t>Adaptive Cards</a:t>
                      </a:r>
                      <a:r>
                        <a:rPr lang="en-US" sz="1050">
                          <a:solidFill>
                            <a:srgbClr val="1F1F1F"/>
                          </a:solidFill>
                          <a:cs typeface="Segoe UI" pitchFamily="34" charset="0"/>
                        </a:rPr>
                        <a:t> with input fields collect structured input.</a:t>
                      </a:r>
                    </a:p>
                  </a:txBody>
                  <a:tcPr marT="64008" marB="64008">
                    <a:lnT w="12700" cap="flat" cmpd="sng" algn="ctr">
                      <a:solidFill>
                        <a:srgbClr val="E6EAEF"/>
                      </a:solidFill>
                      <a:prstDash val="solid"/>
                      <a:round/>
                      <a:headEnd type="none" w="med" len="med"/>
                      <a:tailEnd type="none" w="med" len="med"/>
                    </a:lnT>
                    <a:lnB w="12700" cap="flat">
                      <a:solidFill>
                        <a:srgbClr val="E6EAEF"/>
                      </a:solidFill>
                    </a:lnB>
                    <a:noFill/>
                  </a:tcPr>
                </a:tc>
                <a:tc>
                  <a:txBody>
                    <a:bodyPr/>
                    <a:lstStyle/>
                    <a:p>
                      <a:r>
                        <a:rPr lang="en-US" sz="1050" b="1">
                          <a:solidFill>
                            <a:srgbClr val="B0413E"/>
                          </a:solidFill>
                          <a:cs typeface="Segoe UI" pitchFamily="34" charset="0"/>
                        </a:rPr>
                        <a:t>Active work being done on identifying a suitable framework for rich UI components</a:t>
                      </a:r>
                    </a:p>
                  </a:txBody>
                  <a:tcPr marT="64008" marB="64008">
                    <a:lnT w="12700" cap="flat" cmpd="sng" algn="ctr">
                      <a:solidFill>
                        <a:srgbClr val="E6EAEF"/>
                      </a:solidFill>
                      <a:prstDash val="solid"/>
                      <a:round/>
                      <a:headEnd type="none" w="med" len="med"/>
                      <a:tailEnd type="none" w="med" len="med"/>
                    </a:lnT>
                    <a:lnB w="12700" cap="flat">
                      <a:solidFill>
                        <a:srgbClr val="E6EAEF"/>
                      </a:solidFill>
                    </a:lnB>
                    <a:noFill/>
                  </a:tcPr>
                </a:tc>
                <a:extLst>
                  <a:ext uri="{0D108BD9-81ED-4DB2-BD59-A6C34878D82A}">
                    <a16:rowId xmlns:a16="http://schemas.microsoft.com/office/drawing/2014/main" val="10002"/>
                  </a:ext>
                </a:extLst>
              </a:tr>
              <a:tr h="620000">
                <a:tc>
                  <a:txBody>
                    <a:bodyPr/>
                    <a:lstStyle/>
                    <a:p>
                      <a:r>
                        <a:rPr lang="en-US" sz="1050" b="1">
                          <a:solidFill>
                            <a:srgbClr val="1F1F1F"/>
                          </a:solidFill>
                          <a:cs typeface="Segoe UI" pitchFamily="34" charset="0"/>
                        </a:rPr>
                        <a:t>Restrict to grounded knowledge only</a:t>
                      </a:r>
                    </a:p>
                  </a:txBody>
                  <a:tcPr marT="64008" marB="64008">
                    <a:lnT w="12700" cap="flat" cmpd="sng" algn="ctr">
                      <a:solidFill>
                        <a:srgbClr val="E6EAEF"/>
                      </a:solidFill>
                      <a:prstDash val="solid"/>
                      <a:round/>
                      <a:headEnd type="none" w="med" len="med"/>
                      <a:tailEnd type="none" w="med" len="med"/>
                    </a:lnT>
                    <a:lnB w="12700" cap="flat" cmpd="sng" algn="ctr">
                      <a:solidFill>
                        <a:srgbClr val="E6EAEF"/>
                      </a:solidFill>
                      <a:prstDash val="solid"/>
                      <a:round/>
                      <a:headEnd type="none" w="med" len="med"/>
                      <a:tailEnd type="none" w="med" len="med"/>
                    </a:lnB>
                    <a:noFill/>
                  </a:tcPr>
                </a:tc>
                <a:tc>
                  <a:txBody>
                    <a:bodyPr/>
                    <a:lstStyle/>
                    <a:p>
                      <a:r>
                        <a:rPr lang="en-US" sz="1050">
                          <a:solidFill>
                            <a:srgbClr val="1F1F1F"/>
                          </a:solidFill>
                          <a:cs typeface="Segoe UI" pitchFamily="34" charset="0"/>
                        </a:rPr>
                        <a:t>Toggle to </a:t>
                      </a:r>
                      <a:r>
                        <a:rPr lang="en-US" sz="1050" b="1">
                          <a:solidFill>
                            <a:srgbClr val="1F1F1F"/>
                          </a:solidFill>
                          <a:cs typeface="Segoe UI" pitchFamily="34" charset="0"/>
                        </a:rPr>
                        <a:t>disable general / LLM knowledge</a:t>
                      </a:r>
                      <a:r>
                        <a:rPr lang="en-US" sz="1050">
                          <a:solidFill>
                            <a:srgbClr val="1F1F1F"/>
                          </a:solidFill>
                          <a:cs typeface="Segoe UI" pitchFamily="34" charset="0"/>
                        </a:rPr>
                        <a:t> and force grounded answers.</a:t>
                      </a:r>
                    </a:p>
                  </a:txBody>
                  <a:tcPr marT="64008" marB="64008">
                    <a:lnT w="12700" cap="flat" cmpd="sng" algn="ctr">
                      <a:solidFill>
                        <a:srgbClr val="E6EAEF"/>
                      </a:solidFill>
                      <a:prstDash val="solid"/>
                      <a:round/>
                      <a:headEnd type="none" w="med" len="med"/>
                      <a:tailEnd type="none" w="med" len="med"/>
                    </a:lnT>
                    <a:lnB w="12700" cap="flat" cmpd="sng" algn="ctr">
                      <a:solidFill>
                        <a:srgbClr val="E6EAEF"/>
                      </a:solidFill>
                      <a:prstDash val="solid"/>
                      <a:round/>
                      <a:headEnd type="none" w="med" len="med"/>
                      <a:tailEnd type="none" w="med" len="med"/>
                    </a:lnB>
                    <a:noFill/>
                  </a:tcPr>
                </a:tc>
                <a:tc>
                  <a:txBody>
                    <a:bodyPr/>
                    <a:lstStyle/>
                    <a:p>
                      <a:r>
                        <a:rPr lang="en-US" sz="1050">
                          <a:solidFill>
                            <a:srgbClr val="1F1F1F"/>
                          </a:solidFill>
                          <a:cs typeface="Segoe UI" pitchFamily="34" charset="0"/>
                        </a:rPr>
                        <a:t>By design not offered, GHCP-harness agents have the autonomy to decide when to generate content or ask.</a:t>
                      </a:r>
                    </a:p>
                  </a:txBody>
                  <a:tcPr marT="64008" marB="64008">
                    <a:lnT w="12700" cap="flat" cmpd="sng" algn="ctr">
                      <a:solidFill>
                        <a:srgbClr val="E6EAEF"/>
                      </a:solidFill>
                      <a:prstDash val="solid"/>
                      <a:round/>
                      <a:headEnd type="none" w="med" len="med"/>
                      <a:tailEnd type="none" w="med" len="med"/>
                    </a:lnT>
                    <a:lnB w="12700" cap="flat" cmpd="sng" algn="ctr">
                      <a:solidFill>
                        <a:srgbClr val="E6EAEF"/>
                      </a:solidFill>
                      <a:prstDash val="solid"/>
                      <a:round/>
                      <a:headEnd type="none" w="med" len="med"/>
                      <a:tailEnd type="none" w="med" len="med"/>
                    </a:lnB>
                    <a:noFill/>
                  </a:tcPr>
                </a:tc>
                <a:extLst>
                  <a:ext uri="{0D108BD9-81ED-4DB2-BD59-A6C34878D82A}">
                    <a16:rowId xmlns:a16="http://schemas.microsoft.com/office/drawing/2014/main" val="10004"/>
                  </a:ext>
                </a:extLst>
              </a:tr>
              <a:tr h="620000">
                <a:tc>
                  <a:txBody>
                    <a:bodyPr/>
                    <a:lstStyle/>
                    <a:p>
                      <a:r>
                        <a:rPr lang="en-US" sz="1050" b="1">
                          <a:solidFill>
                            <a:srgbClr val="1F1F1F"/>
                          </a:solidFill>
                          <a:cs typeface="Segoe UI" pitchFamily="34" charset="0"/>
                        </a:rPr>
                        <a:t>Read files and run real computation on data</a:t>
                      </a:r>
                    </a:p>
                  </a:txBody>
                  <a:tcPr marT="64008" marB="64008">
                    <a:lnT w="12700" cap="flat" cmpd="sng" algn="ctr">
                      <a:solidFill>
                        <a:srgbClr val="E6EAEF"/>
                      </a:solidFill>
                      <a:prstDash val="solid"/>
                      <a:round/>
                      <a:headEnd type="none" w="med" len="med"/>
                      <a:tailEnd type="none" w="med" len="med"/>
                    </a:lnT>
                    <a:lnB w="12700" cap="flat">
                      <a:solidFill>
                        <a:srgbClr val="E6EAEF"/>
                      </a:solidFill>
                    </a:lnB>
                    <a:noFill/>
                  </a:tcPr>
                </a:tc>
                <a:tc>
                  <a:txBody>
                    <a:bodyPr/>
                    <a:lstStyle/>
                    <a:p>
                      <a:r>
                        <a:rPr lang="en-US" sz="1000">
                          <a:solidFill>
                            <a:srgbClr val="1F1F1F"/>
                          </a:solidFill>
                          <a:cs typeface="Segoe UI" pitchFamily="34" charset="0"/>
                        </a:rPr>
                        <a:t>Code Interpreter (preview) is </a:t>
                      </a:r>
                      <a:r>
                        <a:rPr lang="en-US" sz="1000" b="1">
                          <a:solidFill>
                            <a:srgbClr val="1F1F1F"/>
                          </a:solidFill>
                          <a:cs typeface="Segoe UI" pitchFamily="34" charset="0"/>
                        </a:rPr>
                        <a:t>limited</a:t>
                      </a:r>
                      <a:r>
                        <a:rPr lang="en-US" sz="1000">
                          <a:solidFill>
                            <a:srgbClr val="1F1F1F"/>
                          </a:solidFill>
                          <a:cs typeface="Segoe UI" pitchFamily="34" charset="0"/>
                        </a:rPr>
                        <a:t>: one file per prompt, no multi-turn questions, no system commands, and timeouts on large datasets. It can only be used to generate python code, and only when the orchestrator decides. Admins must enable it per environment, and it can't be called from a topic.</a:t>
                      </a:r>
                    </a:p>
                  </a:txBody>
                  <a:tcPr marT="64008" marB="64008">
                    <a:lnT w="12700" cap="flat" cmpd="sng" algn="ctr">
                      <a:solidFill>
                        <a:srgbClr val="E6EAEF"/>
                      </a:solidFill>
                      <a:prstDash val="solid"/>
                      <a:round/>
                      <a:headEnd type="none" w="med" len="med"/>
                      <a:tailEnd type="none" w="med" len="med"/>
                    </a:lnT>
                    <a:lnB w="12700" cap="flat">
                      <a:solidFill>
                        <a:srgbClr val="E6EAEF"/>
                      </a:solidFill>
                    </a:lnB>
                    <a:noFill/>
                  </a:tcPr>
                </a:tc>
                <a:tc>
                  <a:txBody>
                    <a:bodyPr/>
                    <a:lstStyle/>
                    <a:p>
                      <a:r>
                        <a:rPr lang="en-US" sz="1000" b="1" dirty="0">
                          <a:solidFill>
                            <a:srgbClr val="1F1F1F"/>
                          </a:solidFill>
                          <a:cs typeface="Segoe UI" pitchFamily="34" charset="0"/>
                        </a:rPr>
                        <a:t>Full Shell access with Python runtime in an isolated container (Agent Sandbox),</a:t>
                      </a:r>
                      <a:r>
                        <a:rPr lang="en-US" sz="1000" dirty="0">
                          <a:solidFill>
                            <a:srgbClr val="1F1F1F"/>
                          </a:solidFill>
                          <a:cs typeface="Segoe UI" pitchFamily="34" charset="0"/>
                        </a:rPr>
                        <a:t> no single-file limit, multi-turn capable, </a:t>
                      </a:r>
                      <a:r>
                        <a:rPr lang="en-US" sz="1000" b="1" dirty="0">
                          <a:solidFill>
                            <a:srgbClr val="1F1F1F"/>
                          </a:solidFill>
                          <a:cs typeface="Segoe UI" pitchFamily="34" charset="0"/>
                        </a:rPr>
                        <a:t>on by default</a:t>
                      </a:r>
                      <a:r>
                        <a:rPr lang="en-US" sz="1000" dirty="0">
                          <a:solidFill>
                            <a:srgbClr val="1F1F1F"/>
                          </a:solidFill>
                          <a:cs typeface="Segoe UI" pitchFamily="34" charset="0"/>
                        </a:rPr>
                        <a:t>. It’s also a workspace that can store temporary files produced by the agent during the current run, and it’s always available for the agent.</a:t>
                      </a:r>
                    </a:p>
                  </a:txBody>
                  <a:tcPr marT="64008" marB="64008">
                    <a:lnT w="12700" cap="flat" cmpd="sng" algn="ctr">
                      <a:solidFill>
                        <a:srgbClr val="E6EAEF"/>
                      </a:solidFill>
                      <a:prstDash val="solid"/>
                      <a:round/>
                      <a:headEnd type="none" w="med" len="med"/>
                      <a:tailEnd type="none" w="med" len="med"/>
                    </a:lnT>
                    <a:lnB w="12700" cap="flat">
                      <a:solidFill>
                        <a:srgbClr val="E6EAEF"/>
                      </a:solidFill>
                    </a:lnB>
                    <a:noFill/>
                  </a:tcPr>
                </a:tc>
                <a:extLst>
                  <a:ext uri="{0D108BD9-81ED-4DB2-BD59-A6C34878D82A}">
                    <a16:rowId xmlns:a16="http://schemas.microsoft.com/office/drawing/2014/main" val="424359426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F5BD8-DFCA-30B6-E5CE-857D9DA00C7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F436E2D-C7A3-6CF8-78BD-1EDB1AB29417}"/>
              </a:ext>
            </a:extLst>
          </p:cNvPr>
          <p:cNvSpPr>
            <a:spLocks noGrp="1"/>
          </p:cNvSpPr>
          <p:nvPr>
            <p:ph type="ctrTitle"/>
          </p:nvPr>
        </p:nvSpPr>
        <p:spPr>
          <a:xfrm>
            <a:off x="1468395" y="1937909"/>
            <a:ext cx="9144000" cy="2387600"/>
          </a:xfrm>
        </p:spPr>
        <p:txBody>
          <a:bodyPr>
            <a:normAutofit/>
          </a:bodyPr>
          <a:lstStyle/>
          <a:p>
            <a:r>
              <a:rPr lang="en-US" sz="11500" b="1" dirty="0">
                <a:solidFill>
                  <a:schemeClr val="tx1">
                    <a:lumMod val="65000"/>
                    <a:lumOff val="35000"/>
                  </a:schemeClr>
                </a:solidFill>
              </a:rPr>
              <a:t>SKILLS</a:t>
            </a:r>
            <a:endParaRPr lang="en-US" sz="11500" b="1" dirty="0">
              <a:solidFill>
                <a:schemeClr val="accent4">
                  <a:lumMod val="75000"/>
                </a:schemeClr>
              </a:solidFill>
            </a:endParaRPr>
          </a:p>
        </p:txBody>
      </p:sp>
      <p:sp>
        <p:nvSpPr>
          <p:cNvPr id="8" name="Rectangle 7">
            <a:extLst>
              <a:ext uri="{FF2B5EF4-FFF2-40B4-BE49-F238E27FC236}">
                <a16:creationId xmlns:a16="http://schemas.microsoft.com/office/drawing/2014/main" id="{53A1A963-9C88-4258-A7BD-61A2F5063B71}"/>
              </a:ext>
            </a:extLst>
          </p:cNvPr>
          <p:cNvSpPr/>
          <p:nvPr/>
        </p:nvSpPr>
        <p:spPr>
          <a:xfrm>
            <a:off x="0" y="0"/>
            <a:ext cx="12188952" cy="54864"/>
          </a:xfrm>
          <a:prstGeom prst="rect">
            <a:avLst/>
          </a:prstGeom>
          <a:solidFill>
            <a:srgbClr val="C239B3"/>
          </a:solidFill>
          <a:ln w="12700">
            <a:solidFill>
              <a:srgbClr val="C239B3"/>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spTree>
    <p:extLst>
      <p:ext uri="{BB962C8B-B14F-4D97-AF65-F5344CB8AC3E}">
        <p14:creationId xmlns:p14="http://schemas.microsoft.com/office/powerpoint/2010/main" val="4101519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F7FFB-ED5E-466F-FF70-338CAE3CF6A5}"/>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5CEAA994-B4D0-27C5-BE4E-8D59FE88E212}"/>
              </a:ext>
            </a:extLst>
          </p:cNvPr>
          <p:cNvSpPr/>
          <p:nvPr/>
        </p:nvSpPr>
        <p:spPr>
          <a:xfrm>
            <a:off x="0" y="0"/>
            <a:ext cx="12191695" cy="82296"/>
          </a:xfrm>
          <a:prstGeom prst="rect">
            <a:avLst/>
          </a:prstGeom>
          <a:solidFill>
            <a:srgbClr val="C239B3"/>
          </a:solidFill>
          <a:ln/>
        </p:spPr>
        <p:txBody>
          <a:bodyPr/>
          <a:lstStyle/>
          <a:p>
            <a:endParaRPr lang="en-NL"/>
          </a:p>
        </p:txBody>
      </p:sp>
      <p:sp>
        <p:nvSpPr>
          <p:cNvPr id="15" name="Text 6">
            <a:extLst>
              <a:ext uri="{FF2B5EF4-FFF2-40B4-BE49-F238E27FC236}">
                <a16:creationId xmlns:a16="http://schemas.microsoft.com/office/drawing/2014/main" id="{AA4C365C-AF91-99AB-6122-F0D6D3726C80}"/>
              </a:ext>
            </a:extLst>
          </p:cNvPr>
          <p:cNvSpPr/>
          <p:nvPr/>
        </p:nvSpPr>
        <p:spPr>
          <a:xfrm>
            <a:off x="502920" y="484632"/>
            <a:ext cx="9144000" cy="548640"/>
          </a:xfrm>
          <a:prstGeom prst="rect">
            <a:avLst/>
          </a:prstGeom>
          <a:noFill/>
          <a:ln/>
        </p:spPr>
        <p:txBody>
          <a:bodyPr wrap="square" rtlCol="0" anchor="ctr"/>
          <a:lstStyle/>
          <a:p>
            <a:pPr marL="0" indent="0">
              <a:buNone/>
            </a:pPr>
            <a:r>
              <a:rPr lang="en-US" sz="2800" b="1">
                <a:solidFill>
                  <a:srgbClr val="071D2B"/>
                </a:solidFill>
                <a:latin typeface="Segoe UI Semibold" pitchFamily="34" charset="0"/>
                <a:ea typeface="Segoe UI Semibold" pitchFamily="34" charset="-122"/>
                <a:cs typeface="Segoe UI Semibold" pitchFamily="34" charset="-120"/>
              </a:rPr>
              <a:t>Skills: instructions on demand</a:t>
            </a:r>
            <a:endParaRPr lang="en-US" sz="2800"/>
          </a:p>
        </p:txBody>
      </p:sp>
      <p:sp>
        <p:nvSpPr>
          <p:cNvPr id="17" name="Text 7">
            <a:extLst>
              <a:ext uri="{FF2B5EF4-FFF2-40B4-BE49-F238E27FC236}">
                <a16:creationId xmlns:a16="http://schemas.microsoft.com/office/drawing/2014/main" id="{BCDF501E-4B09-F5F2-96BC-0DA236861975}"/>
              </a:ext>
            </a:extLst>
          </p:cNvPr>
          <p:cNvSpPr/>
          <p:nvPr/>
        </p:nvSpPr>
        <p:spPr>
          <a:xfrm>
            <a:off x="517550" y="987552"/>
            <a:ext cx="10058400" cy="292608"/>
          </a:xfrm>
          <a:prstGeom prst="rect">
            <a:avLst/>
          </a:prstGeom>
          <a:noFill/>
          <a:ln/>
        </p:spPr>
        <p:txBody>
          <a:bodyPr wrap="square" rtlCol="0" anchor="ctr"/>
          <a:lstStyle/>
          <a:p>
            <a:pPr marL="0" indent="0">
              <a:buNone/>
            </a:pPr>
            <a:r>
              <a:rPr lang="en-US" sz="1250">
                <a:solidFill>
                  <a:srgbClr val="4A5563"/>
                </a:solidFill>
                <a:latin typeface="Segoe UI" pitchFamily="34" charset="0"/>
                <a:ea typeface="Segoe UI" pitchFamily="34" charset="-122"/>
                <a:cs typeface="Segoe UI" pitchFamily="34" charset="-120"/>
              </a:rPr>
              <a:t>A maker's guide: when to reach for a Skill, what goes in it, and what to avoid.</a:t>
            </a:r>
            <a:endParaRPr lang="en-US" sz="1250"/>
          </a:p>
        </p:txBody>
      </p:sp>
      <p:sp>
        <p:nvSpPr>
          <p:cNvPr id="19" name="Shape 8">
            <a:extLst>
              <a:ext uri="{FF2B5EF4-FFF2-40B4-BE49-F238E27FC236}">
                <a16:creationId xmlns:a16="http://schemas.microsoft.com/office/drawing/2014/main" id="{841FBDC9-0FD1-7B4C-1EE5-CC0EEB869AF1}"/>
              </a:ext>
            </a:extLst>
          </p:cNvPr>
          <p:cNvSpPr/>
          <p:nvPr/>
        </p:nvSpPr>
        <p:spPr>
          <a:xfrm>
            <a:off x="517550" y="1426464"/>
            <a:ext cx="3383280" cy="4206240"/>
          </a:xfrm>
          <a:prstGeom prst="roundRect">
            <a:avLst>
              <a:gd name="adj" fmla="val 2703"/>
            </a:avLst>
          </a:prstGeom>
          <a:solidFill>
            <a:srgbClr val="F5F5F5"/>
          </a:solidFill>
          <a:ln w="12700">
            <a:solidFill>
              <a:schemeClr val="bg1">
                <a:lumMod val="95000"/>
              </a:schemeClr>
            </a:solidFill>
            <a:prstDash val="solid"/>
          </a:ln>
        </p:spPr>
        <p:txBody>
          <a:bodyPr/>
          <a:lstStyle/>
          <a:p>
            <a:endParaRPr lang="en-NL"/>
          </a:p>
        </p:txBody>
      </p:sp>
      <p:sp>
        <p:nvSpPr>
          <p:cNvPr id="21" name="Shape 9">
            <a:extLst>
              <a:ext uri="{FF2B5EF4-FFF2-40B4-BE49-F238E27FC236}">
                <a16:creationId xmlns:a16="http://schemas.microsoft.com/office/drawing/2014/main" id="{A3E3637B-83D4-7C67-9F38-E52388447A89}"/>
              </a:ext>
            </a:extLst>
          </p:cNvPr>
          <p:cNvSpPr/>
          <p:nvPr/>
        </p:nvSpPr>
        <p:spPr>
          <a:xfrm>
            <a:off x="682142" y="1591056"/>
            <a:ext cx="3054096" cy="457200"/>
          </a:xfrm>
          <a:prstGeom prst="roundRect">
            <a:avLst>
              <a:gd name="adj" fmla="val 16000"/>
            </a:avLst>
          </a:prstGeom>
          <a:solidFill>
            <a:srgbClr val="0078D4"/>
          </a:solidFill>
          <a:ln/>
        </p:spPr>
        <p:txBody>
          <a:bodyPr/>
          <a:lstStyle/>
          <a:p>
            <a:endParaRPr lang="en-NL">
              <a:latin typeface="+mj-lt"/>
            </a:endParaRPr>
          </a:p>
        </p:txBody>
      </p:sp>
      <p:sp>
        <p:nvSpPr>
          <p:cNvPr id="23" name="Text 10">
            <a:extLst>
              <a:ext uri="{FF2B5EF4-FFF2-40B4-BE49-F238E27FC236}">
                <a16:creationId xmlns:a16="http://schemas.microsoft.com/office/drawing/2014/main" id="{2C024001-92EC-BCEF-ACA5-EE428545D75E}"/>
              </a:ext>
            </a:extLst>
          </p:cNvPr>
          <p:cNvSpPr/>
          <p:nvPr/>
        </p:nvSpPr>
        <p:spPr>
          <a:xfrm>
            <a:off x="682142" y="1591056"/>
            <a:ext cx="3054096" cy="457200"/>
          </a:xfrm>
          <a:prstGeom prst="rect">
            <a:avLst/>
          </a:prstGeom>
          <a:noFill/>
          <a:ln/>
        </p:spPr>
        <p:txBody>
          <a:bodyPr wrap="square" rtlCol="0" anchor="ctr"/>
          <a:lstStyle/>
          <a:p>
            <a:pPr marL="0" indent="0" algn="ctr">
              <a:buNone/>
            </a:pPr>
            <a:r>
              <a:rPr lang="en-US" sz="1200" kern="0" spc="100">
                <a:solidFill>
                  <a:srgbClr val="FFFFFF"/>
                </a:solidFill>
                <a:latin typeface="+mj-lt"/>
                <a:ea typeface="Segoe UI Semibold" pitchFamily="34" charset="-122"/>
                <a:cs typeface="Segoe UI Semibold" pitchFamily="34" charset="-120"/>
              </a:rPr>
              <a:t>WHY USE A SKILL</a:t>
            </a:r>
            <a:endParaRPr lang="en-US" sz="1200">
              <a:latin typeface="+mj-lt"/>
            </a:endParaRPr>
          </a:p>
        </p:txBody>
      </p:sp>
      <p:sp>
        <p:nvSpPr>
          <p:cNvPr id="25" name="row card">
            <a:extLst>
              <a:ext uri="{FF2B5EF4-FFF2-40B4-BE49-F238E27FC236}">
                <a16:creationId xmlns:a16="http://schemas.microsoft.com/office/drawing/2014/main" id="{EE7017B0-46EF-B998-1A10-144D77E57CED}"/>
              </a:ext>
            </a:extLst>
          </p:cNvPr>
          <p:cNvSpPr/>
          <p:nvPr/>
        </p:nvSpPr>
        <p:spPr>
          <a:xfrm>
            <a:off x="682142" y="2176272"/>
            <a:ext cx="3054096" cy="860000"/>
          </a:xfrm>
          <a:prstGeom prst="roundRect">
            <a:avLst>
              <a:gd name="adj" fmla="val 7500"/>
            </a:avLst>
          </a:prstGeom>
          <a:solidFill>
            <a:srgbClr val="FFFFFF"/>
          </a:solidFill>
          <a:ln w="9525">
            <a:solidFill>
              <a:srgbClr val="D8E5EF"/>
            </a:solidFill>
            <a:prstDash val="solid"/>
          </a:ln>
        </p:spPr>
        <p:txBody>
          <a:bodyPr/>
          <a:lstStyle/>
          <a:p>
            <a:endParaRPr lang="en-NL"/>
          </a:p>
        </p:txBody>
      </p:sp>
      <p:sp>
        <p:nvSpPr>
          <p:cNvPr id="27" name="row accent">
            <a:extLst>
              <a:ext uri="{FF2B5EF4-FFF2-40B4-BE49-F238E27FC236}">
                <a16:creationId xmlns:a16="http://schemas.microsoft.com/office/drawing/2014/main" id="{BCFB909B-4736-7B3C-1BFC-B43FDD808435}"/>
              </a:ext>
            </a:extLst>
          </p:cNvPr>
          <p:cNvSpPr/>
          <p:nvPr/>
        </p:nvSpPr>
        <p:spPr>
          <a:xfrm>
            <a:off x="682142" y="2176272"/>
            <a:ext cx="91440" cy="860000"/>
          </a:xfrm>
          <a:prstGeom prst="roundRect">
            <a:avLst>
              <a:gd name="adj" fmla="val 40000"/>
            </a:avLst>
          </a:prstGeom>
          <a:solidFill>
            <a:srgbClr val="0078D4"/>
          </a:solidFill>
          <a:ln/>
        </p:spPr>
        <p:txBody>
          <a:bodyPr/>
          <a:lstStyle/>
          <a:p>
            <a:endParaRPr lang="en-NL"/>
          </a:p>
        </p:txBody>
      </p:sp>
      <p:sp>
        <p:nvSpPr>
          <p:cNvPr id="29" name="row title">
            <a:extLst>
              <a:ext uri="{FF2B5EF4-FFF2-40B4-BE49-F238E27FC236}">
                <a16:creationId xmlns:a16="http://schemas.microsoft.com/office/drawing/2014/main" id="{841C5865-C792-2DC4-06C7-EA84B79E4809}"/>
              </a:ext>
            </a:extLst>
          </p:cNvPr>
          <p:cNvSpPr/>
          <p:nvPr/>
        </p:nvSpPr>
        <p:spPr>
          <a:xfrm>
            <a:off x="883310" y="2294272"/>
            <a:ext cx="2834640" cy="256032"/>
          </a:xfrm>
          <a:prstGeom prst="rect">
            <a:avLst/>
          </a:prstGeom>
          <a:noFill/>
          <a:ln/>
        </p:spPr>
        <p:txBody>
          <a:bodyPr wrap="square" rtlCol="0" anchor="ctr"/>
          <a:lstStyle/>
          <a:p>
            <a:pPr marL="0" indent="0">
              <a:buNone/>
            </a:pPr>
            <a:r>
              <a:rPr lang="en-US" sz="1150" b="1">
                <a:solidFill>
                  <a:srgbClr val="071D2B"/>
                </a:solidFill>
                <a:cs typeface="Segoe UI Semibold" pitchFamily="34" charset="0"/>
              </a:rPr>
              <a:t>Maintainability</a:t>
            </a:r>
          </a:p>
        </p:txBody>
      </p:sp>
      <p:sp>
        <p:nvSpPr>
          <p:cNvPr id="31" name="row desc">
            <a:extLst>
              <a:ext uri="{FF2B5EF4-FFF2-40B4-BE49-F238E27FC236}">
                <a16:creationId xmlns:a16="http://schemas.microsoft.com/office/drawing/2014/main" id="{C5D8952E-283F-5B0A-7C46-B2A758A3A3A2}"/>
              </a:ext>
            </a:extLst>
          </p:cNvPr>
          <p:cNvSpPr/>
          <p:nvPr/>
        </p:nvSpPr>
        <p:spPr>
          <a:xfrm>
            <a:off x="883310" y="2548272"/>
            <a:ext cx="2816352" cy="470000"/>
          </a:xfrm>
          <a:prstGeom prst="rect">
            <a:avLst/>
          </a:prstGeom>
          <a:noFill/>
          <a:ln/>
        </p:spPr>
        <p:txBody>
          <a:bodyPr wrap="square" rtlCol="0" anchor="t"/>
          <a:lstStyle/>
          <a:p>
            <a:pPr marL="0" indent="0">
              <a:lnSpc>
                <a:spcPct val="100000"/>
              </a:lnSpc>
              <a:buNone/>
            </a:pPr>
            <a:r>
              <a:rPr lang="en-US" sz="950">
                <a:solidFill>
                  <a:srgbClr val="4A5563"/>
                </a:solidFill>
                <a:cs typeface="Segoe UI" pitchFamily="34" charset="0"/>
              </a:rPr>
              <a:t>Keep the agent instructions readable, so a person can follow what it does one focused Skill at a time.</a:t>
            </a:r>
          </a:p>
        </p:txBody>
      </p:sp>
      <p:sp>
        <p:nvSpPr>
          <p:cNvPr id="33" name="row card">
            <a:extLst>
              <a:ext uri="{FF2B5EF4-FFF2-40B4-BE49-F238E27FC236}">
                <a16:creationId xmlns:a16="http://schemas.microsoft.com/office/drawing/2014/main" id="{ADB14484-3A87-1472-F202-54EDA0353D0E}"/>
              </a:ext>
            </a:extLst>
          </p:cNvPr>
          <p:cNvSpPr/>
          <p:nvPr/>
        </p:nvSpPr>
        <p:spPr>
          <a:xfrm>
            <a:off x="682142" y="3346472"/>
            <a:ext cx="3054096" cy="860000"/>
          </a:xfrm>
          <a:prstGeom prst="roundRect">
            <a:avLst>
              <a:gd name="adj" fmla="val 7500"/>
            </a:avLst>
          </a:prstGeom>
          <a:solidFill>
            <a:srgbClr val="FFFFFF"/>
          </a:solidFill>
          <a:ln w="9525">
            <a:solidFill>
              <a:srgbClr val="D8E5EF"/>
            </a:solidFill>
            <a:prstDash val="solid"/>
          </a:ln>
        </p:spPr>
        <p:txBody>
          <a:bodyPr/>
          <a:lstStyle/>
          <a:p>
            <a:endParaRPr lang="en-NL"/>
          </a:p>
        </p:txBody>
      </p:sp>
      <p:sp>
        <p:nvSpPr>
          <p:cNvPr id="35" name="row accent">
            <a:extLst>
              <a:ext uri="{FF2B5EF4-FFF2-40B4-BE49-F238E27FC236}">
                <a16:creationId xmlns:a16="http://schemas.microsoft.com/office/drawing/2014/main" id="{40DC766F-7D66-186D-76F3-5EF33E7E7D8F}"/>
              </a:ext>
            </a:extLst>
          </p:cNvPr>
          <p:cNvSpPr/>
          <p:nvPr/>
        </p:nvSpPr>
        <p:spPr>
          <a:xfrm>
            <a:off x="682142" y="3346472"/>
            <a:ext cx="91440" cy="860000"/>
          </a:xfrm>
          <a:prstGeom prst="roundRect">
            <a:avLst>
              <a:gd name="adj" fmla="val 40000"/>
            </a:avLst>
          </a:prstGeom>
          <a:solidFill>
            <a:srgbClr val="0078D4"/>
          </a:solidFill>
          <a:ln/>
        </p:spPr>
        <p:txBody>
          <a:bodyPr/>
          <a:lstStyle/>
          <a:p>
            <a:endParaRPr lang="en-NL"/>
          </a:p>
        </p:txBody>
      </p:sp>
      <p:sp>
        <p:nvSpPr>
          <p:cNvPr id="37" name="row title">
            <a:extLst>
              <a:ext uri="{FF2B5EF4-FFF2-40B4-BE49-F238E27FC236}">
                <a16:creationId xmlns:a16="http://schemas.microsoft.com/office/drawing/2014/main" id="{035705F5-D3A3-393D-03B0-FAB8AF3A4C14}"/>
              </a:ext>
            </a:extLst>
          </p:cNvPr>
          <p:cNvSpPr/>
          <p:nvPr/>
        </p:nvSpPr>
        <p:spPr>
          <a:xfrm>
            <a:off x="883310" y="3464472"/>
            <a:ext cx="2834640" cy="256032"/>
          </a:xfrm>
          <a:prstGeom prst="rect">
            <a:avLst/>
          </a:prstGeom>
          <a:noFill/>
          <a:ln/>
        </p:spPr>
        <p:txBody>
          <a:bodyPr wrap="square" rtlCol="0" anchor="ctr"/>
          <a:lstStyle/>
          <a:p>
            <a:pPr marL="0" indent="0">
              <a:buNone/>
            </a:pPr>
            <a:r>
              <a:rPr lang="en-US" sz="1150" b="1">
                <a:solidFill>
                  <a:srgbClr val="071D2B"/>
                </a:solidFill>
                <a:cs typeface="Segoe UI Semibold" pitchFamily="34" charset="0"/>
              </a:rPr>
              <a:t>Efficient context use</a:t>
            </a:r>
          </a:p>
        </p:txBody>
      </p:sp>
      <p:sp>
        <p:nvSpPr>
          <p:cNvPr id="39" name="row desc">
            <a:extLst>
              <a:ext uri="{FF2B5EF4-FFF2-40B4-BE49-F238E27FC236}">
                <a16:creationId xmlns:a16="http://schemas.microsoft.com/office/drawing/2014/main" id="{208CEB30-2DFB-9B48-BF1B-A1F5B748537B}"/>
              </a:ext>
            </a:extLst>
          </p:cNvPr>
          <p:cNvSpPr/>
          <p:nvPr/>
        </p:nvSpPr>
        <p:spPr>
          <a:xfrm>
            <a:off x="883310" y="3718472"/>
            <a:ext cx="2816352" cy="470000"/>
          </a:xfrm>
          <a:prstGeom prst="rect">
            <a:avLst/>
          </a:prstGeom>
          <a:noFill/>
          <a:ln/>
        </p:spPr>
        <p:txBody>
          <a:bodyPr wrap="square" rtlCol="0" anchor="t"/>
          <a:lstStyle/>
          <a:p>
            <a:pPr marL="0" indent="0">
              <a:lnSpc>
                <a:spcPct val="100000"/>
              </a:lnSpc>
              <a:buNone/>
            </a:pPr>
            <a:r>
              <a:rPr lang="en-US" sz="950">
                <a:solidFill>
                  <a:srgbClr val="4A5563"/>
                </a:solidFill>
                <a:cs typeface="Segoe UI" pitchFamily="34" charset="0"/>
              </a:rPr>
              <a:t>Instructions load only when the scenario needs them, instead of on every single turn.</a:t>
            </a:r>
          </a:p>
        </p:txBody>
      </p:sp>
      <p:sp>
        <p:nvSpPr>
          <p:cNvPr id="41" name="row card">
            <a:extLst>
              <a:ext uri="{FF2B5EF4-FFF2-40B4-BE49-F238E27FC236}">
                <a16:creationId xmlns:a16="http://schemas.microsoft.com/office/drawing/2014/main" id="{1EE87E47-2B85-23EF-1848-F2F64E7F9A0E}"/>
              </a:ext>
            </a:extLst>
          </p:cNvPr>
          <p:cNvSpPr/>
          <p:nvPr/>
        </p:nvSpPr>
        <p:spPr>
          <a:xfrm>
            <a:off x="682142" y="4516672"/>
            <a:ext cx="3054096" cy="860000"/>
          </a:xfrm>
          <a:prstGeom prst="roundRect">
            <a:avLst>
              <a:gd name="adj" fmla="val 7500"/>
            </a:avLst>
          </a:prstGeom>
          <a:solidFill>
            <a:srgbClr val="FFFFFF"/>
          </a:solidFill>
          <a:ln w="9525">
            <a:solidFill>
              <a:srgbClr val="D8E5EF"/>
            </a:solidFill>
            <a:prstDash val="solid"/>
          </a:ln>
        </p:spPr>
        <p:txBody>
          <a:bodyPr/>
          <a:lstStyle/>
          <a:p>
            <a:endParaRPr lang="en-NL"/>
          </a:p>
        </p:txBody>
      </p:sp>
      <p:sp>
        <p:nvSpPr>
          <p:cNvPr id="43" name="row accent">
            <a:extLst>
              <a:ext uri="{FF2B5EF4-FFF2-40B4-BE49-F238E27FC236}">
                <a16:creationId xmlns:a16="http://schemas.microsoft.com/office/drawing/2014/main" id="{5ECFEC86-EB9D-5F20-EED4-FE0B7485617A}"/>
              </a:ext>
            </a:extLst>
          </p:cNvPr>
          <p:cNvSpPr/>
          <p:nvPr/>
        </p:nvSpPr>
        <p:spPr>
          <a:xfrm>
            <a:off x="682142" y="4516672"/>
            <a:ext cx="91440" cy="860000"/>
          </a:xfrm>
          <a:prstGeom prst="roundRect">
            <a:avLst>
              <a:gd name="adj" fmla="val 40000"/>
            </a:avLst>
          </a:prstGeom>
          <a:solidFill>
            <a:srgbClr val="0078D4"/>
          </a:solidFill>
          <a:ln/>
        </p:spPr>
        <p:txBody>
          <a:bodyPr/>
          <a:lstStyle/>
          <a:p>
            <a:endParaRPr lang="en-NL"/>
          </a:p>
        </p:txBody>
      </p:sp>
      <p:sp>
        <p:nvSpPr>
          <p:cNvPr id="45" name="row title">
            <a:extLst>
              <a:ext uri="{FF2B5EF4-FFF2-40B4-BE49-F238E27FC236}">
                <a16:creationId xmlns:a16="http://schemas.microsoft.com/office/drawing/2014/main" id="{7A4C09A8-4A67-8F3A-61FC-6A5213567B92}"/>
              </a:ext>
            </a:extLst>
          </p:cNvPr>
          <p:cNvSpPr/>
          <p:nvPr/>
        </p:nvSpPr>
        <p:spPr>
          <a:xfrm>
            <a:off x="883310" y="4634672"/>
            <a:ext cx="2834640" cy="256032"/>
          </a:xfrm>
          <a:prstGeom prst="rect">
            <a:avLst/>
          </a:prstGeom>
          <a:noFill/>
          <a:ln/>
        </p:spPr>
        <p:txBody>
          <a:bodyPr wrap="square" rtlCol="0" anchor="ctr"/>
          <a:lstStyle/>
          <a:p>
            <a:pPr marL="0" indent="0">
              <a:buNone/>
            </a:pPr>
            <a:r>
              <a:rPr lang="en-US" sz="1150" b="1">
                <a:solidFill>
                  <a:srgbClr val="071D2B"/>
                </a:solidFill>
                <a:cs typeface="Segoe UI Semibold" pitchFamily="34" charset="0"/>
              </a:rPr>
              <a:t>Accuracy, in some cases</a:t>
            </a:r>
          </a:p>
        </p:txBody>
      </p:sp>
      <p:sp>
        <p:nvSpPr>
          <p:cNvPr id="47" name="row desc">
            <a:extLst>
              <a:ext uri="{FF2B5EF4-FFF2-40B4-BE49-F238E27FC236}">
                <a16:creationId xmlns:a16="http://schemas.microsoft.com/office/drawing/2014/main" id="{31DABC7C-FAEC-ABC7-A6D2-B6FF372DA92A}"/>
              </a:ext>
            </a:extLst>
          </p:cNvPr>
          <p:cNvSpPr/>
          <p:nvPr/>
        </p:nvSpPr>
        <p:spPr>
          <a:xfrm>
            <a:off x="883310" y="4888672"/>
            <a:ext cx="2900186" cy="470000"/>
          </a:xfrm>
          <a:prstGeom prst="rect">
            <a:avLst/>
          </a:prstGeom>
          <a:noFill/>
          <a:ln/>
        </p:spPr>
        <p:txBody>
          <a:bodyPr wrap="square" rtlCol="0" anchor="t"/>
          <a:lstStyle/>
          <a:p>
            <a:pPr marL="0" indent="0">
              <a:lnSpc>
                <a:spcPct val="100000"/>
              </a:lnSpc>
              <a:buNone/>
            </a:pPr>
            <a:r>
              <a:rPr lang="en-US" sz="950">
                <a:solidFill>
                  <a:srgbClr val="4A5563"/>
                </a:solidFill>
                <a:cs typeface="Segoe UI" pitchFamily="34" charset="0"/>
              </a:rPr>
              <a:t>A large always-on prompt makes the model weigh irrelevant guidance every turn, which can reduce accuracy. A Skill loads only what the task needs.</a:t>
            </a:r>
          </a:p>
        </p:txBody>
      </p:sp>
      <p:sp>
        <p:nvSpPr>
          <p:cNvPr id="49" name="Shape 27">
            <a:extLst>
              <a:ext uri="{FF2B5EF4-FFF2-40B4-BE49-F238E27FC236}">
                <a16:creationId xmlns:a16="http://schemas.microsoft.com/office/drawing/2014/main" id="{B6AE9944-536A-7459-7D7A-25DDC3B46656}"/>
              </a:ext>
            </a:extLst>
          </p:cNvPr>
          <p:cNvSpPr/>
          <p:nvPr/>
        </p:nvSpPr>
        <p:spPr>
          <a:xfrm>
            <a:off x="8289950" y="1426464"/>
            <a:ext cx="3383280" cy="4206240"/>
          </a:xfrm>
          <a:prstGeom prst="roundRect">
            <a:avLst>
              <a:gd name="adj" fmla="val 2703"/>
            </a:avLst>
          </a:prstGeom>
          <a:solidFill>
            <a:srgbClr val="F5F5F5"/>
          </a:solidFill>
          <a:ln w="12700">
            <a:solidFill>
              <a:schemeClr val="bg1">
                <a:lumMod val="95000"/>
              </a:schemeClr>
            </a:solidFill>
            <a:prstDash val="solid"/>
          </a:ln>
        </p:spPr>
        <p:txBody>
          <a:bodyPr/>
          <a:lstStyle/>
          <a:p>
            <a:endParaRPr lang="en-NL"/>
          </a:p>
        </p:txBody>
      </p:sp>
      <p:sp>
        <p:nvSpPr>
          <p:cNvPr id="51" name="Shape 28">
            <a:extLst>
              <a:ext uri="{FF2B5EF4-FFF2-40B4-BE49-F238E27FC236}">
                <a16:creationId xmlns:a16="http://schemas.microsoft.com/office/drawing/2014/main" id="{574B7E32-DCF5-621F-8A3B-AE46F23DC98D}"/>
              </a:ext>
            </a:extLst>
          </p:cNvPr>
          <p:cNvSpPr/>
          <p:nvPr/>
        </p:nvSpPr>
        <p:spPr>
          <a:xfrm>
            <a:off x="8454542" y="1591056"/>
            <a:ext cx="3054096" cy="457200"/>
          </a:xfrm>
          <a:prstGeom prst="roundRect">
            <a:avLst>
              <a:gd name="adj" fmla="val 16000"/>
            </a:avLst>
          </a:prstGeom>
          <a:solidFill>
            <a:srgbClr val="C239B3"/>
          </a:solidFill>
          <a:ln/>
        </p:spPr>
        <p:txBody>
          <a:bodyPr/>
          <a:lstStyle/>
          <a:p>
            <a:endParaRPr lang="en-NL"/>
          </a:p>
        </p:txBody>
      </p:sp>
      <p:sp>
        <p:nvSpPr>
          <p:cNvPr id="53" name="Text 29">
            <a:extLst>
              <a:ext uri="{FF2B5EF4-FFF2-40B4-BE49-F238E27FC236}">
                <a16:creationId xmlns:a16="http://schemas.microsoft.com/office/drawing/2014/main" id="{C2C39F18-8C3A-3FA1-E5F6-C28FA409046F}"/>
              </a:ext>
            </a:extLst>
          </p:cNvPr>
          <p:cNvSpPr/>
          <p:nvPr/>
        </p:nvSpPr>
        <p:spPr>
          <a:xfrm>
            <a:off x="8454542" y="1591056"/>
            <a:ext cx="3054096" cy="457200"/>
          </a:xfrm>
          <a:prstGeom prst="rect">
            <a:avLst/>
          </a:prstGeom>
          <a:noFill/>
          <a:ln/>
        </p:spPr>
        <p:txBody>
          <a:bodyPr wrap="square" rtlCol="0" anchor="ctr"/>
          <a:lstStyle/>
          <a:p>
            <a:pPr marL="0" indent="0" algn="ctr">
              <a:buNone/>
            </a:pPr>
            <a:r>
              <a:rPr lang="en-US" sz="1200" kern="0" spc="100">
                <a:solidFill>
                  <a:srgbClr val="FFFFFF"/>
                </a:solidFill>
                <a:latin typeface="+mj-lt"/>
                <a:ea typeface="Segoe UI Semibold" pitchFamily="34" charset="-122"/>
                <a:cs typeface="Segoe UI Semibold" pitchFamily="34" charset="-120"/>
              </a:rPr>
              <a:t>AVOID</a:t>
            </a:r>
            <a:endParaRPr lang="en-US" sz="1200">
              <a:latin typeface="+mj-lt"/>
            </a:endParaRPr>
          </a:p>
        </p:txBody>
      </p:sp>
      <p:sp>
        <p:nvSpPr>
          <p:cNvPr id="55" name="Shape 30">
            <a:extLst>
              <a:ext uri="{FF2B5EF4-FFF2-40B4-BE49-F238E27FC236}">
                <a16:creationId xmlns:a16="http://schemas.microsoft.com/office/drawing/2014/main" id="{45454D68-F043-86A2-6E7A-E21B27632AF5}"/>
              </a:ext>
            </a:extLst>
          </p:cNvPr>
          <p:cNvSpPr/>
          <p:nvPr/>
        </p:nvSpPr>
        <p:spPr>
          <a:xfrm>
            <a:off x="8454542" y="2176272"/>
            <a:ext cx="3054096" cy="731520"/>
          </a:xfrm>
          <a:prstGeom prst="roundRect">
            <a:avLst>
              <a:gd name="adj" fmla="val 7500"/>
            </a:avLst>
          </a:prstGeom>
          <a:solidFill>
            <a:srgbClr val="FFFFFF"/>
          </a:solidFill>
          <a:ln w="9525">
            <a:solidFill>
              <a:srgbClr val="D8E5EF"/>
            </a:solidFill>
            <a:prstDash val="solid"/>
          </a:ln>
        </p:spPr>
        <p:txBody>
          <a:bodyPr/>
          <a:lstStyle/>
          <a:p>
            <a:endParaRPr lang="en-NL"/>
          </a:p>
        </p:txBody>
      </p:sp>
      <p:sp>
        <p:nvSpPr>
          <p:cNvPr id="57" name="Shape 31">
            <a:extLst>
              <a:ext uri="{FF2B5EF4-FFF2-40B4-BE49-F238E27FC236}">
                <a16:creationId xmlns:a16="http://schemas.microsoft.com/office/drawing/2014/main" id="{6A221D58-F60C-8FB4-B35C-AC9E9ACE954F}"/>
              </a:ext>
            </a:extLst>
          </p:cNvPr>
          <p:cNvSpPr/>
          <p:nvPr/>
        </p:nvSpPr>
        <p:spPr>
          <a:xfrm>
            <a:off x="8454542" y="2176272"/>
            <a:ext cx="91440" cy="731520"/>
          </a:xfrm>
          <a:prstGeom prst="roundRect">
            <a:avLst>
              <a:gd name="adj" fmla="val 40000"/>
            </a:avLst>
          </a:prstGeom>
          <a:solidFill>
            <a:srgbClr val="C239B3"/>
          </a:solidFill>
          <a:ln/>
        </p:spPr>
        <p:txBody>
          <a:bodyPr/>
          <a:lstStyle/>
          <a:p>
            <a:endParaRPr lang="en-NL"/>
          </a:p>
        </p:txBody>
      </p:sp>
      <p:sp>
        <p:nvSpPr>
          <p:cNvPr id="59" name="Text 32">
            <a:extLst>
              <a:ext uri="{FF2B5EF4-FFF2-40B4-BE49-F238E27FC236}">
                <a16:creationId xmlns:a16="http://schemas.microsoft.com/office/drawing/2014/main" id="{09F10138-4F25-BAC2-CC0B-2AE6AAEA2AB6}"/>
              </a:ext>
            </a:extLst>
          </p:cNvPr>
          <p:cNvSpPr/>
          <p:nvPr/>
        </p:nvSpPr>
        <p:spPr>
          <a:xfrm>
            <a:off x="8655710" y="2258568"/>
            <a:ext cx="2834640" cy="256032"/>
          </a:xfrm>
          <a:prstGeom prst="rect">
            <a:avLst/>
          </a:prstGeom>
          <a:noFill/>
          <a:ln/>
        </p:spPr>
        <p:txBody>
          <a:bodyPr wrap="square" rtlCol="0" anchor="ctr"/>
          <a:lstStyle/>
          <a:p>
            <a:pPr marL="0" indent="0">
              <a:buNone/>
            </a:pPr>
            <a:r>
              <a:rPr lang="en-US" sz="1150" b="1">
                <a:solidFill>
                  <a:srgbClr val="071D2B"/>
                </a:solidFill>
                <a:ea typeface="Segoe UI Semibold" pitchFamily="34" charset="-122"/>
                <a:cs typeface="Segoe UI Semibold" pitchFamily="34" charset="-120"/>
              </a:rPr>
              <a:t>Vague descriptions</a:t>
            </a:r>
            <a:endParaRPr lang="en-US" sz="1150"/>
          </a:p>
        </p:txBody>
      </p:sp>
      <p:sp>
        <p:nvSpPr>
          <p:cNvPr id="61" name="Text 33">
            <a:extLst>
              <a:ext uri="{FF2B5EF4-FFF2-40B4-BE49-F238E27FC236}">
                <a16:creationId xmlns:a16="http://schemas.microsoft.com/office/drawing/2014/main" id="{4342222F-BEDA-1619-C7A3-794C951C83DF}"/>
              </a:ext>
            </a:extLst>
          </p:cNvPr>
          <p:cNvSpPr/>
          <p:nvPr/>
        </p:nvSpPr>
        <p:spPr>
          <a:xfrm>
            <a:off x="8655710" y="2505456"/>
            <a:ext cx="2816352" cy="365760"/>
          </a:xfrm>
          <a:prstGeom prst="rect">
            <a:avLst/>
          </a:prstGeom>
          <a:noFill/>
          <a:ln/>
        </p:spPr>
        <p:txBody>
          <a:bodyPr wrap="square" rtlCol="0" anchor="ctr"/>
          <a:lstStyle/>
          <a:p>
            <a:pPr marL="0" indent="0">
              <a:lnSpc>
                <a:spcPct val="95000"/>
              </a:lnSpc>
              <a:buNone/>
            </a:pPr>
            <a:r>
              <a:rPr lang="en-US" sz="950">
                <a:solidFill>
                  <a:srgbClr val="4A5563"/>
                </a:solidFill>
                <a:ea typeface="Segoe UI" pitchFamily="34" charset="-122"/>
                <a:cs typeface="Segoe UI" pitchFamily="34" charset="-120"/>
              </a:rPr>
              <a:t>Weak routing signals make a Skill mis-fire or never trigger.</a:t>
            </a:r>
            <a:endParaRPr lang="en-US" sz="950"/>
          </a:p>
        </p:txBody>
      </p:sp>
      <p:sp>
        <p:nvSpPr>
          <p:cNvPr id="63" name="Shape 34">
            <a:extLst>
              <a:ext uri="{FF2B5EF4-FFF2-40B4-BE49-F238E27FC236}">
                <a16:creationId xmlns:a16="http://schemas.microsoft.com/office/drawing/2014/main" id="{F8A8D2E5-953D-2964-8A9A-C87E2EC14DBE}"/>
              </a:ext>
            </a:extLst>
          </p:cNvPr>
          <p:cNvSpPr/>
          <p:nvPr/>
        </p:nvSpPr>
        <p:spPr>
          <a:xfrm>
            <a:off x="8454542" y="2999232"/>
            <a:ext cx="3054096" cy="731520"/>
          </a:xfrm>
          <a:prstGeom prst="roundRect">
            <a:avLst>
              <a:gd name="adj" fmla="val 7500"/>
            </a:avLst>
          </a:prstGeom>
          <a:solidFill>
            <a:srgbClr val="FFFFFF"/>
          </a:solidFill>
          <a:ln w="9525">
            <a:solidFill>
              <a:srgbClr val="D8E5EF"/>
            </a:solidFill>
            <a:prstDash val="solid"/>
          </a:ln>
        </p:spPr>
        <p:txBody>
          <a:bodyPr/>
          <a:lstStyle/>
          <a:p>
            <a:endParaRPr lang="en-NL"/>
          </a:p>
        </p:txBody>
      </p:sp>
      <p:sp>
        <p:nvSpPr>
          <p:cNvPr id="65" name="Shape 35">
            <a:extLst>
              <a:ext uri="{FF2B5EF4-FFF2-40B4-BE49-F238E27FC236}">
                <a16:creationId xmlns:a16="http://schemas.microsoft.com/office/drawing/2014/main" id="{4F288AB0-0B37-E724-A8A5-D84FE337DCDC}"/>
              </a:ext>
            </a:extLst>
          </p:cNvPr>
          <p:cNvSpPr/>
          <p:nvPr/>
        </p:nvSpPr>
        <p:spPr>
          <a:xfrm>
            <a:off x="8454542" y="2999232"/>
            <a:ext cx="91440" cy="731520"/>
          </a:xfrm>
          <a:prstGeom prst="roundRect">
            <a:avLst>
              <a:gd name="adj" fmla="val 40000"/>
            </a:avLst>
          </a:prstGeom>
          <a:solidFill>
            <a:srgbClr val="C239B3"/>
          </a:solidFill>
          <a:ln/>
        </p:spPr>
        <p:txBody>
          <a:bodyPr/>
          <a:lstStyle/>
          <a:p>
            <a:endParaRPr lang="en-NL"/>
          </a:p>
        </p:txBody>
      </p:sp>
      <p:sp>
        <p:nvSpPr>
          <p:cNvPr id="67" name="Text 36">
            <a:extLst>
              <a:ext uri="{FF2B5EF4-FFF2-40B4-BE49-F238E27FC236}">
                <a16:creationId xmlns:a16="http://schemas.microsoft.com/office/drawing/2014/main" id="{3C705934-1860-8DAF-8658-9C7A3ED0F319}"/>
              </a:ext>
            </a:extLst>
          </p:cNvPr>
          <p:cNvSpPr/>
          <p:nvPr/>
        </p:nvSpPr>
        <p:spPr>
          <a:xfrm>
            <a:off x="8655710" y="3081528"/>
            <a:ext cx="2834640" cy="256032"/>
          </a:xfrm>
          <a:prstGeom prst="rect">
            <a:avLst/>
          </a:prstGeom>
          <a:noFill/>
          <a:ln/>
        </p:spPr>
        <p:txBody>
          <a:bodyPr wrap="square" rtlCol="0" anchor="ctr"/>
          <a:lstStyle/>
          <a:p>
            <a:pPr marL="0" indent="0">
              <a:buNone/>
            </a:pPr>
            <a:r>
              <a:rPr lang="en-US" sz="1150" b="1">
                <a:solidFill>
                  <a:srgbClr val="071D2B"/>
                </a:solidFill>
                <a:ea typeface="Segoe UI Semibold" pitchFamily="34" charset="-122"/>
                <a:cs typeface="Segoe UI Semibold" pitchFamily="34" charset="-120"/>
              </a:rPr>
              <a:t>Mega-skills</a:t>
            </a:r>
            <a:endParaRPr lang="en-US" sz="1150"/>
          </a:p>
        </p:txBody>
      </p:sp>
      <p:sp>
        <p:nvSpPr>
          <p:cNvPr id="69" name="Text 37">
            <a:extLst>
              <a:ext uri="{FF2B5EF4-FFF2-40B4-BE49-F238E27FC236}">
                <a16:creationId xmlns:a16="http://schemas.microsoft.com/office/drawing/2014/main" id="{E9DFD3A6-C4DA-EEB8-E863-362A4D3481E4}"/>
              </a:ext>
            </a:extLst>
          </p:cNvPr>
          <p:cNvSpPr/>
          <p:nvPr/>
        </p:nvSpPr>
        <p:spPr>
          <a:xfrm>
            <a:off x="8655710" y="3328416"/>
            <a:ext cx="2816352" cy="365760"/>
          </a:xfrm>
          <a:prstGeom prst="rect">
            <a:avLst/>
          </a:prstGeom>
          <a:noFill/>
          <a:ln/>
        </p:spPr>
        <p:txBody>
          <a:bodyPr wrap="square" rtlCol="0" anchor="ctr"/>
          <a:lstStyle/>
          <a:p>
            <a:pPr marL="0" indent="0">
              <a:lnSpc>
                <a:spcPct val="95000"/>
              </a:lnSpc>
              <a:buNone/>
            </a:pPr>
            <a:r>
              <a:rPr lang="en-US" sz="950">
                <a:solidFill>
                  <a:srgbClr val="4A5563"/>
                </a:solidFill>
                <a:ea typeface="Segoe UI" pitchFamily="34" charset="-122"/>
                <a:cs typeface="Segoe UI" pitchFamily="34" charset="-120"/>
              </a:rPr>
              <a:t>Broad, do-everything scope blurs intent and overlaps others.</a:t>
            </a:r>
            <a:endParaRPr lang="en-US" sz="950"/>
          </a:p>
        </p:txBody>
      </p:sp>
      <p:sp>
        <p:nvSpPr>
          <p:cNvPr id="71" name="Shape 38">
            <a:extLst>
              <a:ext uri="{FF2B5EF4-FFF2-40B4-BE49-F238E27FC236}">
                <a16:creationId xmlns:a16="http://schemas.microsoft.com/office/drawing/2014/main" id="{7C551945-FAD6-87AB-73A0-A04670BC4A75}"/>
              </a:ext>
            </a:extLst>
          </p:cNvPr>
          <p:cNvSpPr/>
          <p:nvPr/>
        </p:nvSpPr>
        <p:spPr>
          <a:xfrm>
            <a:off x="8454542" y="3822192"/>
            <a:ext cx="3054096" cy="731520"/>
          </a:xfrm>
          <a:prstGeom prst="roundRect">
            <a:avLst>
              <a:gd name="adj" fmla="val 7500"/>
            </a:avLst>
          </a:prstGeom>
          <a:solidFill>
            <a:srgbClr val="FFFFFF"/>
          </a:solidFill>
          <a:ln w="9525">
            <a:solidFill>
              <a:srgbClr val="D8E5EF"/>
            </a:solidFill>
            <a:prstDash val="solid"/>
          </a:ln>
        </p:spPr>
        <p:txBody>
          <a:bodyPr/>
          <a:lstStyle/>
          <a:p>
            <a:endParaRPr lang="en-NL"/>
          </a:p>
        </p:txBody>
      </p:sp>
      <p:sp>
        <p:nvSpPr>
          <p:cNvPr id="73" name="Shape 39">
            <a:extLst>
              <a:ext uri="{FF2B5EF4-FFF2-40B4-BE49-F238E27FC236}">
                <a16:creationId xmlns:a16="http://schemas.microsoft.com/office/drawing/2014/main" id="{C1F2D38A-31BA-DFD7-4B38-B04FAE3F3859}"/>
              </a:ext>
            </a:extLst>
          </p:cNvPr>
          <p:cNvSpPr/>
          <p:nvPr/>
        </p:nvSpPr>
        <p:spPr>
          <a:xfrm>
            <a:off x="8454542" y="3822192"/>
            <a:ext cx="91440" cy="731520"/>
          </a:xfrm>
          <a:prstGeom prst="roundRect">
            <a:avLst>
              <a:gd name="adj" fmla="val 40000"/>
            </a:avLst>
          </a:prstGeom>
          <a:solidFill>
            <a:srgbClr val="C239B3"/>
          </a:solidFill>
          <a:ln/>
        </p:spPr>
        <p:txBody>
          <a:bodyPr/>
          <a:lstStyle/>
          <a:p>
            <a:endParaRPr lang="en-NL"/>
          </a:p>
        </p:txBody>
      </p:sp>
      <p:sp>
        <p:nvSpPr>
          <p:cNvPr id="75" name="Text 40">
            <a:extLst>
              <a:ext uri="{FF2B5EF4-FFF2-40B4-BE49-F238E27FC236}">
                <a16:creationId xmlns:a16="http://schemas.microsoft.com/office/drawing/2014/main" id="{F8067DD6-2EB4-8B08-DE77-423041697EAC}"/>
              </a:ext>
            </a:extLst>
          </p:cNvPr>
          <p:cNvSpPr/>
          <p:nvPr/>
        </p:nvSpPr>
        <p:spPr>
          <a:xfrm>
            <a:off x="8655710" y="3904488"/>
            <a:ext cx="2834640" cy="256032"/>
          </a:xfrm>
          <a:prstGeom prst="rect">
            <a:avLst/>
          </a:prstGeom>
          <a:noFill/>
          <a:ln/>
        </p:spPr>
        <p:txBody>
          <a:bodyPr wrap="square" rtlCol="0" anchor="ctr"/>
          <a:lstStyle/>
          <a:p>
            <a:pPr marL="0" indent="0">
              <a:buNone/>
            </a:pPr>
            <a:r>
              <a:rPr lang="en-US" sz="1150" b="1">
                <a:solidFill>
                  <a:srgbClr val="071D2B"/>
                </a:solidFill>
                <a:ea typeface="Segoe UI Semibold" pitchFamily="34" charset="-122"/>
                <a:cs typeface="Segoe UI Semibold" pitchFamily="34" charset="-120"/>
              </a:rPr>
              <a:t>Fact dumps</a:t>
            </a:r>
            <a:endParaRPr lang="en-US" sz="1150"/>
          </a:p>
        </p:txBody>
      </p:sp>
      <p:sp>
        <p:nvSpPr>
          <p:cNvPr id="77" name="Text 41">
            <a:extLst>
              <a:ext uri="{FF2B5EF4-FFF2-40B4-BE49-F238E27FC236}">
                <a16:creationId xmlns:a16="http://schemas.microsoft.com/office/drawing/2014/main" id="{D63A40FD-14B4-DF26-9376-B8B42DF4630C}"/>
              </a:ext>
            </a:extLst>
          </p:cNvPr>
          <p:cNvSpPr/>
          <p:nvPr/>
        </p:nvSpPr>
        <p:spPr>
          <a:xfrm>
            <a:off x="8655710" y="4151376"/>
            <a:ext cx="2816352" cy="365760"/>
          </a:xfrm>
          <a:prstGeom prst="rect">
            <a:avLst/>
          </a:prstGeom>
          <a:noFill/>
          <a:ln/>
        </p:spPr>
        <p:txBody>
          <a:bodyPr wrap="square" rtlCol="0" anchor="ctr"/>
          <a:lstStyle/>
          <a:p>
            <a:pPr marL="0" indent="0">
              <a:lnSpc>
                <a:spcPct val="95000"/>
              </a:lnSpc>
              <a:buNone/>
            </a:pPr>
            <a:r>
              <a:rPr lang="en-US" sz="950">
                <a:solidFill>
                  <a:srgbClr val="4A5563"/>
                </a:solidFill>
                <a:ea typeface="Segoe UI" pitchFamily="34" charset="-122"/>
                <a:cs typeface="Segoe UI" pitchFamily="34" charset="-120"/>
              </a:rPr>
              <a:t>A Skill guides; it does not replace a Knowledge source.</a:t>
            </a:r>
            <a:endParaRPr lang="en-US" sz="950"/>
          </a:p>
        </p:txBody>
      </p:sp>
      <p:sp>
        <p:nvSpPr>
          <p:cNvPr id="79" name="Shape 42">
            <a:extLst>
              <a:ext uri="{FF2B5EF4-FFF2-40B4-BE49-F238E27FC236}">
                <a16:creationId xmlns:a16="http://schemas.microsoft.com/office/drawing/2014/main" id="{69E30719-0518-964C-AB97-5B4DF7B792B9}"/>
              </a:ext>
            </a:extLst>
          </p:cNvPr>
          <p:cNvSpPr/>
          <p:nvPr/>
        </p:nvSpPr>
        <p:spPr>
          <a:xfrm>
            <a:off x="8454542" y="4645152"/>
            <a:ext cx="3054096" cy="731520"/>
          </a:xfrm>
          <a:prstGeom prst="roundRect">
            <a:avLst>
              <a:gd name="adj" fmla="val 7500"/>
            </a:avLst>
          </a:prstGeom>
          <a:solidFill>
            <a:srgbClr val="FFFFFF"/>
          </a:solidFill>
          <a:ln w="9525">
            <a:solidFill>
              <a:srgbClr val="D8E5EF"/>
            </a:solidFill>
            <a:prstDash val="solid"/>
          </a:ln>
        </p:spPr>
        <p:txBody>
          <a:bodyPr/>
          <a:lstStyle/>
          <a:p>
            <a:endParaRPr lang="en-NL"/>
          </a:p>
        </p:txBody>
      </p:sp>
      <p:sp>
        <p:nvSpPr>
          <p:cNvPr id="81" name="Shape 43">
            <a:extLst>
              <a:ext uri="{FF2B5EF4-FFF2-40B4-BE49-F238E27FC236}">
                <a16:creationId xmlns:a16="http://schemas.microsoft.com/office/drawing/2014/main" id="{6EB1023E-09D9-97B6-A482-785867AE04A1}"/>
              </a:ext>
            </a:extLst>
          </p:cNvPr>
          <p:cNvSpPr/>
          <p:nvPr/>
        </p:nvSpPr>
        <p:spPr>
          <a:xfrm>
            <a:off x="8454542" y="4645152"/>
            <a:ext cx="91440" cy="731520"/>
          </a:xfrm>
          <a:prstGeom prst="roundRect">
            <a:avLst>
              <a:gd name="adj" fmla="val 40000"/>
            </a:avLst>
          </a:prstGeom>
          <a:solidFill>
            <a:srgbClr val="C239B3"/>
          </a:solidFill>
          <a:ln/>
        </p:spPr>
        <p:txBody>
          <a:bodyPr/>
          <a:lstStyle/>
          <a:p>
            <a:endParaRPr lang="en-NL"/>
          </a:p>
        </p:txBody>
      </p:sp>
      <p:sp>
        <p:nvSpPr>
          <p:cNvPr id="83" name="Text 44">
            <a:extLst>
              <a:ext uri="{FF2B5EF4-FFF2-40B4-BE49-F238E27FC236}">
                <a16:creationId xmlns:a16="http://schemas.microsoft.com/office/drawing/2014/main" id="{332C6728-51FB-BB5E-B5D0-D58AD036A980}"/>
              </a:ext>
            </a:extLst>
          </p:cNvPr>
          <p:cNvSpPr/>
          <p:nvPr/>
        </p:nvSpPr>
        <p:spPr>
          <a:xfrm>
            <a:off x="8655710" y="4727448"/>
            <a:ext cx="2834640" cy="256032"/>
          </a:xfrm>
          <a:prstGeom prst="rect">
            <a:avLst/>
          </a:prstGeom>
          <a:noFill/>
          <a:ln/>
        </p:spPr>
        <p:txBody>
          <a:bodyPr wrap="square" rtlCol="0" anchor="ctr"/>
          <a:lstStyle/>
          <a:p>
            <a:pPr marL="0" indent="0">
              <a:buNone/>
            </a:pPr>
            <a:r>
              <a:rPr lang="en-US" sz="1150" b="1">
                <a:solidFill>
                  <a:srgbClr val="071D2B"/>
                </a:solidFill>
                <a:ea typeface="Segoe UI Semibold" pitchFamily="34" charset="-122"/>
                <a:cs typeface="Segoe UI Semibold" pitchFamily="34" charset="-120"/>
              </a:rPr>
              <a:t>Unreviewed Skills</a:t>
            </a:r>
            <a:endParaRPr lang="en-US" sz="1150"/>
          </a:p>
        </p:txBody>
      </p:sp>
      <p:sp>
        <p:nvSpPr>
          <p:cNvPr id="85" name="Text 45">
            <a:extLst>
              <a:ext uri="{FF2B5EF4-FFF2-40B4-BE49-F238E27FC236}">
                <a16:creationId xmlns:a16="http://schemas.microsoft.com/office/drawing/2014/main" id="{DBE6ACB2-D34A-756B-0F7A-E45B9903202C}"/>
              </a:ext>
            </a:extLst>
          </p:cNvPr>
          <p:cNvSpPr/>
          <p:nvPr/>
        </p:nvSpPr>
        <p:spPr>
          <a:xfrm>
            <a:off x="8655710" y="4974336"/>
            <a:ext cx="2816352" cy="365760"/>
          </a:xfrm>
          <a:prstGeom prst="rect">
            <a:avLst/>
          </a:prstGeom>
          <a:noFill/>
          <a:ln/>
        </p:spPr>
        <p:txBody>
          <a:bodyPr wrap="square" rtlCol="0" anchor="ctr"/>
          <a:lstStyle/>
          <a:p>
            <a:pPr marL="0" indent="0">
              <a:lnSpc>
                <a:spcPct val="95000"/>
              </a:lnSpc>
              <a:buNone/>
            </a:pPr>
            <a:r>
              <a:rPr lang="en-US" sz="950">
                <a:solidFill>
                  <a:srgbClr val="4A5563"/>
                </a:solidFill>
                <a:ea typeface="Segoe UI" pitchFamily="34" charset="-122"/>
                <a:cs typeface="Segoe UI" pitchFamily="34" charset="-120"/>
              </a:rPr>
              <a:t>Treat AI or community Skills as untrusted code: review first.</a:t>
            </a:r>
            <a:endParaRPr lang="en-US" sz="950"/>
          </a:p>
        </p:txBody>
      </p:sp>
      <p:sp>
        <p:nvSpPr>
          <p:cNvPr id="87" name="Shape 46">
            <a:extLst>
              <a:ext uri="{FF2B5EF4-FFF2-40B4-BE49-F238E27FC236}">
                <a16:creationId xmlns:a16="http://schemas.microsoft.com/office/drawing/2014/main" id="{2779BC1B-64E1-E98F-9A56-46DC496C690D}"/>
              </a:ext>
            </a:extLst>
          </p:cNvPr>
          <p:cNvSpPr/>
          <p:nvPr/>
        </p:nvSpPr>
        <p:spPr>
          <a:xfrm>
            <a:off x="4175150" y="1426464"/>
            <a:ext cx="3840480" cy="4206240"/>
          </a:xfrm>
          <a:prstGeom prst="roundRect">
            <a:avLst>
              <a:gd name="adj" fmla="val 2381"/>
            </a:avLst>
          </a:prstGeom>
          <a:solidFill>
            <a:srgbClr val="F5F5F5"/>
          </a:solidFill>
          <a:ln w="12700">
            <a:solidFill>
              <a:schemeClr val="bg1">
                <a:lumMod val="95000"/>
              </a:schemeClr>
            </a:solidFill>
            <a:prstDash val="solid"/>
          </a:ln>
        </p:spPr>
        <p:txBody>
          <a:bodyPr/>
          <a:lstStyle/>
          <a:p>
            <a:endParaRPr lang="en-NL"/>
          </a:p>
        </p:txBody>
      </p:sp>
      <p:sp>
        <p:nvSpPr>
          <p:cNvPr id="89" name="Shape 47">
            <a:extLst>
              <a:ext uri="{FF2B5EF4-FFF2-40B4-BE49-F238E27FC236}">
                <a16:creationId xmlns:a16="http://schemas.microsoft.com/office/drawing/2014/main" id="{3BEC4D33-7750-BDFD-2CAB-3F806B59187D}"/>
              </a:ext>
            </a:extLst>
          </p:cNvPr>
          <p:cNvSpPr/>
          <p:nvPr/>
        </p:nvSpPr>
        <p:spPr>
          <a:xfrm>
            <a:off x="4449470" y="1591056"/>
            <a:ext cx="3291840" cy="804672"/>
          </a:xfrm>
          <a:prstGeom prst="roundRect">
            <a:avLst>
              <a:gd name="adj" fmla="val 11364"/>
            </a:avLst>
          </a:prstGeom>
          <a:solidFill>
            <a:srgbClr val="0078D4"/>
          </a:solidFill>
          <a:ln/>
        </p:spPr>
        <p:txBody>
          <a:bodyPr/>
          <a:lstStyle/>
          <a:p>
            <a:endParaRPr lang="en-NL"/>
          </a:p>
        </p:txBody>
      </p:sp>
      <p:sp>
        <p:nvSpPr>
          <p:cNvPr id="91" name="Text 48">
            <a:extLst>
              <a:ext uri="{FF2B5EF4-FFF2-40B4-BE49-F238E27FC236}">
                <a16:creationId xmlns:a16="http://schemas.microsoft.com/office/drawing/2014/main" id="{61A0FFC6-2DBA-C3FD-F2A9-71DE130F867F}"/>
              </a:ext>
            </a:extLst>
          </p:cNvPr>
          <p:cNvSpPr/>
          <p:nvPr/>
        </p:nvSpPr>
        <p:spPr>
          <a:xfrm>
            <a:off x="4449470" y="1591056"/>
            <a:ext cx="3291840" cy="804672"/>
          </a:xfrm>
          <a:prstGeom prst="rect">
            <a:avLst/>
          </a:prstGeom>
          <a:noFill/>
          <a:ln/>
        </p:spPr>
        <p:txBody>
          <a:bodyPr wrap="square" rtlCol="0" anchor="ctr"/>
          <a:lstStyle/>
          <a:p>
            <a:pPr marL="0" indent="0" algn="ctr">
              <a:buNone/>
            </a:pPr>
            <a:r>
              <a:rPr lang="en-US" sz="1700" b="1">
                <a:solidFill>
                  <a:srgbClr val="FFFFFF"/>
                </a:solidFill>
                <a:latin typeface="+mj-lt"/>
                <a:ea typeface="Segoe UI Semibold" pitchFamily="34" charset="-122"/>
                <a:cs typeface="Segoe UI Semibold" pitchFamily="34" charset="-120"/>
              </a:rPr>
              <a:t>SKILL.md</a:t>
            </a:r>
            <a:endParaRPr lang="en-US" sz="1700">
              <a:latin typeface="+mj-lt"/>
            </a:endParaRPr>
          </a:p>
          <a:p>
            <a:pPr marL="0" indent="0" algn="ctr">
              <a:buNone/>
            </a:pPr>
            <a:r>
              <a:rPr lang="en-US" sz="900">
                <a:solidFill>
                  <a:srgbClr val="DCEBFF"/>
                </a:solidFill>
                <a:ea typeface="Segoe UI" pitchFamily="34" charset="-122"/>
                <a:cs typeface="Segoe UI" pitchFamily="34" charset="-120"/>
              </a:rPr>
              <a:t>name + description = routing metadata</a:t>
            </a:r>
            <a:endParaRPr lang="en-US" sz="1700"/>
          </a:p>
        </p:txBody>
      </p:sp>
      <p:sp>
        <p:nvSpPr>
          <p:cNvPr id="93" name="Shape 49">
            <a:extLst>
              <a:ext uri="{FF2B5EF4-FFF2-40B4-BE49-F238E27FC236}">
                <a16:creationId xmlns:a16="http://schemas.microsoft.com/office/drawing/2014/main" id="{6B89A414-0A20-3F4A-3171-9E5375991797}"/>
              </a:ext>
            </a:extLst>
          </p:cNvPr>
          <p:cNvSpPr/>
          <p:nvPr/>
        </p:nvSpPr>
        <p:spPr>
          <a:xfrm>
            <a:off x="4339742" y="2560320"/>
            <a:ext cx="1682496" cy="713232"/>
          </a:xfrm>
          <a:prstGeom prst="roundRect">
            <a:avLst>
              <a:gd name="adj" fmla="val 10256"/>
            </a:avLst>
          </a:prstGeom>
          <a:solidFill>
            <a:srgbClr val="0078D4"/>
          </a:solidFill>
          <a:ln/>
        </p:spPr>
        <p:txBody>
          <a:bodyPr/>
          <a:lstStyle/>
          <a:p>
            <a:endParaRPr lang="en-NL"/>
          </a:p>
        </p:txBody>
      </p:sp>
      <p:sp>
        <p:nvSpPr>
          <p:cNvPr id="95" name="Text 50">
            <a:extLst>
              <a:ext uri="{FF2B5EF4-FFF2-40B4-BE49-F238E27FC236}">
                <a16:creationId xmlns:a16="http://schemas.microsoft.com/office/drawing/2014/main" id="{FCA9A32C-34A5-D1CE-0B74-37E3EDDA0C7B}"/>
              </a:ext>
            </a:extLst>
          </p:cNvPr>
          <p:cNvSpPr/>
          <p:nvPr/>
        </p:nvSpPr>
        <p:spPr>
          <a:xfrm>
            <a:off x="4339742" y="2560320"/>
            <a:ext cx="1682496" cy="713232"/>
          </a:xfrm>
          <a:prstGeom prst="rect">
            <a:avLst/>
          </a:prstGeom>
          <a:noFill/>
          <a:ln/>
        </p:spPr>
        <p:txBody>
          <a:bodyPr wrap="square" rtlCol="0" anchor="ctr"/>
          <a:lstStyle/>
          <a:p>
            <a:pPr marL="0" indent="0" algn="ctr">
              <a:buNone/>
            </a:pPr>
            <a:r>
              <a:rPr lang="en-US" sz="1250" b="1">
                <a:solidFill>
                  <a:srgbClr val="FFFFFF"/>
                </a:solidFill>
                <a:latin typeface="+mj-lt"/>
                <a:ea typeface="Segoe UI Semibold" pitchFamily="34" charset="-122"/>
                <a:cs typeface="Segoe UI Semibold" pitchFamily="34" charset="-120"/>
              </a:rPr>
              <a:t>Skill Instructions</a:t>
            </a:r>
            <a:endParaRPr lang="en-US" sz="1250">
              <a:latin typeface="+mj-lt"/>
            </a:endParaRPr>
          </a:p>
          <a:p>
            <a:pPr marL="0" indent="0" algn="ctr">
              <a:buNone/>
            </a:pPr>
            <a:r>
              <a:rPr lang="en-US" sz="850">
                <a:solidFill>
                  <a:srgbClr val="FFFFFF"/>
                </a:solidFill>
                <a:ea typeface="Segoe UI" pitchFamily="34" charset="-122"/>
                <a:cs typeface="Segoe UI" pitchFamily="34" charset="-120"/>
              </a:rPr>
              <a:t>the core</a:t>
            </a:r>
            <a:endParaRPr lang="en-US" sz="1250"/>
          </a:p>
        </p:txBody>
      </p:sp>
      <p:sp>
        <p:nvSpPr>
          <p:cNvPr id="97" name="Shape 51">
            <a:extLst>
              <a:ext uri="{FF2B5EF4-FFF2-40B4-BE49-F238E27FC236}">
                <a16:creationId xmlns:a16="http://schemas.microsoft.com/office/drawing/2014/main" id="{46C4200F-B446-4146-0269-66FBBED2DB4B}"/>
              </a:ext>
            </a:extLst>
          </p:cNvPr>
          <p:cNvSpPr/>
          <p:nvPr/>
        </p:nvSpPr>
        <p:spPr>
          <a:xfrm>
            <a:off x="6168542" y="2560320"/>
            <a:ext cx="1682496" cy="713232"/>
          </a:xfrm>
          <a:prstGeom prst="roundRect">
            <a:avLst>
              <a:gd name="adj" fmla="val 10256"/>
            </a:avLst>
          </a:prstGeom>
          <a:solidFill>
            <a:srgbClr val="0078D4"/>
          </a:solidFill>
          <a:ln/>
        </p:spPr>
        <p:txBody>
          <a:bodyPr/>
          <a:lstStyle/>
          <a:p>
            <a:endParaRPr lang="en-NL"/>
          </a:p>
        </p:txBody>
      </p:sp>
      <p:sp>
        <p:nvSpPr>
          <p:cNvPr id="99" name="Text 52">
            <a:extLst>
              <a:ext uri="{FF2B5EF4-FFF2-40B4-BE49-F238E27FC236}">
                <a16:creationId xmlns:a16="http://schemas.microsoft.com/office/drawing/2014/main" id="{4C85BEB8-5BF7-CEA2-21B5-AB3789EE8BCF}"/>
              </a:ext>
            </a:extLst>
          </p:cNvPr>
          <p:cNvSpPr/>
          <p:nvPr/>
        </p:nvSpPr>
        <p:spPr>
          <a:xfrm>
            <a:off x="6168542" y="2560320"/>
            <a:ext cx="1682496" cy="713232"/>
          </a:xfrm>
          <a:prstGeom prst="rect">
            <a:avLst/>
          </a:prstGeom>
          <a:noFill/>
          <a:ln/>
        </p:spPr>
        <p:txBody>
          <a:bodyPr wrap="square" rtlCol="0" anchor="ctr"/>
          <a:lstStyle/>
          <a:p>
            <a:pPr marL="0" indent="0" algn="ctr">
              <a:buNone/>
            </a:pPr>
            <a:r>
              <a:rPr lang="en-US" sz="1250" b="1">
                <a:solidFill>
                  <a:srgbClr val="FFFFFF"/>
                </a:solidFill>
                <a:latin typeface="+mj-lt"/>
                <a:ea typeface="Segoe UI Semibold" pitchFamily="34" charset="-122"/>
                <a:cs typeface="Segoe UI Semibold" pitchFamily="34" charset="-120"/>
              </a:rPr>
              <a:t>Examples</a:t>
            </a:r>
            <a:endParaRPr lang="en-US" sz="1250">
              <a:latin typeface="+mj-lt"/>
            </a:endParaRPr>
          </a:p>
          <a:p>
            <a:pPr marL="0" indent="0" algn="ctr">
              <a:buNone/>
            </a:pPr>
            <a:r>
              <a:rPr lang="en-US" sz="850">
                <a:solidFill>
                  <a:srgbClr val="FFFFFF"/>
                </a:solidFill>
                <a:ea typeface="Segoe UI" pitchFamily="34" charset="-122"/>
                <a:cs typeface="Segoe UI" pitchFamily="34" charset="-120"/>
              </a:rPr>
              <a:t>show, don't tell</a:t>
            </a:r>
            <a:endParaRPr lang="en-US" sz="1250"/>
          </a:p>
        </p:txBody>
      </p:sp>
      <p:sp>
        <p:nvSpPr>
          <p:cNvPr id="101" name="Shape 53">
            <a:extLst>
              <a:ext uri="{FF2B5EF4-FFF2-40B4-BE49-F238E27FC236}">
                <a16:creationId xmlns:a16="http://schemas.microsoft.com/office/drawing/2014/main" id="{989939EE-8339-947B-076C-C1DFD09D7DAA}"/>
              </a:ext>
            </a:extLst>
          </p:cNvPr>
          <p:cNvSpPr/>
          <p:nvPr/>
        </p:nvSpPr>
        <p:spPr>
          <a:xfrm>
            <a:off x="4339742" y="3401568"/>
            <a:ext cx="1682496" cy="713232"/>
          </a:xfrm>
          <a:prstGeom prst="roundRect">
            <a:avLst>
              <a:gd name="adj" fmla="val 10256"/>
            </a:avLst>
          </a:prstGeom>
          <a:solidFill>
            <a:srgbClr val="0078D4"/>
          </a:solidFill>
          <a:ln/>
        </p:spPr>
        <p:txBody>
          <a:bodyPr/>
          <a:lstStyle/>
          <a:p>
            <a:endParaRPr lang="en-NL"/>
          </a:p>
        </p:txBody>
      </p:sp>
      <p:sp>
        <p:nvSpPr>
          <p:cNvPr id="103" name="Text 54">
            <a:extLst>
              <a:ext uri="{FF2B5EF4-FFF2-40B4-BE49-F238E27FC236}">
                <a16:creationId xmlns:a16="http://schemas.microsoft.com/office/drawing/2014/main" id="{DA10D9CF-CC66-1E95-E2A0-3590AEA0E851}"/>
              </a:ext>
            </a:extLst>
          </p:cNvPr>
          <p:cNvSpPr/>
          <p:nvPr/>
        </p:nvSpPr>
        <p:spPr>
          <a:xfrm>
            <a:off x="4339742" y="3401568"/>
            <a:ext cx="1682496" cy="713232"/>
          </a:xfrm>
          <a:prstGeom prst="rect">
            <a:avLst/>
          </a:prstGeom>
          <a:noFill/>
          <a:ln/>
        </p:spPr>
        <p:txBody>
          <a:bodyPr wrap="square" rtlCol="0" anchor="ctr"/>
          <a:lstStyle/>
          <a:p>
            <a:pPr marL="0" indent="0" algn="ctr">
              <a:buNone/>
            </a:pPr>
            <a:r>
              <a:rPr lang="en-US" sz="1250" b="1">
                <a:solidFill>
                  <a:srgbClr val="FFFFFF"/>
                </a:solidFill>
                <a:latin typeface="+mj-lt"/>
                <a:ea typeface="Segoe UI Semibold" pitchFamily="34" charset="-122"/>
                <a:cs typeface="Segoe UI Semibold" pitchFamily="34" charset="-120"/>
              </a:rPr>
              <a:t>Resources</a:t>
            </a:r>
            <a:endParaRPr lang="en-US" sz="1250">
              <a:latin typeface="+mj-lt"/>
            </a:endParaRPr>
          </a:p>
          <a:p>
            <a:pPr marL="0" indent="0" algn="ctr">
              <a:buNone/>
            </a:pPr>
            <a:r>
              <a:rPr lang="en-US" sz="850">
                <a:solidFill>
                  <a:srgbClr val="FFFFFF"/>
                </a:solidFill>
                <a:ea typeface="Segoe UI" pitchFamily="34" charset="-122"/>
                <a:cs typeface="Segoe UI" pitchFamily="34" charset="-120"/>
              </a:rPr>
              <a:t>files, templates</a:t>
            </a:r>
            <a:endParaRPr lang="en-US" sz="1250"/>
          </a:p>
        </p:txBody>
      </p:sp>
      <p:sp>
        <p:nvSpPr>
          <p:cNvPr id="105" name="Shape 55">
            <a:extLst>
              <a:ext uri="{FF2B5EF4-FFF2-40B4-BE49-F238E27FC236}">
                <a16:creationId xmlns:a16="http://schemas.microsoft.com/office/drawing/2014/main" id="{6890348F-700A-038D-86A8-F492B792BEB1}"/>
              </a:ext>
            </a:extLst>
          </p:cNvPr>
          <p:cNvSpPr/>
          <p:nvPr/>
        </p:nvSpPr>
        <p:spPr>
          <a:xfrm>
            <a:off x="6168542" y="3401568"/>
            <a:ext cx="1682496" cy="713232"/>
          </a:xfrm>
          <a:prstGeom prst="roundRect">
            <a:avLst>
              <a:gd name="adj" fmla="val 10256"/>
            </a:avLst>
          </a:prstGeom>
          <a:solidFill>
            <a:srgbClr val="0078D4"/>
          </a:solidFill>
          <a:ln/>
        </p:spPr>
        <p:txBody>
          <a:bodyPr/>
          <a:lstStyle/>
          <a:p>
            <a:endParaRPr lang="en-NL"/>
          </a:p>
        </p:txBody>
      </p:sp>
      <p:sp>
        <p:nvSpPr>
          <p:cNvPr id="107" name="Text 56">
            <a:extLst>
              <a:ext uri="{FF2B5EF4-FFF2-40B4-BE49-F238E27FC236}">
                <a16:creationId xmlns:a16="http://schemas.microsoft.com/office/drawing/2014/main" id="{55940306-EEEE-E3DF-13D7-F52333F32D76}"/>
              </a:ext>
            </a:extLst>
          </p:cNvPr>
          <p:cNvSpPr/>
          <p:nvPr/>
        </p:nvSpPr>
        <p:spPr>
          <a:xfrm>
            <a:off x="6168542" y="3401568"/>
            <a:ext cx="1682496" cy="713232"/>
          </a:xfrm>
          <a:prstGeom prst="rect">
            <a:avLst/>
          </a:prstGeom>
          <a:noFill/>
          <a:ln/>
        </p:spPr>
        <p:txBody>
          <a:bodyPr wrap="square" rtlCol="0" anchor="ctr"/>
          <a:lstStyle/>
          <a:p>
            <a:pPr marL="0" indent="0" algn="ctr">
              <a:buNone/>
            </a:pPr>
            <a:r>
              <a:rPr lang="en-US" sz="1250" b="1">
                <a:solidFill>
                  <a:srgbClr val="FFFFFF"/>
                </a:solidFill>
                <a:latin typeface="+mj-lt"/>
                <a:ea typeface="Segoe UI Semibold" pitchFamily="34" charset="-122"/>
                <a:cs typeface="Segoe UI Semibold" pitchFamily="34" charset="-120"/>
              </a:rPr>
              <a:t>Scripts</a:t>
            </a:r>
            <a:endParaRPr lang="en-US" sz="1250">
              <a:latin typeface="+mj-lt"/>
            </a:endParaRPr>
          </a:p>
          <a:p>
            <a:pPr marL="0" indent="0" algn="ctr">
              <a:buNone/>
            </a:pPr>
            <a:r>
              <a:rPr lang="en-US" sz="850">
                <a:solidFill>
                  <a:srgbClr val="FFFFFF"/>
                </a:solidFill>
                <a:ea typeface="Segoe UI" pitchFamily="34" charset="-122"/>
                <a:cs typeface="Segoe UI" pitchFamily="34" charset="-120"/>
              </a:rPr>
              <a:t>executable code</a:t>
            </a:r>
            <a:endParaRPr lang="en-US" sz="1250"/>
          </a:p>
        </p:txBody>
      </p:sp>
      <p:sp>
        <p:nvSpPr>
          <p:cNvPr id="109" name="Shape 57">
            <a:extLst>
              <a:ext uri="{FF2B5EF4-FFF2-40B4-BE49-F238E27FC236}">
                <a16:creationId xmlns:a16="http://schemas.microsoft.com/office/drawing/2014/main" id="{4E83BB87-708F-D6D7-2822-04175BC5D52E}"/>
              </a:ext>
            </a:extLst>
          </p:cNvPr>
          <p:cNvSpPr/>
          <p:nvPr/>
        </p:nvSpPr>
        <p:spPr>
          <a:xfrm>
            <a:off x="4339742" y="4261104"/>
            <a:ext cx="3511296" cy="1207008"/>
          </a:xfrm>
          <a:prstGeom prst="roundRect">
            <a:avLst>
              <a:gd name="adj" fmla="val 6061"/>
            </a:avLst>
          </a:prstGeom>
          <a:solidFill>
            <a:srgbClr val="FFFFFF"/>
          </a:solidFill>
          <a:ln w="9525">
            <a:solidFill>
              <a:srgbClr val="D8E5EF"/>
            </a:solidFill>
            <a:prstDash val="solid"/>
          </a:ln>
        </p:spPr>
        <p:txBody>
          <a:bodyPr/>
          <a:lstStyle/>
          <a:p>
            <a:endParaRPr lang="en-NL"/>
          </a:p>
        </p:txBody>
      </p:sp>
      <p:sp>
        <p:nvSpPr>
          <p:cNvPr id="111" name="Text 58">
            <a:extLst>
              <a:ext uri="{FF2B5EF4-FFF2-40B4-BE49-F238E27FC236}">
                <a16:creationId xmlns:a16="http://schemas.microsoft.com/office/drawing/2014/main" id="{961D78A4-CCE5-687F-FE8C-57F26AF039E7}"/>
              </a:ext>
            </a:extLst>
          </p:cNvPr>
          <p:cNvSpPr/>
          <p:nvPr/>
        </p:nvSpPr>
        <p:spPr>
          <a:xfrm>
            <a:off x="4467758" y="4261104"/>
            <a:ext cx="3255264" cy="1207008"/>
          </a:xfrm>
          <a:prstGeom prst="rect">
            <a:avLst/>
          </a:prstGeom>
          <a:noFill/>
          <a:ln/>
        </p:spPr>
        <p:txBody>
          <a:bodyPr wrap="square" rtlCol="0" anchor="ctr"/>
          <a:lstStyle/>
          <a:p>
            <a:pPr marL="0" indent="0" algn="ctr">
              <a:lnSpc>
                <a:spcPct val="100000"/>
              </a:lnSpc>
              <a:buNone/>
            </a:pPr>
            <a:r>
              <a:rPr lang="en-US" sz="1050" b="1">
                <a:solidFill>
                  <a:srgbClr val="071D2B"/>
                </a:solidFill>
                <a:ea typeface="Segoe UI" pitchFamily="34" charset="-122"/>
                <a:cs typeface="Segoe UI" pitchFamily="34" charset="-120"/>
              </a:rPr>
              <a:t>Metadata sits in context by default. </a:t>
            </a:r>
            <a:r>
              <a:rPr lang="en-US" sz="1050">
                <a:solidFill>
                  <a:srgbClr val="4A5563"/>
                </a:solidFill>
                <a:ea typeface="Segoe UI" pitchFamily="34" charset="-122"/>
                <a:cs typeface="Segoe UI" pitchFamily="34" charset="-120"/>
              </a:rPr>
              <a:t>Full content loads only when a scenario matches.</a:t>
            </a:r>
            <a:endParaRPr lang="en-US" sz="1050"/>
          </a:p>
        </p:txBody>
      </p:sp>
      <p:sp>
        <p:nvSpPr>
          <p:cNvPr id="119" name="Text Placeholder 4">
            <a:extLst>
              <a:ext uri="{FF2B5EF4-FFF2-40B4-BE49-F238E27FC236}">
                <a16:creationId xmlns:a16="http://schemas.microsoft.com/office/drawing/2014/main" id="{069C22D8-F418-419D-8F26-D0F3CB642099}"/>
              </a:ext>
            </a:extLst>
          </p:cNvPr>
          <p:cNvSpPr txBox="1">
            <a:spLocks/>
          </p:cNvSpPr>
          <p:nvPr/>
        </p:nvSpPr>
        <p:spPr>
          <a:xfrm>
            <a:off x="1939924" y="6347459"/>
            <a:ext cx="9680575" cy="153888"/>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en-NL" sz="1000"/>
              <a:t>Reusable assets, like skills, instructions, and descriptions, still need evaluation per runtime and model combination.</a:t>
            </a:r>
          </a:p>
        </p:txBody>
      </p:sp>
      <p:sp>
        <p:nvSpPr>
          <p:cNvPr id="4" name="Eyebrow">
            <a:extLst>
              <a:ext uri="{FF2B5EF4-FFF2-40B4-BE49-F238E27FC236}">
                <a16:creationId xmlns:a16="http://schemas.microsoft.com/office/drawing/2014/main" id="{466A53F4-6B09-688B-12DB-24482FB89153}"/>
              </a:ext>
            </a:extLst>
          </p:cNvPr>
          <p:cNvSpPr/>
          <p:nvPr/>
        </p:nvSpPr>
        <p:spPr>
          <a:xfrm>
            <a:off x="517550" y="310896"/>
            <a:ext cx="8229600" cy="153888"/>
          </a:xfrm>
          <a:prstGeom prst="rect">
            <a:avLst/>
          </a:prstGeom>
        </p:spPr>
        <p:txBody>
          <a:bodyPr vert="horz" wrap="square" lIns="0" tIns="0" rIns="0" bIns="0" rtlCol="0">
            <a:spAutoFit/>
          </a:bodyPr>
          <a:lstStyle/>
          <a:p>
            <a:pPr defTabSz="932742">
              <a:spcBef>
                <a:spcPct val="20000"/>
              </a:spcBef>
              <a:buSzPct val="90000"/>
            </a:pPr>
            <a:r>
              <a:rPr lang="en-US" sz="1000" cap="all">
                <a:solidFill>
                  <a:srgbClr val="4B5563"/>
                </a:solidFill>
                <a:latin typeface="Aptos"/>
                <a:cs typeface="Segoe Sans Display" pitchFamily="2" charset="0"/>
              </a:rPr>
              <a:t>AGENTS · BUILDING · SKILLS</a:t>
            </a:r>
          </a:p>
        </p:txBody>
      </p:sp>
      <p:sp>
        <p:nvSpPr>
          <p:cNvPr id="5" name="Takeaway Banner">
            <a:extLst>
              <a:ext uri="{FF2B5EF4-FFF2-40B4-BE49-F238E27FC236}">
                <a16:creationId xmlns:a16="http://schemas.microsoft.com/office/drawing/2014/main" id="{8BC893B1-CD0D-ABAB-AD06-0C3DFA67ABAD}"/>
              </a:ext>
            </a:extLst>
          </p:cNvPr>
          <p:cNvSpPr/>
          <p:nvPr/>
        </p:nvSpPr>
        <p:spPr>
          <a:xfrm>
            <a:off x="549554" y="5775640"/>
            <a:ext cx="11091672" cy="402336"/>
          </a:xfrm>
          <a:prstGeom prst="roundRect">
            <a:avLst>
              <a:gd name="adj" fmla="val 12000"/>
            </a:avLst>
          </a:prstGeom>
          <a:solidFill>
            <a:srgbClr val="FAF8FA"/>
          </a:solidFill>
          <a:ln w="12700">
            <a:solidFill>
              <a:schemeClr val="bg1"/>
            </a:solidFill>
          </a:ln>
          <a:effectLst>
            <a:outerShdw blurRad="50800" dist="38100" dir="5400000" algn="t" rotWithShape="0">
              <a:prstClr val="black">
                <a:alpha val="40000"/>
              </a:prstClr>
            </a:outerShdw>
          </a:effectLst>
        </p:spPr>
        <p:txBody>
          <a:bodyPr lIns="182880" tIns="18288" rIns="182880" bIns="18288" rtlCol="0" anchor="ctr"/>
          <a:lstStyle/>
          <a:p>
            <a:pPr algn="ctr"/>
            <a:r>
              <a:rPr lang="en-GB" sz="1300" b="1" dirty="0">
                <a:latin typeface="+mj-lt"/>
                <a:cs typeface="Segoe UI" pitchFamily="34" charset="0"/>
              </a:rPr>
              <a:t>A Skill is just instructions and resources, loaded on demand. Keep it scenario-specific, name it precisely, and test that it fires.</a:t>
            </a:r>
          </a:p>
        </p:txBody>
      </p:sp>
    </p:spTree>
    <p:extLst>
      <p:ext uri="{BB962C8B-B14F-4D97-AF65-F5344CB8AC3E}">
        <p14:creationId xmlns:p14="http://schemas.microsoft.com/office/powerpoint/2010/main" val="189371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4BC4E-8AB8-2ABF-AF1F-E919B90ECBB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35D9AB1-D0F3-F802-B9ED-380EF82E0F46}"/>
              </a:ext>
            </a:extLst>
          </p:cNvPr>
          <p:cNvSpPr>
            <a:spLocks noGrp="1"/>
          </p:cNvSpPr>
          <p:nvPr>
            <p:ph type="ctrTitle"/>
          </p:nvPr>
        </p:nvSpPr>
        <p:spPr>
          <a:xfrm>
            <a:off x="1468395" y="1937909"/>
            <a:ext cx="9144000" cy="2387600"/>
          </a:xfrm>
        </p:spPr>
        <p:txBody>
          <a:bodyPr>
            <a:normAutofit/>
          </a:bodyPr>
          <a:lstStyle/>
          <a:p>
            <a:r>
              <a:rPr lang="en-US" sz="11500" b="1" dirty="0">
                <a:solidFill>
                  <a:schemeClr val="tx1">
                    <a:lumMod val="65000"/>
                    <a:lumOff val="35000"/>
                  </a:schemeClr>
                </a:solidFill>
              </a:rPr>
              <a:t>SANDBOX</a:t>
            </a:r>
            <a:endParaRPr lang="en-US" sz="11500" b="1" dirty="0">
              <a:solidFill>
                <a:schemeClr val="accent4">
                  <a:lumMod val="75000"/>
                </a:schemeClr>
              </a:solidFill>
            </a:endParaRPr>
          </a:p>
        </p:txBody>
      </p:sp>
      <p:sp>
        <p:nvSpPr>
          <p:cNvPr id="8" name="Rectangle 7">
            <a:extLst>
              <a:ext uri="{FF2B5EF4-FFF2-40B4-BE49-F238E27FC236}">
                <a16:creationId xmlns:a16="http://schemas.microsoft.com/office/drawing/2014/main" id="{50AEE318-449E-EF81-B3E5-0E1901C7E070}"/>
              </a:ext>
            </a:extLst>
          </p:cNvPr>
          <p:cNvSpPr/>
          <p:nvPr/>
        </p:nvSpPr>
        <p:spPr>
          <a:xfrm>
            <a:off x="0" y="0"/>
            <a:ext cx="12188952" cy="54864"/>
          </a:xfrm>
          <a:prstGeom prst="rect">
            <a:avLst/>
          </a:prstGeom>
          <a:solidFill>
            <a:srgbClr val="C239B3"/>
          </a:solidFill>
          <a:ln w="12700">
            <a:solidFill>
              <a:srgbClr val="C239B3"/>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spTree>
    <p:extLst>
      <p:ext uri="{BB962C8B-B14F-4D97-AF65-F5344CB8AC3E}">
        <p14:creationId xmlns:p14="http://schemas.microsoft.com/office/powerpoint/2010/main" val="3789481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9654E-82DB-F9E8-2EDC-68C347A2FE5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BD3F94E-B1AC-19B3-05CB-69D0A8B737C2}"/>
              </a:ext>
            </a:extLst>
          </p:cNvPr>
          <p:cNvSpPr/>
          <p:nvPr/>
        </p:nvSpPr>
        <p:spPr>
          <a:xfrm>
            <a:off x="0" y="0"/>
            <a:ext cx="12188952" cy="54864"/>
          </a:xfrm>
          <a:prstGeom prst="rect">
            <a:avLst/>
          </a:prstGeom>
          <a:solidFill>
            <a:srgbClr val="C239B3"/>
          </a:solidFill>
          <a:ln w="12700">
            <a:solidFill>
              <a:srgbClr val="C239B3"/>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19" name="Eyebrow">
            <a:extLst>
              <a:ext uri="{FF2B5EF4-FFF2-40B4-BE49-F238E27FC236}">
                <a16:creationId xmlns:a16="http://schemas.microsoft.com/office/drawing/2014/main" id="{D9955C44-BEA4-59A6-1924-34FBD15233CC}"/>
              </a:ext>
            </a:extLst>
          </p:cNvPr>
          <p:cNvSpPr/>
          <p:nvPr/>
        </p:nvSpPr>
        <p:spPr>
          <a:xfrm>
            <a:off x="502920" y="310896"/>
            <a:ext cx="8229600" cy="161583"/>
          </a:xfrm>
          <a:prstGeom prst="rect">
            <a:avLst/>
          </a:prstGeom>
        </p:spPr>
        <p:txBody>
          <a:bodyPr vert="horz" wrap="square" lIns="0" tIns="0" rIns="0" bIns="0" rtlCol="0">
            <a:spAutoFit/>
          </a:bodyPr>
          <a:lstStyle/>
          <a:p>
            <a:pPr marL="0" marR="0" lvl="0" indent="0" algn="l" defTabSz="932742" rtl="0" eaLnBrk="1" fontAlgn="auto" latinLnBrk="0" hangingPunct="1">
              <a:lnSpc>
                <a:spcPct val="100000"/>
              </a:lnSpc>
              <a:spcBef>
                <a:spcPct val="20000"/>
              </a:spcBef>
              <a:spcAft>
                <a:spcPts val="0"/>
              </a:spcAft>
              <a:buClrTx/>
              <a:buSzPct val="90000"/>
              <a:buFontTx/>
              <a:buNone/>
              <a:tabLst/>
              <a:defRPr/>
            </a:pPr>
            <a:r>
              <a:rPr kumimoji="0" sz="1050" b="0" i="0" u="none" strike="noStrike" kern="1200" cap="none" spc="0" normalizeH="0" baseline="0" noProof="0">
                <a:ln>
                  <a:noFill/>
                </a:ln>
                <a:solidFill>
                  <a:srgbClr val="394656"/>
                </a:solidFill>
                <a:effectLst/>
                <a:uLnTx/>
                <a:uFillTx/>
                <a:latin typeface="Aptos"/>
                <a:ea typeface="+mn-ea"/>
                <a:cs typeface="+mn-cs"/>
              </a:rPr>
              <a:t>AGENTS · BUILDING · </a:t>
            </a:r>
            <a:r>
              <a:rPr lang="it-IT" sz="1050">
                <a:solidFill>
                  <a:srgbClr val="394656"/>
                </a:solidFill>
                <a:latin typeface="Aptos"/>
              </a:rPr>
              <a:t>AGENT </a:t>
            </a:r>
            <a:r>
              <a:rPr kumimoji="0" lang="it-IT" sz="1050" b="0" i="0" u="none" strike="noStrike" kern="1200" cap="none" spc="0" normalizeH="0" baseline="0" noProof="0">
                <a:ln>
                  <a:noFill/>
                </a:ln>
                <a:solidFill>
                  <a:srgbClr val="394656"/>
                </a:solidFill>
                <a:effectLst/>
                <a:uLnTx/>
                <a:uFillTx/>
                <a:latin typeface="Aptos"/>
                <a:ea typeface="+mn-ea"/>
                <a:cs typeface="+mn-cs"/>
              </a:rPr>
              <a:t>SANDBOX (</a:t>
            </a:r>
            <a:r>
              <a:rPr kumimoji="0" sz="1050" b="0" i="0" u="none" strike="noStrike" kern="1200" cap="none" spc="0" normalizeH="0" baseline="0" noProof="0">
                <a:ln>
                  <a:noFill/>
                </a:ln>
                <a:solidFill>
                  <a:srgbClr val="394656"/>
                </a:solidFill>
                <a:effectLst/>
                <a:uLnTx/>
                <a:uFillTx/>
                <a:latin typeface="Aptos"/>
                <a:ea typeface="+mn-ea"/>
                <a:cs typeface="+mn-cs"/>
              </a:rPr>
              <a:t>CODE </a:t>
            </a:r>
            <a:r>
              <a:rPr kumimoji="0" lang="it-IT" sz="1050" b="0" i="0" u="none" strike="noStrike" kern="1200" cap="none" spc="0" normalizeH="0" baseline="0" noProof="0">
                <a:ln>
                  <a:noFill/>
                </a:ln>
                <a:solidFill>
                  <a:srgbClr val="394656"/>
                </a:solidFill>
                <a:effectLst/>
                <a:uLnTx/>
                <a:uFillTx/>
                <a:latin typeface="Aptos"/>
                <a:ea typeface="+mn-ea"/>
                <a:cs typeface="+mn-cs"/>
              </a:rPr>
              <a:t>EXECUTION)</a:t>
            </a:r>
            <a:endParaRPr kumimoji="0" sz="1050" b="0" i="0" u="none" strike="noStrike" kern="1200" cap="none" spc="0" normalizeH="0" baseline="0" noProof="0">
              <a:ln>
                <a:noFill/>
              </a:ln>
              <a:solidFill>
                <a:srgbClr val="394656"/>
              </a:solidFill>
              <a:effectLst/>
              <a:uLnTx/>
              <a:uFillTx/>
              <a:latin typeface="Aptos"/>
              <a:ea typeface="+mn-ea"/>
              <a:cs typeface="+mn-cs"/>
            </a:endParaRPr>
          </a:p>
        </p:txBody>
      </p:sp>
      <p:sp>
        <p:nvSpPr>
          <p:cNvPr id="20" name="TextBox 19"/>
          <p:cNvSpPr txBox="1"/>
          <p:nvPr/>
        </p:nvSpPr>
        <p:spPr>
          <a:xfrm>
            <a:off x="493776" y="566928"/>
            <a:ext cx="10881360" cy="43088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61827"/>
                </a:solidFill>
                <a:effectLst/>
                <a:uLnTx/>
                <a:uFillTx/>
                <a:latin typeface="+mj-lt"/>
                <a:ea typeface="+mn-ea"/>
                <a:cs typeface="+mn-cs"/>
              </a:rPr>
              <a:t>Agent Sandbox: execute code when reasoning is not enough</a:t>
            </a:r>
          </a:p>
        </p:txBody>
      </p:sp>
      <p:sp>
        <p:nvSpPr>
          <p:cNvPr id="21" name="TextBox 20"/>
          <p:cNvSpPr txBox="1"/>
          <p:nvPr/>
        </p:nvSpPr>
        <p:spPr>
          <a:xfrm>
            <a:off x="502920" y="1097280"/>
            <a:ext cx="10698480" cy="227755"/>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srgbClr val="576270"/>
                </a:solidFill>
                <a:effectLst/>
                <a:uLnTx/>
                <a:uFillTx/>
                <a:ea typeface="+mn-ea"/>
                <a:cs typeface="+mn-cs"/>
              </a:rPr>
              <a:t>The orchestrator can write and run scripts in an isolated Linux/Python workspace for deterministic work inside the loop.</a:t>
            </a:r>
          </a:p>
        </p:txBody>
      </p:sp>
      <p:sp>
        <p:nvSpPr>
          <p:cNvPr id="22" name="Rounded Rectangle 21"/>
          <p:cNvSpPr/>
          <p:nvPr/>
        </p:nvSpPr>
        <p:spPr>
          <a:xfrm>
            <a:off x="566928" y="1581912"/>
            <a:ext cx="6537960" cy="3939904"/>
          </a:xfrm>
          <a:prstGeom prst="roundRect">
            <a:avLst>
              <a:gd name="adj" fmla="val 4803"/>
            </a:avLst>
          </a:prstGeom>
          <a:solidFill>
            <a:srgbClr val="F7FBFE"/>
          </a:solidFill>
          <a:ln w="12700">
            <a:solidFill>
              <a:srgbClr val="D3E6F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23" name="Rounded Rectangle 22"/>
          <p:cNvSpPr/>
          <p:nvPr/>
        </p:nvSpPr>
        <p:spPr>
          <a:xfrm>
            <a:off x="768096" y="1792224"/>
            <a:ext cx="6126480" cy="429768"/>
          </a:xfrm>
          <a:prstGeom prst="roundRect">
            <a:avLst/>
          </a:prstGeom>
          <a:solidFill>
            <a:srgbClr val="0078D4"/>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mj-lt"/>
                <a:ea typeface="+mn-ea"/>
                <a:cs typeface="+mn-cs"/>
              </a:rPr>
              <a:t>What the agent can do inside the sandbox</a:t>
            </a:r>
          </a:p>
        </p:txBody>
      </p:sp>
      <p:sp>
        <p:nvSpPr>
          <p:cNvPr id="24" name="Rounded Rectangle 23"/>
          <p:cNvSpPr/>
          <p:nvPr/>
        </p:nvSpPr>
        <p:spPr>
          <a:xfrm>
            <a:off x="868680" y="2496312"/>
            <a:ext cx="82296" cy="82296"/>
          </a:xfrm>
          <a:prstGeom prst="roundRect">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ea typeface="+mn-ea"/>
              <a:cs typeface="+mn-cs"/>
            </a:endParaRPr>
          </a:p>
        </p:txBody>
      </p:sp>
      <p:sp>
        <p:nvSpPr>
          <p:cNvPr id="25" name="TextBox 24"/>
          <p:cNvSpPr txBox="1"/>
          <p:nvPr/>
        </p:nvSpPr>
        <p:spPr>
          <a:xfrm>
            <a:off x="1033271" y="2432304"/>
            <a:ext cx="2578608" cy="33855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61827"/>
                </a:solidFill>
                <a:effectLst/>
                <a:uLnTx/>
                <a:uFillTx/>
                <a:ea typeface="+mn-ea"/>
                <a:cs typeface="+mn-cs"/>
              </a:rPr>
              <a:t>Run commands: </a:t>
            </a:r>
            <a:r>
              <a:rPr kumimoji="0" lang="en-US" sz="1100" b="0" i="0" u="none" strike="noStrike" kern="1200" cap="none" spc="0" normalizeH="0" baseline="0" noProof="0" dirty="0">
                <a:ln>
                  <a:noFill/>
                </a:ln>
                <a:solidFill>
                  <a:srgbClr val="475467"/>
                </a:solidFill>
                <a:effectLst/>
                <a:uLnTx/>
                <a:uFillTx/>
                <a:ea typeface="+mn-ea"/>
                <a:cs typeface="+mn-cs"/>
              </a:rPr>
              <a:t>Bash/Linux utilities for local file, table, and validation tasks.</a:t>
            </a:r>
          </a:p>
        </p:txBody>
      </p:sp>
      <p:sp>
        <p:nvSpPr>
          <p:cNvPr id="26" name="Rounded Rectangle 25"/>
          <p:cNvSpPr/>
          <p:nvPr/>
        </p:nvSpPr>
        <p:spPr>
          <a:xfrm>
            <a:off x="3858768" y="2496312"/>
            <a:ext cx="82296" cy="82296"/>
          </a:xfrm>
          <a:prstGeom prst="roundRect">
            <a:avLst/>
          </a:prstGeom>
          <a:solidFill>
            <a:srgbClr val="C233B8"/>
          </a:solidFill>
          <a:ln>
            <a:solidFill>
              <a:srgbClr val="C233B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ea typeface="+mn-ea"/>
              <a:cs typeface="+mn-cs"/>
            </a:endParaRPr>
          </a:p>
        </p:txBody>
      </p:sp>
      <p:sp>
        <p:nvSpPr>
          <p:cNvPr id="27" name="TextBox 26"/>
          <p:cNvSpPr txBox="1"/>
          <p:nvPr/>
        </p:nvSpPr>
        <p:spPr>
          <a:xfrm>
            <a:off x="4023359" y="2432304"/>
            <a:ext cx="2624327" cy="33855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61827"/>
                </a:solidFill>
                <a:effectLst/>
                <a:uLnTx/>
                <a:uFillTx/>
                <a:ea typeface="+mn-ea"/>
                <a:cs typeface="+mn-cs"/>
              </a:rPr>
              <a:t>Write scripts: </a:t>
            </a:r>
            <a:r>
              <a:rPr kumimoji="0" lang="en-US" sz="1100" b="0" i="0" u="none" strike="noStrike" kern="1200" cap="none" spc="0" normalizeH="0" baseline="0" noProof="0" dirty="0">
                <a:ln>
                  <a:noFill/>
                </a:ln>
                <a:solidFill>
                  <a:srgbClr val="475467"/>
                </a:solidFill>
                <a:effectLst/>
                <a:uLnTx/>
                <a:uFillTx/>
                <a:ea typeface="+mn-ea"/>
                <a:cs typeface="+mn-cs"/>
              </a:rPr>
              <a:t>Python code for repeatable logic, transformations, and calculations.</a:t>
            </a:r>
          </a:p>
        </p:txBody>
      </p:sp>
      <p:sp>
        <p:nvSpPr>
          <p:cNvPr id="28" name="Rounded Rectangle 27"/>
          <p:cNvSpPr/>
          <p:nvPr/>
        </p:nvSpPr>
        <p:spPr>
          <a:xfrm>
            <a:off x="868680" y="3191256"/>
            <a:ext cx="82296" cy="82296"/>
          </a:xfrm>
          <a:prstGeom prst="roundRect">
            <a:avLst/>
          </a:prstGeom>
          <a:solidFill>
            <a:srgbClr val="2EA053"/>
          </a:solidFill>
          <a:ln>
            <a:solidFill>
              <a:srgbClr val="2EA053"/>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ea typeface="+mn-ea"/>
              <a:cs typeface="+mn-cs"/>
            </a:endParaRPr>
          </a:p>
        </p:txBody>
      </p:sp>
      <p:sp>
        <p:nvSpPr>
          <p:cNvPr id="29" name="TextBox 28"/>
          <p:cNvSpPr txBox="1"/>
          <p:nvPr/>
        </p:nvSpPr>
        <p:spPr>
          <a:xfrm>
            <a:off x="1033271" y="3127248"/>
            <a:ext cx="2578608" cy="50783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61827"/>
                </a:solidFill>
                <a:effectLst/>
                <a:uLnTx/>
                <a:uFillTx/>
                <a:ea typeface="+mn-ea"/>
                <a:cs typeface="+mn-cs"/>
              </a:rPr>
              <a:t>Generate artifacts: </a:t>
            </a:r>
            <a:r>
              <a:rPr kumimoji="0" lang="en-US" sz="1100" b="0" i="0" u="none" strike="noStrike" kern="1200" cap="none" spc="0" normalizeH="0" baseline="0" noProof="0" dirty="0">
                <a:ln>
                  <a:noFill/>
                </a:ln>
                <a:solidFill>
                  <a:srgbClr val="475467"/>
                </a:solidFill>
                <a:effectLst/>
                <a:uLnTx/>
                <a:uFillTx/>
                <a:ea typeface="+mn-ea"/>
                <a:cs typeface="+mn-cs"/>
              </a:rPr>
              <a:t>charts, PowerPoint/Word/Excel/PDF files, cleaned datasets, and images.</a:t>
            </a:r>
          </a:p>
        </p:txBody>
      </p:sp>
      <p:sp>
        <p:nvSpPr>
          <p:cNvPr id="30" name="Rounded Rectangle 29"/>
          <p:cNvSpPr/>
          <p:nvPr/>
        </p:nvSpPr>
        <p:spPr>
          <a:xfrm>
            <a:off x="3858768" y="3191256"/>
            <a:ext cx="82296" cy="82296"/>
          </a:xfrm>
          <a:prstGeom prst="roundRect">
            <a:avLst/>
          </a:prstGeom>
          <a:solidFill>
            <a:srgbClr val="D5A400"/>
          </a:solidFill>
          <a:ln>
            <a:solidFill>
              <a:srgbClr val="D5A4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ea typeface="+mn-ea"/>
              <a:cs typeface="+mn-cs"/>
            </a:endParaRPr>
          </a:p>
        </p:txBody>
      </p:sp>
      <p:sp>
        <p:nvSpPr>
          <p:cNvPr id="31" name="TextBox 30"/>
          <p:cNvSpPr txBox="1"/>
          <p:nvPr/>
        </p:nvSpPr>
        <p:spPr>
          <a:xfrm>
            <a:off x="4023359" y="3127248"/>
            <a:ext cx="2624327" cy="507831"/>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61827"/>
                </a:solidFill>
                <a:effectLst/>
                <a:uLnTx/>
                <a:uFillTx/>
                <a:ea typeface="+mn-ea"/>
                <a:cs typeface="+mn-cs"/>
              </a:rPr>
              <a:t>Used automatically when: </a:t>
            </a:r>
            <a:r>
              <a:rPr kumimoji="0" lang="en-US" sz="1100" b="0" i="0" u="none" strike="noStrike" kern="1200" cap="none" spc="0" normalizeH="0" baseline="0" noProof="0" dirty="0">
                <a:ln>
                  <a:noFill/>
                </a:ln>
                <a:solidFill>
                  <a:srgbClr val="475467"/>
                </a:solidFill>
                <a:effectLst/>
                <a:uLnTx/>
                <a:uFillTx/>
                <a:ea typeface="+mn-ea"/>
                <a:cs typeface="+mn-cs"/>
              </a:rPr>
              <a:t>the task needs exact computation, parsing, validation, or file creation.</a:t>
            </a:r>
          </a:p>
        </p:txBody>
      </p:sp>
      <p:sp>
        <p:nvSpPr>
          <p:cNvPr id="32" name="Rounded Rectangle 31"/>
          <p:cNvSpPr/>
          <p:nvPr/>
        </p:nvSpPr>
        <p:spPr>
          <a:xfrm>
            <a:off x="868680" y="3968496"/>
            <a:ext cx="5961888" cy="1298448"/>
          </a:xfrm>
          <a:prstGeom prst="roundRect">
            <a:avLst/>
          </a:prstGeom>
          <a:solidFill>
            <a:srgbClr val="FFFFFF"/>
          </a:solidFill>
          <a:ln w="12700">
            <a:solidFill>
              <a:srgbClr val="D3E6F2"/>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ea typeface="+mn-ea"/>
              <a:cs typeface="+mn-cs"/>
            </a:endParaRPr>
          </a:p>
        </p:txBody>
      </p:sp>
      <p:sp>
        <p:nvSpPr>
          <p:cNvPr id="33" name="TextBox 32"/>
          <p:cNvSpPr txBox="1"/>
          <p:nvPr/>
        </p:nvSpPr>
        <p:spPr>
          <a:xfrm>
            <a:off x="1024128" y="4185224"/>
            <a:ext cx="1169752" cy="55399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200" b="1" dirty="0">
                <a:solidFill>
                  <a:srgbClr val="061827"/>
                </a:solidFill>
                <a:latin typeface="+mj-lt"/>
              </a:rPr>
              <a:t>Here’s </a:t>
            </a:r>
            <a:r>
              <a:rPr lang="it-IT" sz="1200" b="1" u="sng" dirty="0">
                <a:solidFill>
                  <a:srgbClr val="061827"/>
                </a:solidFill>
                <a:latin typeface="+mj-lt"/>
              </a:rPr>
              <a:t>some</a:t>
            </a:r>
            <a:r>
              <a:rPr lang="it-IT" sz="1200" b="1" dirty="0">
                <a:solidFill>
                  <a:srgbClr val="061827"/>
                </a:solidFill>
                <a:latin typeface="+mj-lt"/>
              </a:rPr>
              <a:t> p</a:t>
            </a:r>
            <a:r>
              <a:rPr kumimoji="0" lang="it-IT" sz="1200" b="1" i="0" u="none" strike="noStrike" kern="1200" cap="none" spc="0" normalizeH="0" baseline="0" noProof="0" dirty="0">
                <a:ln>
                  <a:noFill/>
                </a:ln>
                <a:solidFill>
                  <a:srgbClr val="061827"/>
                </a:solidFill>
                <a:effectLst/>
                <a:uLnTx/>
                <a:uFillTx/>
                <a:latin typeface="+mj-lt"/>
                <a:ea typeface="+mn-ea"/>
                <a:cs typeface="+mn-cs"/>
              </a:rPr>
              <a:t>reinstalled libraries...</a:t>
            </a:r>
          </a:p>
        </p:txBody>
      </p:sp>
      <p:sp>
        <p:nvSpPr>
          <p:cNvPr id="34" name="Rounded Rectangle 33"/>
          <p:cNvSpPr/>
          <p:nvPr/>
        </p:nvSpPr>
        <p:spPr>
          <a:xfrm>
            <a:off x="2193880" y="4221800"/>
            <a:ext cx="82296" cy="82296"/>
          </a:xfrm>
          <a:prstGeom prst="roundRect">
            <a:avLst/>
          </a:prstGeom>
          <a:solidFill>
            <a:srgbClr val="0078D4"/>
          </a:solidFill>
          <a:ln>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ea typeface="+mn-ea"/>
              <a:cs typeface="+mn-cs"/>
            </a:endParaRPr>
          </a:p>
        </p:txBody>
      </p:sp>
      <p:sp>
        <p:nvSpPr>
          <p:cNvPr id="35" name="TextBox 34"/>
          <p:cNvSpPr txBox="1"/>
          <p:nvPr/>
        </p:nvSpPr>
        <p:spPr>
          <a:xfrm>
            <a:off x="2358472" y="4153982"/>
            <a:ext cx="1847088"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61827"/>
                </a:solidFill>
                <a:effectLst/>
                <a:uLnTx/>
                <a:uFillTx/>
                <a:ea typeface="+mn-ea"/>
                <a:cs typeface="+mn-cs"/>
              </a:rPr>
              <a:t>Data &amp; charts: </a:t>
            </a:r>
            <a:r>
              <a:rPr kumimoji="0" lang="en-US" sz="1000" b="0" i="0" u="none" strike="noStrike" kern="1200" cap="none" spc="0" normalizeH="0" baseline="0" noProof="0" dirty="0">
                <a:ln>
                  <a:noFill/>
                </a:ln>
                <a:solidFill>
                  <a:srgbClr val="475467"/>
                </a:solidFill>
                <a:effectLst/>
                <a:uLnTx/>
                <a:uFillTx/>
                <a:ea typeface="+mn-ea"/>
                <a:cs typeface="+mn-cs"/>
              </a:rPr>
              <a:t>pandas, </a:t>
            </a:r>
            <a:r>
              <a:rPr kumimoji="0" lang="en-US" sz="1000" b="0" i="0" u="none" strike="noStrike" kern="1200" cap="none" spc="0" normalizeH="0" baseline="0" noProof="0" dirty="0" err="1">
                <a:ln>
                  <a:noFill/>
                </a:ln>
                <a:solidFill>
                  <a:srgbClr val="475467"/>
                </a:solidFill>
                <a:effectLst/>
                <a:uLnTx/>
                <a:uFillTx/>
                <a:ea typeface="+mn-ea"/>
                <a:cs typeface="+mn-cs"/>
              </a:rPr>
              <a:t>numpy</a:t>
            </a:r>
            <a:r>
              <a:rPr kumimoji="0" lang="en-US" sz="1000" b="0" i="0" u="none" strike="noStrike" kern="1200" cap="none" spc="0" normalizeH="0" baseline="0" noProof="0" dirty="0">
                <a:ln>
                  <a:noFill/>
                </a:ln>
                <a:solidFill>
                  <a:srgbClr val="475467"/>
                </a:solidFill>
                <a:effectLst/>
                <a:uLnTx/>
                <a:uFillTx/>
                <a:ea typeface="+mn-ea"/>
                <a:cs typeface="+mn-cs"/>
              </a:rPr>
              <a:t>, matplotlib, </a:t>
            </a:r>
            <a:r>
              <a:rPr kumimoji="0" lang="en-US" sz="1000" b="0" i="0" u="none" strike="noStrike" kern="1200" cap="none" spc="0" normalizeH="0" baseline="0" noProof="0" dirty="0" err="1">
                <a:ln>
                  <a:noFill/>
                </a:ln>
                <a:solidFill>
                  <a:srgbClr val="475467"/>
                </a:solidFill>
                <a:effectLst/>
                <a:uLnTx/>
                <a:uFillTx/>
                <a:ea typeface="+mn-ea"/>
                <a:cs typeface="+mn-cs"/>
              </a:rPr>
              <a:t>plotly</a:t>
            </a:r>
            <a:endParaRPr kumimoji="0" lang="en-US" sz="1000" b="0" i="0" u="none" strike="noStrike" kern="1200" cap="none" spc="0" normalizeH="0" baseline="0" noProof="0" dirty="0">
              <a:ln>
                <a:noFill/>
              </a:ln>
              <a:solidFill>
                <a:srgbClr val="475467"/>
              </a:solidFill>
              <a:effectLst/>
              <a:uLnTx/>
              <a:uFillTx/>
              <a:ea typeface="+mn-ea"/>
              <a:cs typeface="+mn-cs"/>
            </a:endParaRPr>
          </a:p>
        </p:txBody>
      </p:sp>
      <p:sp>
        <p:nvSpPr>
          <p:cNvPr id="36" name="Rounded Rectangle 35"/>
          <p:cNvSpPr/>
          <p:nvPr/>
        </p:nvSpPr>
        <p:spPr>
          <a:xfrm>
            <a:off x="4452448" y="4221800"/>
            <a:ext cx="82296" cy="82296"/>
          </a:xfrm>
          <a:prstGeom prst="roundRect">
            <a:avLst/>
          </a:prstGeom>
          <a:solidFill>
            <a:srgbClr val="C233B8"/>
          </a:solidFill>
          <a:ln>
            <a:solidFill>
              <a:srgbClr val="C233B8"/>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ea typeface="+mn-ea"/>
              <a:cs typeface="+mn-cs"/>
            </a:endParaRPr>
          </a:p>
        </p:txBody>
      </p:sp>
      <p:sp>
        <p:nvSpPr>
          <p:cNvPr id="37" name="TextBox 36"/>
          <p:cNvSpPr txBox="1"/>
          <p:nvPr/>
        </p:nvSpPr>
        <p:spPr>
          <a:xfrm>
            <a:off x="4617039" y="4195892"/>
            <a:ext cx="1892807" cy="15388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61827"/>
                </a:solidFill>
                <a:effectLst/>
                <a:uLnTx/>
                <a:uFillTx/>
                <a:ea typeface="+mn-ea"/>
                <a:cs typeface="+mn-cs"/>
              </a:rPr>
              <a:t>Files: </a:t>
            </a:r>
            <a:r>
              <a:rPr kumimoji="0" lang="en-US" sz="1000" b="0" i="0" u="none" strike="noStrike" kern="1200" cap="none" spc="0" normalizeH="0" baseline="0" noProof="0" err="1">
                <a:ln>
                  <a:noFill/>
                </a:ln>
                <a:solidFill>
                  <a:srgbClr val="475467"/>
                </a:solidFill>
                <a:effectLst/>
                <a:uLnTx/>
                <a:uFillTx/>
                <a:ea typeface="+mn-ea"/>
                <a:cs typeface="+mn-cs"/>
              </a:rPr>
              <a:t>openpyxl</a:t>
            </a:r>
            <a:r>
              <a:rPr kumimoji="0" lang="en-US" sz="1000" b="0" i="0" u="none" strike="noStrike" kern="1200" cap="none" spc="0" normalizeH="0" baseline="0" noProof="0">
                <a:ln>
                  <a:noFill/>
                </a:ln>
                <a:solidFill>
                  <a:srgbClr val="475467"/>
                </a:solidFill>
                <a:effectLst/>
                <a:uLnTx/>
                <a:uFillTx/>
                <a:ea typeface="+mn-ea"/>
                <a:cs typeface="+mn-cs"/>
              </a:rPr>
              <a:t>, pptx/docx, </a:t>
            </a:r>
            <a:r>
              <a:rPr kumimoji="0" lang="en-US" sz="1000" b="0" i="0" u="none" strike="noStrike" kern="1200" cap="none" spc="0" normalizeH="0" baseline="0" noProof="0" err="1">
                <a:ln>
                  <a:noFill/>
                </a:ln>
                <a:solidFill>
                  <a:srgbClr val="475467"/>
                </a:solidFill>
                <a:effectLst/>
                <a:uLnTx/>
                <a:uFillTx/>
                <a:ea typeface="+mn-ea"/>
                <a:cs typeface="+mn-cs"/>
              </a:rPr>
              <a:t>pypdf</a:t>
            </a:r>
            <a:endParaRPr kumimoji="0" lang="en-US" sz="1000" b="0" i="0" u="none" strike="noStrike" kern="1200" cap="none" spc="0" normalizeH="0" baseline="0" noProof="0">
              <a:ln>
                <a:noFill/>
              </a:ln>
              <a:solidFill>
                <a:srgbClr val="475467"/>
              </a:solidFill>
              <a:effectLst/>
              <a:uLnTx/>
              <a:uFillTx/>
              <a:ea typeface="+mn-ea"/>
              <a:cs typeface="+mn-cs"/>
            </a:endParaRPr>
          </a:p>
        </p:txBody>
      </p:sp>
      <p:sp>
        <p:nvSpPr>
          <p:cNvPr id="38" name="Rounded Rectangle 37"/>
          <p:cNvSpPr/>
          <p:nvPr/>
        </p:nvSpPr>
        <p:spPr>
          <a:xfrm>
            <a:off x="2193880" y="4674768"/>
            <a:ext cx="82296" cy="82296"/>
          </a:xfrm>
          <a:prstGeom prst="roundRect">
            <a:avLst/>
          </a:prstGeom>
          <a:solidFill>
            <a:srgbClr val="26877D"/>
          </a:solidFill>
          <a:ln>
            <a:solidFill>
              <a:srgbClr val="26877D"/>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ea typeface="+mn-ea"/>
              <a:cs typeface="+mn-cs"/>
            </a:endParaRPr>
          </a:p>
        </p:txBody>
      </p:sp>
      <p:sp>
        <p:nvSpPr>
          <p:cNvPr id="39" name="TextBox 38"/>
          <p:cNvSpPr txBox="1"/>
          <p:nvPr/>
        </p:nvSpPr>
        <p:spPr>
          <a:xfrm>
            <a:off x="2358472" y="4603140"/>
            <a:ext cx="1847088" cy="461665"/>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61827"/>
                </a:solidFill>
                <a:effectLst/>
                <a:uLnTx/>
                <a:uFillTx/>
                <a:ea typeface="+mn-ea"/>
                <a:cs typeface="+mn-cs"/>
              </a:rPr>
              <a:t>Parsing/OCR: </a:t>
            </a:r>
            <a:r>
              <a:rPr kumimoji="0" lang="en-US" sz="1000" b="0" i="0" u="none" strike="noStrike" kern="1200" cap="none" spc="0" normalizeH="0" baseline="0" noProof="0" err="1">
                <a:ln>
                  <a:noFill/>
                </a:ln>
                <a:solidFill>
                  <a:srgbClr val="475467"/>
                </a:solidFill>
                <a:effectLst/>
                <a:uLnTx/>
                <a:uFillTx/>
                <a:ea typeface="+mn-ea"/>
                <a:cs typeface="+mn-cs"/>
              </a:rPr>
              <a:t>BeautifulSoup</a:t>
            </a:r>
            <a:r>
              <a:rPr kumimoji="0" lang="en-US" sz="1000" b="0" i="0" u="none" strike="noStrike" kern="1200" cap="none" spc="0" normalizeH="0" baseline="0" noProof="0">
                <a:ln>
                  <a:noFill/>
                </a:ln>
                <a:solidFill>
                  <a:srgbClr val="475467"/>
                </a:solidFill>
                <a:effectLst/>
                <a:uLnTx/>
                <a:uFillTx/>
                <a:ea typeface="+mn-ea"/>
                <a:cs typeface="+mn-cs"/>
              </a:rPr>
              <a:t>, </a:t>
            </a:r>
            <a:r>
              <a:rPr kumimoji="0" lang="en-US" sz="1000" b="0" i="0" u="none" strike="noStrike" kern="1200" cap="none" spc="0" normalizeH="0" baseline="0" noProof="0" err="1">
                <a:ln>
                  <a:noFill/>
                </a:ln>
                <a:solidFill>
                  <a:srgbClr val="475467"/>
                </a:solidFill>
                <a:effectLst/>
                <a:uLnTx/>
                <a:uFillTx/>
                <a:ea typeface="+mn-ea"/>
                <a:cs typeface="+mn-cs"/>
              </a:rPr>
              <a:t>lxml</a:t>
            </a:r>
            <a:r>
              <a:rPr kumimoji="0" lang="en-US" sz="1000" b="0" i="0" u="none" strike="noStrike" kern="1200" cap="none" spc="0" normalizeH="0" baseline="0" noProof="0">
                <a:ln>
                  <a:noFill/>
                </a:ln>
                <a:solidFill>
                  <a:srgbClr val="475467"/>
                </a:solidFill>
                <a:effectLst/>
                <a:uLnTx/>
                <a:uFillTx/>
                <a:ea typeface="+mn-ea"/>
                <a:cs typeface="+mn-cs"/>
              </a:rPr>
              <a:t>, </a:t>
            </a:r>
            <a:r>
              <a:rPr kumimoji="0" lang="en-US" sz="1000" b="0" i="0" u="none" strike="noStrike" kern="1200" cap="none" spc="0" normalizeH="0" baseline="0" noProof="0" err="1">
                <a:ln>
                  <a:noFill/>
                </a:ln>
                <a:solidFill>
                  <a:srgbClr val="475467"/>
                </a:solidFill>
                <a:effectLst/>
                <a:uLnTx/>
                <a:uFillTx/>
                <a:ea typeface="+mn-ea"/>
                <a:cs typeface="+mn-cs"/>
              </a:rPr>
              <a:t>pdfplumber</a:t>
            </a:r>
            <a:r>
              <a:rPr kumimoji="0" lang="en-US" sz="1000" b="0" i="0" u="none" strike="noStrike" kern="1200" cap="none" spc="0" normalizeH="0" baseline="0" noProof="0">
                <a:ln>
                  <a:noFill/>
                </a:ln>
                <a:solidFill>
                  <a:srgbClr val="475467"/>
                </a:solidFill>
                <a:effectLst/>
                <a:uLnTx/>
                <a:uFillTx/>
                <a:ea typeface="+mn-ea"/>
                <a:cs typeface="+mn-cs"/>
              </a:rPr>
              <a:t>, Pillow, OpenCV</a:t>
            </a:r>
          </a:p>
        </p:txBody>
      </p:sp>
      <p:sp>
        <p:nvSpPr>
          <p:cNvPr id="40" name="Rounded Rectangle 39"/>
          <p:cNvSpPr/>
          <p:nvPr/>
        </p:nvSpPr>
        <p:spPr>
          <a:xfrm>
            <a:off x="4452448" y="4674768"/>
            <a:ext cx="82296" cy="82296"/>
          </a:xfrm>
          <a:prstGeom prst="roundRect">
            <a:avLst/>
          </a:prstGeom>
          <a:solidFill>
            <a:srgbClr val="2EA053"/>
          </a:solidFill>
          <a:ln>
            <a:solidFill>
              <a:srgbClr val="2EA053"/>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ea typeface="+mn-ea"/>
              <a:cs typeface="+mn-cs"/>
            </a:endParaRPr>
          </a:p>
        </p:txBody>
      </p:sp>
      <p:sp>
        <p:nvSpPr>
          <p:cNvPr id="41" name="TextBox 40"/>
          <p:cNvSpPr txBox="1"/>
          <p:nvPr/>
        </p:nvSpPr>
        <p:spPr>
          <a:xfrm>
            <a:off x="4617039" y="4606950"/>
            <a:ext cx="1892807"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61827"/>
                </a:solidFill>
                <a:effectLst/>
                <a:uLnTx/>
                <a:uFillTx/>
                <a:ea typeface="+mn-ea"/>
                <a:cs typeface="+mn-cs"/>
              </a:rPr>
              <a:t>Math/logic: </a:t>
            </a:r>
            <a:r>
              <a:rPr kumimoji="0" lang="en-US" sz="1000" b="0" i="0" u="none" strike="noStrike" kern="1200" cap="none" spc="0" normalizeH="0" baseline="0" noProof="0" err="1">
                <a:ln>
                  <a:noFill/>
                </a:ln>
                <a:solidFill>
                  <a:srgbClr val="475467"/>
                </a:solidFill>
                <a:effectLst/>
                <a:uLnTx/>
                <a:uFillTx/>
                <a:ea typeface="+mn-ea"/>
                <a:cs typeface="+mn-cs"/>
              </a:rPr>
              <a:t>sympy</a:t>
            </a:r>
            <a:r>
              <a:rPr kumimoji="0" lang="en-US" sz="1000" b="0" i="0" u="none" strike="noStrike" kern="1200" cap="none" spc="0" normalizeH="0" baseline="0" noProof="0">
                <a:ln>
                  <a:noFill/>
                </a:ln>
                <a:solidFill>
                  <a:srgbClr val="475467"/>
                </a:solidFill>
                <a:effectLst/>
                <a:uLnTx/>
                <a:uFillTx/>
                <a:ea typeface="+mn-ea"/>
                <a:cs typeface="+mn-cs"/>
              </a:rPr>
              <a:t>, </a:t>
            </a:r>
            <a:r>
              <a:rPr kumimoji="0" lang="en-US" sz="1000" b="0" i="0" u="none" strike="noStrike" kern="1200" cap="none" spc="0" normalizeH="0" baseline="0" noProof="0" err="1">
                <a:ln>
                  <a:noFill/>
                </a:ln>
                <a:solidFill>
                  <a:srgbClr val="475467"/>
                </a:solidFill>
                <a:effectLst/>
                <a:uLnTx/>
                <a:uFillTx/>
                <a:ea typeface="+mn-ea"/>
                <a:cs typeface="+mn-cs"/>
              </a:rPr>
              <a:t>PyYAML</a:t>
            </a:r>
            <a:r>
              <a:rPr kumimoji="0" lang="en-US" sz="1000" b="0" i="0" u="none" strike="noStrike" kern="1200" cap="none" spc="0" normalizeH="0" baseline="0" noProof="0">
                <a:ln>
                  <a:noFill/>
                </a:ln>
                <a:solidFill>
                  <a:srgbClr val="475467"/>
                </a:solidFill>
                <a:effectLst/>
                <a:uLnTx/>
                <a:uFillTx/>
                <a:ea typeface="+mn-ea"/>
                <a:cs typeface="+mn-cs"/>
              </a:rPr>
              <a:t>, Jinja2, </a:t>
            </a:r>
            <a:r>
              <a:rPr kumimoji="0" lang="en-US" sz="1000" b="0" i="0" u="none" strike="noStrike" kern="1200" cap="none" spc="0" normalizeH="0" baseline="0" noProof="0" err="1">
                <a:ln>
                  <a:noFill/>
                </a:ln>
                <a:solidFill>
                  <a:srgbClr val="475467"/>
                </a:solidFill>
                <a:effectLst/>
                <a:uLnTx/>
                <a:uFillTx/>
                <a:ea typeface="+mn-ea"/>
                <a:cs typeface="+mn-cs"/>
              </a:rPr>
              <a:t>reportlab</a:t>
            </a:r>
            <a:endParaRPr kumimoji="0" lang="en-US" sz="1000" b="0" i="0" u="none" strike="noStrike" kern="1200" cap="none" spc="0" normalizeH="0" baseline="0" noProof="0">
              <a:ln>
                <a:noFill/>
              </a:ln>
              <a:solidFill>
                <a:srgbClr val="475467"/>
              </a:solidFill>
              <a:effectLst/>
              <a:uLnTx/>
              <a:uFillTx/>
              <a:ea typeface="+mn-ea"/>
              <a:cs typeface="+mn-cs"/>
            </a:endParaRPr>
          </a:p>
        </p:txBody>
      </p:sp>
      <p:sp>
        <p:nvSpPr>
          <p:cNvPr id="42" name="Rounded Rectangle 41"/>
          <p:cNvSpPr/>
          <p:nvPr/>
        </p:nvSpPr>
        <p:spPr>
          <a:xfrm>
            <a:off x="7388352" y="1588736"/>
            <a:ext cx="3913632" cy="3325992"/>
          </a:xfrm>
          <a:prstGeom prst="roundRect">
            <a:avLst>
              <a:gd name="adj" fmla="val 5125"/>
            </a:avLst>
          </a:prstGeom>
          <a:solidFill>
            <a:srgbClr val="081C2D"/>
          </a:solidFill>
          <a:ln w="15875">
            <a:solidFill>
              <a:srgbClr val="193F5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43" name="Round Diagonal Corner Rectangle 42"/>
          <p:cNvSpPr/>
          <p:nvPr/>
        </p:nvSpPr>
        <p:spPr>
          <a:xfrm>
            <a:off x="7384542" y="1581912"/>
            <a:ext cx="3916800" cy="310896"/>
          </a:xfrm>
          <a:prstGeom prst="round2DiagRect">
            <a:avLst>
              <a:gd name="adj1" fmla="val 16667"/>
              <a:gd name="adj2" fmla="val 21242"/>
            </a:avLst>
          </a:prstGeom>
          <a:solidFill>
            <a:srgbClr val="122B40"/>
          </a:solidFill>
          <a:ln>
            <a:solidFill>
              <a:srgbClr val="122B4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44" name="Rectangle 43"/>
          <p:cNvSpPr/>
          <p:nvPr/>
        </p:nvSpPr>
        <p:spPr>
          <a:xfrm>
            <a:off x="7388352" y="1783080"/>
            <a:ext cx="3913632" cy="146304"/>
          </a:xfrm>
          <a:prstGeom prst="rect">
            <a:avLst/>
          </a:prstGeom>
          <a:solidFill>
            <a:srgbClr val="122B40"/>
          </a:solidFill>
          <a:ln>
            <a:solidFill>
              <a:srgbClr val="122B4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45" name="Oval 44"/>
          <p:cNvSpPr/>
          <p:nvPr/>
        </p:nvSpPr>
        <p:spPr>
          <a:xfrm>
            <a:off x="7543800" y="1691640"/>
            <a:ext cx="68580" cy="68580"/>
          </a:xfrm>
          <a:prstGeom prst="ellipse">
            <a:avLst/>
          </a:prstGeom>
          <a:solidFill>
            <a:srgbClr val="FF5F56"/>
          </a:solidFill>
          <a:ln>
            <a:solidFill>
              <a:srgbClr val="FF5F5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46" name="Oval 45"/>
          <p:cNvSpPr/>
          <p:nvPr/>
        </p:nvSpPr>
        <p:spPr>
          <a:xfrm>
            <a:off x="7708392" y="1691640"/>
            <a:ext cx="68580" cy="68580"/>
          </a:xfrm>
          <a:prstGeom prst="ellipse">
            <a:avLst/>
          </a:prstGeom>
          <a:solidFill>
            <a:srgbClr val="FFBD2E"/>
          </a:solidFill>
          <a:ln>
            <a:solidFill>
              <a:srgbClr val="FFBD2E"/>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47" name="Oval 46"/>
          <p:cNvSpPr/>
          <p:nvPr/>
        </p:nvSpPr>
        <p:spPr>
          <a:xfrm>
            <a:off x="7872983" y="1691640"/>
            <a:ext cx="68580" cy="68580"/>
          </a:xfrm>
          <a:prstGeom prst="ellipse">
            <a:avLst/>
          </a:prstGeom>
          <a:solidFill>
            <a:srgbClr val="27C93F"/>
          </a:solidFill>
          <a:ln>
            <a:solidFill>
              <a:srgbClr val="27C93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ea typeface="+mn-ea"/>
              <a:cs typeface="+mn-cs"/>
            </a:endParaRPr>
          </a:p>
        </p:txBody>
      </p:sp>
      <p:sp>
        <p:nvSpPr>
          <p:cNvPr id="48" name="TextBox 47"/>
          <p:cNvSpPr txBox="1"/>
          <p:nvPr/>
        </p:nvSpPr>
        <p:spPr>
          <a:xfrm>
            <a:off x="8046720" y="1668780"/>
            <a:ext cx="3044952" cy="116955"/>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60" b="0" i="0" u="none" strike="noStrike" kern="1200" cap="none" spc="0" normalizeH="0" baseline="0" noProof="0">
                <a:ln>
                  <a:noFill/>
                </a:ln>
                <a:solidFill>
                  <a:srgbClr val="B2BECD"/>
                </a:solidFill>
                <a:effectLst/>
                <a:uLnTx/>
                <a:uFillTx/>
                <a:ea typeface="+mn-ea"/>
                <a:cs typeface="+mn-cs"/>
              </a:rPr>
              <a:t>agent-sandbox:~/work</a:t>
            </a:r>
          </a:p>
        </p:txBody>
      </p:sp>
      <p:sp>
        <p:nvSpPr>
          <p:cNvPr id="49" name="TextBox 48"/>
          <p:cNvSpPr txBox="1"/>
          <p:nvPr/>
        </p:nvSpPr>
        <p:spPr>
          <a:xfrm>
            <a:off x="7589520" y="2020824"/>
            <a:ext cx="2257028" cy="1178784"/>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40" b="1" i="0" u="none" strike="noStrike" kern="1200" cap="none" spc="0" normalizeH="0" baseline="0" noProof="0">
                <a:ln>
                  <a:noFill/>
                </a:ln>
                <a:solidFill>
                  <a:srgbClr val="56D364"/>
                </a:solidFill>
                <a:effectLst/>
                <a:uLnTx/>
                <a:uFillTx/>
                <a:ea typeface="+mn-ea"/>
                <a:cs typeface="+mn-cs"/>
              </a:rPr>
              <a:t>$ </a:t>
            </a:r>
            <a:r>
              <a:rPr kumimoji="0" lang="en-US" sz="940" b="0" i="0" u="none" strike="noStrike" kern="1200" cap="none" spc="0" normalizeH="0" baseline="0" noProof="0">
                <a:ln>
                  <a:noFill/>
                </a:ln>
                <a:solidFill>
                  <a:srgbClr val="FFFFFF"/>
                </a:solidFill>
                <a:effectLst/>
                <a:uLnTx/>
                <a:uFillTx/>
                <a:ea typeface="+mn-ea"/>
                <a:cs typeface="+mn-cs"/>
              </a:rPr>
              <a:t>python analysis.py</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860" b="1" i="0" u="none" strike="noStrike" kern="1200" cap="none" spc="0" normalizeH="0" baseline="0" noProof="0">
                <a:ln>
                  <a:noFill/>
                </a:ln>
                <a:solidFill>
                  <a:srgbClr val="9DE6BE"/>
                </a:solidFill>
                <a:effectLst/>
                <a:uLnTx/>
                <a:uFillTx/>
                <a:ea typeface="+mn-ea"/>
                <a:cs typeface="+mn-cs"/>
              </a:rPr>
              <a:t>&gt; </a:t>
            </a:r>
            <a:r>
              <a:rPr kumimoji="0" lang="en-US" sz="860" b="0" i="0" u="none" strike="noStrike" kern="1200" cap="none" spc="0" normalizeH="0" baseline="0" noProof="0">
                <a:ln>
                  <a:noFill/>
                </a:ln>
                <a:solidFill>
                  <a:srgbClr val="78DAFF"/>
                </a:solidFill>
                <a:effectLst/>
                <a:uLnTx/>
                <a:uFillTx/>
                <a:ea typeface="+mn-ea"/>
                <a:cs typeface="+mn-cs"/>
              </a:rPr>
              <a:t>import pandas as pd, matplotlib.pyplot as plt</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860" b="1" i="0" u="none" strike="noStrike" kern="1200" cap="none" spc="0" normalizeH="0" baseline="0" noProof="0">
                <a:ln>
                  <a:noFill/>
                </a:ln>
                <a:solidFill>
                  <a:srgbClr val="9DE6BE"/>
                </a:solidFill>
                <a:effectLst/>
                <a:uLnTx/>
                <a:uFillTx/>
                <a:ea typeface="+mn-ea"/>
                <a:cs typeface="+mn-cs"/>
              </a:rPr>
              <a:t>&gt; </a:t>
            </a:r>
            <a:r>
              <a:rPr kumimoji="0" lang="en-US" sz="860" b="0" i="0" u="none" strike="noStrike" kern="1200" cap="none" spc="0" normalizeH="0" baseline="0" noProof="0">
                <a:ln>
                  <a:noFill/>
                </a:ln>
                <a:solidFill>
                  <a:srgbClr val="78DAFF"/>
                </a:solidFill>
                <a:effectLst/>
                <a:uLnTx/>
                <a:uFillTx/>
                <a:ea typeface="+mn-ea"/>
                <a:cs typeface="+mn-cs"/>
              </a:rPr>
              <a:t>df = pd.read_csv('/mnt/data/orders.csv')</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860" b="1" i="0" u="none" strike="noStrike" kern="1200" cap="none" spc="0" normalizeH="0" baseline="0" noProof="0">
                <a:ln>
                  <a:noFill/>
                </a:ln>
                <a:solidFill>
                  <a:srgbClr val="9DE6BE"/>
                </a:solidFill>
                <a:effectLst/>
                <a:uLnTx/>
                <a:uFillTx/>
                <a:ea typeface="+mn-ea"/>
                <a:cs typeface="+mn-cs"/>
              </a:rPr>
              <a:t>&gt; </a:t>
            </a:r>
            <a:r>
              <a:rPr kumimoji="0" lang="en-US" sz="860" b="0" i="0" u="none" strike="noStrike" kern="1200" cap="none" spc="0" normalizeH="0" baseline="0" noProof="0">
                <a:ln>
                  <a:noFill/>
                </a:ln>
                <a:solidFill>
                  <a:srgbClr val="78DAFF"/>
                </a:solidFill>
                <a:effectLst/>
                <a:uLnTx/>
                <a:uFillTx/>
                <a:ea typeface="+mn-ea"/>
                <a:cs typeface="+mn-cs"/>
              </a:rPr>
              <a:t>df.groupby('region').sales.sum().plot.bar()</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860" b="1" i="0" u="none" strike="noStrike" kern="1200" cap="none" spc="0" normalizeH="0" baseline="0" noProof="0">
                <a:ln>
                  <a:noFill/>
                </a:ln>
                <a:solidFill>
                  <a:srgbClr val="9DE6BE"/>
                </a:solidFill>
                <a:effectLst/>
                <a:uLnTx/>
                <a:uFillTx/>
                <a:ea typeface="+mn-ea"/>
                <a:cs typeface="+mn-cs"/>
              </a:rPr>
              <a:t>&gt; </a:t>
            </a:r>
            <a:r>
              <a:rPr kumimoji="0" lang="en-US" sz="860" b="0" i="0" u="none" strike="noStrike" kern="1200" cap="none" spc="0" normalizeH="0" baseline="0" noProof="0">
                <a:ln>
                  <a:noFill/>
                </a:ln>
                <a:solidFill>
                  <a:srgbClr val="78DAFF"/>
                </a:solidFill>
                <a:effectLst/>
                <a:uLnTx/>
                <a:uFillTx/>
                <a:ea typeface="+mn-ea"/>
                <a:cs typeface="+mn-cs"/>
              </a:rPr>
              <a:t>plt.savefig('regional-sales.png')</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900" b="1" i="0" u="none" strike="noStrike" kern="1200" cap="none" spc="0" normalizeH="0" baseline="0" noProof="0">
                <a:ln>
                  <a:noFill/>
                </a:ln>
                <a:solidFill>
                  <a:srgbClr val="56D364"/>
                </a:solidFill>
                <a:effectLst/>
                <a:uLnTx/>
                <a:uFillTx/>
                <a:ea typeface="+mn-ea"/>
                <a:cs typeface="+mn-cs"/>
              </a:rPr>
              <a:t>$ </a:t>
            </a:r>
            <a:r>
              <a:rPr kumimoji="0" lang="en-US" sz="900" b="0" i="0" u="none" strike="noStrike" kern="1200" cap="none" spc="0" normalizeH="0" baseline="0" noProof="0">
                <a:ln>
                  <a:noFill/>
                </a:ln>
                <a:solidFill>
                  <a:srgbClr val="FFFFFF"/>
                </a:solidFill>
                <a:effectLst/>
                <a:uLnTx/>
                <a:uFillTx/>
                <a:ea typeface="+mn-ea"/>
                <a:cs typeface="+mn-cs"/>
              </a:rPr>
              <a:t>python build_report.py --pptx</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880" b="1" i="0" u="none" strike="noStrike" kern="1200" cap="none" spc="0" normalizeH="0" baseline="0" noProof="0">
                <a:ln>
                  <a:noFill/>
                </a:ln>
                <a:solidFill>
                  <a:srgbClr val="BEF7C5"/>
                </a:solidFill>
                <a:effectLst/>
                <a:uLnTx/>
                <a:uFillTx/>
                <a:ea typeface="+mn-ea"/>
                <a:cs typeface="+mn-cs"/>
              </a:rPr>
              <a:t>✓ </a:t>
            </a:r>
            <a:r>
              <a:rPr kumimoji="0" lang="en-US" sz="880" b="0" i="0" u="none" strike="noStrike" kern="1200" cap="none" spc="0" normalizeH="0" baseline="0" noProof="0">
                <a:ln>
                  <a:noFill/>
                </a:ln>
                <a:solidFill>
                  <a:srgbClr val="BEF7C5"/>
                </a:solidFill>
                <a:effectLst/>
                <a:uLnTx/>
                <a:uFillTx/>
                <a:ea typeface="+mn-ea"/>
                <a:cs typeface="+mn-cs"/>
              </a:rPr>
              <a:t>created report.pptx + chart image</a:t>
            </a:r>
          </a:p>
        </p:txBody>
      </p:sp>
      <p:sp>
        <p:nvSpPr>
          <p:cNvPr id="50" name="Rounded Rectangle 49"/>
          <p:cNvSpPr/>
          <p:nvPr/>
        </p:nvSpPr>
        <p:spPr>
          <a:xfrm>
            <a:off x="7388352" y="5029028"/>
            <a:ext cx="3913632" cy="492788"/>
          </a:xfrm>
          <a:prstGeom prst="roundRect">
            <a:avLst/>
          </a:prstGeom>
          <a:solidFill>
            <a:srgbClr val="F5F5F5">
              <a:alpha val="52941"/>
            </a:srgbClr>
          </a:solidFill>
          <a:ln w="12700">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t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tx1"/>
                </a:solidFill>
                <a:effectLst/>
                <a:uLnTx/>
                <a:uFillTx/>
                <a:ea typeface="+mn-ea"/>
                <a:cs typeface="+mn-cs"/>
              </a:rPr>
              <a:t>No outbound internet: </a:t>
            </a:r>
            <a:r>
              <a:rPr kumimoji="0" lang="en-US" sz="1100" b="0" i="0" u="none" strike="noStrike" kern="1200" cap="none" spc="0" normalizeH="0" baseline="0" noProof="0">
                <a:ln>
                  <a:noFill/>
                </a:ln>
                <a:solidFill>
                  <a:srgbClr val="475467"/>
                </a:solidFill>
                <a:effectLst/>
                <a:uLnTx/>
                <a:uFillTx/>
                <a:ea typeface="+mn-ea"/>
                <a:cs typeface="+mn-cs"/>
              </a:rPr>
              <a:t>external activities should go through Tools and Knowledge so DLP policies apply.</a:t>
            </a:r>
          </a:p>
        </p:txBody>
      </p:sp>
      <p:sp>
        <p:nvSpPr>
          <p:cNvPr id="4" name="Takeaway Banner">
            <a:extLst>
              <a:ext uri="{FF2B5EF4-FFF2-40B4-BE49-F238E27FC236}">
                <a16:creationId xmlns:a16="http://schemas.microsoft.com/office/drawing/2014/main" id="{61BFD63F-AD6B-1055-DB09-EC82669625E3}"/>
              </a:ext>
            </a:extLst>
          </p:cNvPr>
          <p:cNvSpPr/>
          <p:nvPr/>
        </p:nvSpPr>
        <p:spPr>
          <a:xfrm>
            <a:off x="566928" y="5732999"/>
            <a:ext cx="10808208" cy="402336"/>
          </a:xfrm>
          <a:prstGeom prst="roundRect">
            <a:avLst>
              <a:gd name="adj" fmla="val 12000"/>
            </a:avLst>
          </a:prstGeom>
          <a:solidFill>
            <a:srgbClr val="FAF8FA"/>
          </a:solidFill>
          <a:ln w="12700">
            <a:solidFill>
              <a:schemeClr val="bg1"/>
            </a:solidFill>
          </a:ln>
          <a:effectLst>
            <a:outerShdw blurRad="50800" dist="38100" dir="5400000" algn="t" rotWithShape="0">
              <a:prstClr val="black">
                <a:alpha val="40000"/>
              </a:prstClr>
            </a:outerShdw>
          </a:effectLst>
        </p:spPr>
        <p:txBody>
          <a:bodyPr lIns="182880" tIns="18288" rIns="182880" bIns="18288" rtlCol="0" anchor="ctr"/>
          <a:lstStyle/>
          <a:p>
            <a:pPr algn="ctr"/>
            <a:r>
              <a:rPr lang="en-GB" sz="1300" b="1">
                <a:latin typeface="+mj-lt"/>
                <a:cs typeface="Segoe UI" pitchFamily="34" charset="0"/>
              </a:rPr>
              <a:t>Use the sandbox for deterministic execution — calculations, file generation, parsing, charts, and validation the model should not improvise.</a:t>
            </a:r>
          </a:p>
        </p:txBody>
      </p:sp>
    </p:spTree>
    <p:extLst>
      <p:ext uri="{BB962C8B-B14F-4D97-AF65-F5344CB8AC3E}">
        <p14:creationId xmlns:p14="http://schemas.microsoft.com/office/powerpoint/2010/main" val="2178197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668A6-0314-9030-F733-D274C1FAFA6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0F54C11-CE71-2702-1FB5-DC06EFCA71DF}"/>
              </a:ext>
            </a:extLst>
          </p:cNvPr>
          <p:cNvSpPr>
            <a:spLocks noGrp="1"/>
          </p:cNvSpPr>
          <p:nvPr>
            <p:ph type="ctrTitle"/>
          </p:nvPr>
        </p:nvSpPr>
        <p:spPr>
          <a:xfrm>
            <a:off x="1468395" y="1937909"/>
            <a:ext cx="9144000" cy="2387600"/>
          </a:xfrm>
        </p:spPr>
        <p:txBody>
          <a:bodyPr>
            <a:noAutofit/>
          </a:bodyPr>
          <a:lstStyle/>
          <a:p>
            <a:r>
              <a:rPr lang="en-US" sz="10300" b="1" dirty="0">
                <a:solidFill>
                  <a:schemeClr val="tx1">
                    <a:lumMod val="65000"/>
                    <a:lumOff val="35000"/>
                  </a:schemeClr>
                </a:solidFill>
              </a:rPr>
              <a:t>WORKFLOWS</a:t>
            </a:r>
            <a:endParaRPr lang="en-US" sz="10300" b="1" dirty="0">
              <a:solidFill>
                <a:schemeClr val="accent4">
                  <a:lumMod val="75000"/>
                </a:schemeClr>
              </a:solidFill>
            </a:endParaRPr>
          </a:p>
        </p:txBody>
      </p:sp>
      <p:sp>
        <p:nvSpPr>
          <p:cNvPr id="8" name="Rectangle 7">
            <a:extLst>
              <a:ext uri="{FF2B5EF4-FFF2-40B4-BE49-F238E27FC236}">
                <a16:creationId xmlns:a16="http://schemas.microsoft.com/office/drawing/2014/main" id="{F662C1B7-0232-6021-6ED5-62A4BCA7093E}"/>
              </a:ext>
            </a:extLst>
          </p:cNvPr>
          <p:cNvSpPr/>
          <p:nvPr/>
        </p:nvSpPr>
        <p:spPr>
          <a:xfrm>
            <a:off x="0" y="0"/>
            <a:ext cx="12188952" cy="54864"/>
          </a:xfrm>
          <a:prstGeom prst="rect">
            <a:avLst/>
          </a:prstGeom>
          <a:solidFill>
            <a:srgbClr val="C239B3"/>
          </a:solidFill>
          <a:ln w="12700">
            <a:solidFill>
              <a:srgbClr val="C239B3"/>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spTree>
    <p:extLst>
      <p:ext uri="{BB962C8B-B14F-4D97-AF65-F5344CB8AC3E}">
        <p14:creationId xmlns:p14="http://schemas.microsoft.com/office/powerpoint/2010/main" val="2585279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CB44C-A1FE-C2A6-9165-DA04805F77C4}"/>
            </a:ext>
          </a:extLst>
        </p:cNvPr>
        <p:cNvGrpSpPr/>
        <p:nvPr/>
      </p:nvGrpSpPr>
      <p:grpSpPr>
        <a:xfrm>
          <a:off x="0" y="0"/>
          <a:ext cx="0" cy="0"/>
          <a:chOff x="0" y="0"/>
          <a:chExt cx="0" cy="0"/>
        </a:xfrm>
      </p:grpSpPr>
      <p:sp>
        <p:nvSpPr>
          <p:cNvPr id="3" name="Top Accent">
            <a:extLst>
              <a:ext uri="{FF2B5EF4-FFF2-40B4-BE49-F238E27FC236}">
                <a16:creationId xmlns:a16="http://schemas.microsoft.com/office/drawing/2014/main" id="{75545B05-9EE0-8F87-CFDB-14B9DF5A964D}"/>
              </a:ext>
            </a:extLst>
          </p:cNvPr>
          <p:cNvSpPr/>
          <p:nvPr/>
        </p:nvSpPr>
        <p:spPr>
          <a:xfrm>
            <a:off x="0" y="0"/>
            <a:ext cx="12188952" cy="54864"/>
          </a:xfrm>
          <a:prstGeom prst="rect">
            <a:avLst/>
          </a:prstGeom>
          <a:solidFill>
            <a:srgbClr val="C239B3"/>
          </a:solidFill>
          <a:ln w="12700">
            <a:solidFill>
              <a:srgbClr val="C239B3"/>
            </a:solidFill>
          </a:ln>
        </p:spPr>
        <p:txBody>
          <a:bodyPr rtlCol="0" anchor="ctr"/>
          <a:lstStyle/>
          <a:p>
            <a:pPr algn="ctr"/>
            <a:endParaRPr/>
          </a:p>
        </p:txBody>
      </p:sp>
      <p:sp>
        <p:nvSpPr>
          <p:cNvPr id="50" name="TextBox 49">
            <a:extLst>
              <a:ext uri="{FF2B5EF4-FFF2-40B4-BE49-F238E27FC236}">
                <a16:creationId xmlns:a16="http://schemas.microsoft.com/office/drawing/2014/main" id="{42645D82-8FB0-CDEB-4A5F-9A10443B6116}"/>
              </a:ext>
              <a:ext uri="{C183D7F6-B498-43B3-948B-1728B52AA6E4}">
                <adec:decorative xmlns:adec="http://schemas.microsoft.com/office/drawing/2017/decorative" val="1"/>
              </a:ext>
            </a:extLst>
          </p:cNvPr>
          <p:cNvSpPr txBox="1"/>
          <p:nvPr/>
        </p:nvSpPr>
        <p:spPr>
          <a:xfrm>
            <a:off x="1603466" y="1619408"/>
            <a:ext cx="4101953" cy="3558382"/>
          </a:xfrm>
          <a:prstGeom prst="roundRect">
            <a:avLst>
              <a:gd name="adj" fmla="val 5999"/>
            </a:avLst>
          </a:prstGeom>
          <a:solidFill>
            <a:srgbClr val="FFFFFF"/>
          </a:solidFill>
          <a:ln w="12700" cap="flat" cmpd="sng" algn="ctr">
            <a:solidFill>
              <a:schemeClr val="accent2">
                <a:lumMod val="60000"/>
                <a:lumOff val="40000"/>
              </a:schemeClr>
            </a:solidFill>
            <a:prstDash val="solid"/>
          </a:ln>
          <a:effectLst>
            <a:outerShdw blurRad="114300" dist="101600" dir="2700000" algn="tl" rotWithShape="0">
              <a:srgbClr val="091F2C">
                <a:alpha val="10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lvl="0" algn="ctr" defTabSz="932472" fontAlgn="base">
              <a:spcBef>
                <a:spcPct val="0"/>
              </a:spcBef>
              <a:spcAft>
                <a:spcPct val="0"/>
              </a:spcAft>
              <a:defRPr>
                <a:solidFill>
                  <a:schemeClr val="tx1"/>
                </a:solidFill>
                <a:cs typeface="Segoe Sans Text Semibold"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endParaRPr lang="en-US"/>
          </a:p>
        </p:txBody>
      </p:sp>
      <p:sp>
        <p:nvSpPr>
          <p:cNvPr id="51" name="Title 1">
            <a:extLst>
              <a:ext uri="{FF2B5EF4-FFF2-40B4-BE49-F238E27FC236}">
                <a16:creationId xmlns:a16="http://schemas.microsoft.com/office/drawing/2014/main" id="{5804F6C0-B56A-EA28-900B-E4FE04F8C5B2}"/>
              </a:ext>
            </a:extLst>
          </p:cNvPr>
          <p:cNvSpPr>
            <a:spLocks noGrp="1"/>
          </p:cNvSpPr>
          <p:nvPr>
            <p:ph type="title"/>
          </p:nvPr>
        </p:nvSpPr>
        <p:spPr>
          <a:xfrm>
            <a:off x="568388" y="541879"/>
            <a:ext cx="11052175" cy="430887"/>
          </a:xfrm>
        </p:spPr>
        <p:txBody>
          <a:bodyPr>
            <a:normAutofit fontScale="90000"/>
          </a:bodyPr>
          <a:lstStyle/>
          <a:p>
            <a:r>
              <a:rPr lang="en-GB" sz="2800" dirty="0"/>
              <a:t>From autonomous agents to agentic automation in workflows</a:t>
            </a:r>
            <a:endParaRPr lang="en-NL" sz="2800" dirty="0"/>
          </a:p>
        </p:txBody>
      </p:sp>
      <p:sp>
        <p:nvSpPr>
          <p:cNvPr id="52" name="Rounded Rectangle 5">
            <a:extLst>
              <a:ext uri="{FF2B5EF4-FFF2-40B4-BE49-F238E27FC236}">
                <a16:creationId xmlns:a16="http://schemas.microsoft.com/office/drawing/2014/main" id="{64F3CAEF-3AA5-34BA-5DD9-46C4B7E259EC}"/>
              </a:ext>
            </a:extLst>
          </p:cNvPr>
          <p:cNvSpPr/>
          <p:nvPr/>
        </p:nvSpPr>
        <p:spPr>
          <a:xfrm>
            <a:off x="2103954" y="1453091"/>
            <a:ext cx="2344590" cy="384048"/>
          </a:xfrm>
          <a:prstGeom prst="roundRect">
            <a:avLst>
              <a:gd name="adj"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0" rIns="73152" bIns="0" rtlCol="0" anchor="ctr"/>
          <a:lstStyle/>
          <a:p>
            <a:pPr marL="93663">
              <a:spcBef>
                <a:spcPts val="0"/>
              </a:spcBef>
              <a:spcAft>
                <a:spcPts val="100"/>
              </a:spcAft>
            </a:pPr>
            <a:r>
              <a:rPr lang="en-GB" sz="1400" b="1">
                <a:solidFill>
                  <a:srgbClr val="FFFFFF"/>
                </a:solidFill>
                <a:latin typeface="+mj-lt"/>
              </a:rPr>
              <a:t>AUTONOMOUS AGENT</a:t>
            </a:r>
            <a:endParaRPr sz="1400" b="1">
              <a:solidFill>
                <a:srgbClr val="FFFFFF"/>
              </a:solidFill>
              <a:latin typeface="+mj-lt"/>
            </a:endParaRPr>
          </a:p>
        </p:txBody>
      </p:sp>
      <p:sp>
        <p:nvSpPr>
          <p:cNvPr id="53" name="Rounded Rectangle 13">
            <a:extLst>
              <a:ext uri="{FF2B5EF4-FFF2-40B4-BE49-F238E27FC236}">
                <a16:creationId xmlns:a16="http://schemas.microsoft.com/office/drawing/2014/main" id="{8EF594A5-A048-6BAE-5D98-407505D3D4BD}"/>
              </a:ext>
            </a:extLst>
          </p:cNvPr>
          <p:cNvSpPr/>
          <p:nvPr/>
        </p:nvSpPr>
        <p:spPr>
          <a:xfrm>
            <a:off x="1763081" y="2052844"/>
            <a:ext cx="3764415" cy="504000"/>
          </a:xfrm>
          <a:prstGeom prst="roundRect">
            <a:avLst/>
          </a:prstGeom>
          <a:solidFill>
            <a:srgbClr val="F2F2F2">
              <a:alpha val="61176"/>
            </a:srgbClr>
          </a:solidFill>
          <a:ln w="6350">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Bef>
                <a:spcPts val="0"/>
              </a:spcBef>
              <a:spcAft>
                <a:spcPts val="0"/>
              </a:spcAft>
            </a:pPr>
            <a:r>
              <a:rPr lang="en-IN" sz="1300" b="1" dirty="0">
                <a:solidFill>
                  <a:schemeClr val="tx1"/>
                </a:solidFill>
              </a:rPr>
              <a:t>Too much control handed over to the LLM</a:t>
            </a:r>
            <a:r>
              <a:rPr lang="en-IN" sz="1300" dirty="0">
                <a:solidFill>
                  <a:schemeClr val="tx1"/>
                </a:solidFill>
              </a:rPr>
              <a:t>, which chooses the next best action</a:t>
            </a:r>
          </a:p>
        </p:txBody>
      </p:sp>
      <p:sp>
        <p:nvSpPr>
          <p:cNvPr id="54" name="Rounded Rectangle 14">
            <a:extLst>
              <a:ext uri="{FF2B5EF4-FFF2-40B4-BE49-F238E27FC236}">
                <a16:creationId xmlns:a16="http://schemas.microsoft.com/office/drawing/2014/main" id="{B971AB13-A9B9-AD4F-DB27-AE554EA64FA8}"/>
              </a:ext>
            </a:extLst>
          </p:cNvPr>
          <p:cNvSpPr/>
          <p:nvPr/>
        </p:nvSpPr>
        <p:spPr>
          <a:xfrm>
            <a:off x="1762016" y="2678409"/>
            <a:ext cx="3766672" cy="504000"/>
          </a:xfrm>
          <a:prstGeom prst="roundRect">
            <a:avLst/>
          </a:prstGeom>
          <a:solidFill>
            <a:srgbClr val="F2F2F2">
              <a:alpha val="61176"/>
            </a:srgbClr>
          </a:solidFill>
          <a:ln w="6350">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Bef>
                <a:spcPts val="0"/>
              </a:spcBef>
              <a:spcAft>
                <a:spcPts val="0"/>
              </a:spcAft>
            </a:pPr>
            <a:r>
              <a:rPr lang="en-IN" sz="1300" b="1" dirty="0">
                <a:solidFill>
                  <a:schemeClr val="tx1"/>
                </a:solidFill>
              </a:rPr>
              <a:t>Inconsistent outputs </a:t>
            </a:r>
            <a:r>
              <a:rPr lang="en-IN" sz="1300" dirty="0">
                <a:solidFill>
                  <a:schemeClr val="tx1"/>
                </a:solidFill>
              </a:rPr>
              <a:t>result from </a:t>
            </a:r>
            <a:br>
              <a:rPr lang="en-IN" sz="1300" dirty="0">
                <a:solidFill>
                  <a:schemeClr val="tx1"/>
                </a:solidFill>
              </a:rPr>
            </a:br>
            <a:r>
              <a:rPr lang="en-IN" sz="1300" dirty="0">
                <a:solidFill>
                  <a:schemeClr val="tx1"/>
                </a:solidFill>
              </a:rPr>
              <a:t>dynamically selecting tools and tasks</a:t>
            </a:r>
          </a:p>
        </p:txBody>
      </p:sp>
      <p:sp>
        <p:nvSpPr>
          <p:cNvPr id="55" name="Rounded Rectangle 15">
            <a:extLst>
              <a:ext uri="{FF2B5EF4-FFF2-40B4-BE49-F238E27FC236}">
                <a16:creationId xmlns:a16="http://schemas.microsoft.com/office/drawing/2014/main" id="{878E53A8-5B55-97AD-D780-73C1963E56AB}"/>
              </a:ext>
            </a:extLst>
          </p:cNvPr>
          <p:cNvSpPr/>
          <p:nvPr/>
        </p:nvSpPr>
        <p:spPr>
          <a:xfrm>
            <a:off x="1763081" y="3303974"/>
            <a:ext cx="3764415" cy="504000"/>
          </a:xfrm>
          <a:prstGeom prst="roundRect">
            <a:avLst/>
          </a:prstGeom>
          <a:solidFill>
            <a:srgbClr val="F2F2F2">
              <a:alpha val="61176"/>
            </a:srgbClr>
          </a:solidFill>
          <a:ln w="6350">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Bef>
                <a:spcPts val="0"/>
              </a:spcBef>
              <a:spcAft>
                <a:spcPts val="0"/>
              </a:spcAft>
            </a:pPr>
            <a:r>
              <a:rPr lang="en-IN" sz="1300" b="1" dirty="0">
                <a:solidFill>
                  <a:schemeClr val="tx1"/>
                </a:solidFill>
              </a:rPr>
              <a:t>Cannot enforce guardrails</a:t>
            </a:r>
            <a:r>
              <a:rPr lang="en-IN" sz="1300" dirty="0">
                <a:solidFill>
                  <a:schemeClr val="tx1"/>
                </a:solidFill>
              </a:rPr>
              <a:t>, left to the </a:t>
            </a:r>
            <a:br>
              <a:rPr lang="en-IN" sz="1300" dirty="0">
                <a:solidFill>
                  <a:schemeClr val="tx1"/>
                </a:solidFill>
              </a:rPr>
            </a:br>
            <a:r>
              <a:rPr lang="en-IN" sz="1300" dirty="0">
                <a:solidFill>
                  <a:schemeClr val="tx1"/>
                </a:solidFill>
              </a:rPr>
              <a:t>agent’s interpretation of instructions</a:t>
            </a:r>
          </a:p>
        </p:txBody>
      </p:sp>
      <p:sp>
        <p:nvSpPr>
          <p:cNvPr id="56" name="Rounded Rectangle 16">
            <a:extLst>
              <a:ext uri="{FF2B5EF4-FFF2-40B4-BE49-F238E27FC236}">
                <a16:creationId xmlns:a16="http://schemas.microsoft.com/office/drawing/2014/main" id="{75BBEA04-CE09-A35A-8698-0A10058B44ED}"/>
              </a:ext>
            </a:extLst>
          </p:cNvPr>
          <p:cNvSpPr/>
          <p:nvPr/>
        </p:nvSpPr>
        <p:spPr>
          <a:xfrm>
            <a:off x="1762016" y="4555105"/>
            <a:ext cx="3764415" cy="504000"/>
          </a:xfrm>
          <a:prstGeom prst="roundRect">
            <a:avLst/>
          </a:prstGeom>
          <a:solidFill>
            <a:srgbClr val="F2F2F2">
              <a:alpha val="61176"/>
            </a:srgbClr>
          </a:solidFill>
          <a:ln w="6350">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Bef>
                <a:spcPts val="0"/>
              </a:spcBef>
              <a:spcAft>
                <a:spcPts val="0"/>
              </a:spcAft>
            </a:pPr>
            <a:r>
              <a:rPr lang="en-IN" sz="1300">
                <a:solidFill>
                  <a:schemeClr val="tx1"/>
                </a:solidFill>
              </a:rPr>
              <a:t>Dynamic path makes </a:t>
            </a:r>
            <a:r>
              <a:rPr lang="en-IN" sz="1300" b="1">
                <a:solidFill>
                  <a:schemeClr val="tx1"/>
                </a:solidFill>
              </a:rPr>
              <a:t>cost unpredictable</a:t>
            </a:r>
          </a:p>
        </p:txBody>
      </p:sp>
      <p:sp>
        <p:nvSpPr>
          <p:cNvPr id="57" name="TextBox 56">
            <a:extLst>
              <a:ext uri="{FF2B5EF4-FFF2-40B4-BE49-F238E27FC236}">
                <a16:creationId xmlns:a16="http://schemas.microsoft.com/office/drawing/2014/main" id="{5B120364-78BA-2260-4A2D-99C9DA16900C}"/>
              </a:ext>
              <a:ext uri="{C183D7F6-B498-43B3-948B-1728B52AA6E4}">
                <adec:decorative xmlns:adec="http://schemas.microsoft.com/office/drawing/2017/decorative" val="1"/>
              </a:ext>
            </a:extLst>
          </p:cNvPr>
          <p:cNvSpPr txBox="1"/>
          <p:nvPr/>
        </p:nvSpPr>
        <p:spPr>
          <a:xfrm>
            <a:off x="6394006" y="1619409"/>
            <a:ext cx="4102405" cy="3558381"/>
          </a:xfrm>
          <a:prstGeom prst="roundRect">
            <a:avLst>
              <a:gd name="adj" fmla="val 5999"/>
            </a:avLst>
          </a:prstGeom>
          <a:solidFill>
            <a:srgbClr val="FFFFFF"/>
          </a:solidFill>
          <a:ln w="12700" cap="flat" cmpd="sng" algn="ctr">
            <a:solidFill>
              <a:schemeClr val="accent1">
                <a:lumMod val="60000"/>
                <a:lumOff val="40000"/>
              </a:schemeClr>
            </a:solidFill>
            <a:prstDash val="solid"/>
          </a:ln>
          <a:effectLst>
            <a:outerShdw blurRad="114300" dist="101600" dir="2700000" algn="tl" rotWithShape="0">
              <a:srgbClr val="091F2C">
                <a:alpha val="10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lvl="0" algn="ctr" defTabSz="932472" fontAlgn="base">
              <a:spcBef>
                <a:spcPct val="0"/>
              </a:spcBef>
              <a:spcAft>
                <a:spcPct val="0"/>
              </a:spcAft>
              <a:defRPr>
                <a:solidFill>
                  <a:schemeClr val="tx1"/>
                </a:solidFill>
                <a:cs typeface="Segoe Sans Text Semibold"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endParaRPr lang="en-US"/>
          </a:p>
        </p:txBody>
      </p:sp>
      <p:sp>
        <p:nvSpPr>
          <p:cNvPr id="58" name="Rounded Rectangle 5">
            <a:extLst>
              <a:ext uri="{FF2B5EF4-FFF2-40B4-BE49-F238E27FC236}">
                <a16:creationId xmlns:a16="http://schemas.microsoft.com/office/drawing/2014/main" id="{5026461F-124E-6207-B0A3-75DF4829DA6E}"/>
              </a:ext>
            </a:extLst>
          </p:cNvPr>
          <p:cNvSpPr/>
          <p:nvPr/>
        </p:nvSpPr>
        <p:spPr>
          <a:xfrm>
            <a:off x="6917090" y="1459718"/>
            <a:ext cx="2332730" cy="384048"/>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0" rIns="73152" bIns="0" rtlCol="0" anchor="ctr"/>
          <a:lstStyle/>
          <a:p>
            <a:pPr algn="ctr">
              <a:spcBef>
                <a:spcPts val="0"/>
              </a:spcBef>
              <a:spcAft>
                <a:spcPts val="100"/>
              </a:spcAft>
            </a:pPr>
            <a:r>
              <a:rPr lang="en-GB" sz="1400" b="1">
                <a:solidFill>
                  <a:srgbClr val="FFFFFF"/>
                </a:solidFill>
                <a:latin typeface="+mj-lt"/>
              </a:rPr>
              <a:t>WORKFLOW</a:t>
            </a:r>
            <a:endParaRPr sz="1400" b="1">
              <a:solidFill>
                <a:srgbClr val="FFFFFF"/>
              </a:solidFill>
              <a:latin typeface="+mj-lt"/>
            </a:endParaRPr>
          </a:p>
        </p:txBody>
      </p:sp>
      <p:sp>
        <p:nvSpPr>
          <p:cNvPr id="59" name="Rounded Rectangle 13">
            <a:extLst>
              <a:ext uri="{FF2B5EF4-FFF2-40B4-BE49-F238E27FC236}">
                <a16:creationId xmlns:a16="http://schemas.microsoft.com/office/drawing/2014/main" id="{EA3A44E9-CB6F-96E1-BB14-F506DB27F341}"/>
              </a:ext>
            </a:extLst>
          </p:cNvPr>
          <p:cNvSpPr/>
          <p:nvPr/>
        </p:nvSpPr>
        <p:spPr>
          <a:xfrm>
            <a:off x="6570967" y="2063706"/>
            <a:ext cx="3764416" cy="504000"/>
          </a:xfrm>
          <a:prstGeom prst="roundRect">
            <a:avLst/>
          </a:prstGeom>
          <a:solidFill>
            <a:srgbClr val="F2F2F2">
              <a:alpha val="61176"/>
            </a:srgbClr>
          </a:solidFill>
          <a:ln w="6350">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Bef>
                <a:spcPts val="0"/>
              </a:spcBef>
              <a:spcAft>
                <a:spcPts val="0"/>
              </a:spcAft>
            </a:pPr>
            <a:r>
              <a:rPr lang="en-IN" sz="1300" b="1">
                <a:solidFill>
                  <a:schemeClr val="tx1"/>
                </a:solidFill>
              </a:rPr>
              <a:t>Human recovers control</a:t>
            </a:r>
            <a:r>
              <a:rPr lang="en-IN" sz="1300">
                <a:solidFill>
                  <a:schemeClr val="tx1"/>
                </a:solidFill>
              </a:rPr>
              <a:t> of the process path, which is rule-based</a:t>
            </a:r>
          </a:p>
        </p:txBody>
      </p:sp>
      <p:sp>
        <p:nvSpPr>
          <p:cNvPr id="60" name="Rounded Rectangle 14">
            <a:extLst>
              <a:ext uri="{FF2B5EF4-FFF2-40B4-BE49-F238E27FC236}">
                <a16:creationId xmlns:a16="http://schemas.microsoft.com/office/drawing/2014/main" id="{D4BA872A-20D2-D6C3-47AD-4D7EC4C63D36}"/>
              </a:ext>
            </a:extLst>
          </p:cNvPr>
          <p:cNvSpPr/>
          <p:nvPr/>
        </p:nvSpPr>
        <p:spPr>
          <a:xfrm>
            <a:off x="6570025" y="2686556"/>
            <a:ext cx="3765358" cy="504000"/>
          </a:xfrm>
          <a:prstGeom prst="roundRect">
            <a:avLst/>
          </a:prstGeom>
          <a:solidFill>
            <a:srgbClr val="F2F2F2">
              <a:alpha val="61176"/>
            </a:srgbClr>
          </a:solidFill>
          <a:ln w="6350">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Bef>
                <a:spcPts val="0"/>
              </a:spcBef>
              <a:spcAft>
                <a:spcPts val="0"/>
              </a:spcAft>
            </a:pPr>
            <a:r>
              <a:rPr lang="en-IN" sz="1300" b="1">
                <a:solidFill>
                  <a:schemeClr val="tx1"/>
                </a:solidFill>
              </a:rPr>
              <a:t>Consistency gains </a:t>
            </a:r>
            <a:r>
              <a:rPr lang="en-IN" sz="1300">
                <a:solidFill>
                  <a:schemeClr val="tx1"/>
                </a:solidFill>
              </a:rPr>
              <a:t>from the deterministic sequence of tools or tasks</a:t>
            </a:r>
          </a:p>
        </p:txBody>
      </p:sp>
      <p:sp>
        <p:nvSpPr>
          <p:cNvPr id="61" name="Rounded Rectangle 15">
            <a:extLst>
              <a:ext uri="{FF2B5EF4-FFF2-40B4-BE49-F238E27FC236}">
                <a16:creationId xmlns:a16="http://schemas.microsoft.com/office/drawing/2014/main" id="{2B34A1ED-9DF8-4DFB-55DD-9F42860CCE75}"/>
              </a:ext>
            </a:extLst>
          </p:cNvPr>
          <p:cNvSpPr/>
          <p:nvPr/>
        </p:nvSpPr>
        <p:spPr>
          <a:xfrm>
            <a:off x="6570878" y="3309406"/>
            <a:ext cx="3765358" cy="504000"/>
          </a:xfrm>
          <a:prstGeom prst="roundRect">
            <a:avLst/>
          </a:prstGeom>
          <a:solidFill>
            <a:srgbClr val="F2F2F2">
              <a:alpha val="61176"/>
            </a:srgbClr>
          </a:solidFill>
          <a:ln w="6350">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Bef>
                <a:spcPts val="0"/>
              </a:spcBef>
              <a:spcAft>
                <a:spcPts val="0"/>
              </a:spcAft>
            </a:pPr>
            <a:r>
              <a:rPr lang="en-IN" sz="1300" b="1">
                <a:solidFill>
                  <a:schemeClr val="tx1"/>
                </a:solidFill>
              </a:rPr>
              <a:t>Guardrails are embedded by design </a:t>
            </a:r>
            <a:br>
              <a:rPr lang="en-IN" sz="1300" b="1">
                <a:solidFill>
                  <a:schemeClr val="tx1"/>
                </a:solidFill>
              </a:rPr>
            </a:br>
            <a:r>
              <a:rPr lang="en-IN" sz="1300">
                <a:solidFill>
                  <a:schemeClr val="tx1"/>
                </a:solidFill>
              </a:rPr>
              <a:t>through</a:t>
            </a:r>
            <a:r>
              <a:rPr lang="en-IN" sz="1300" b="1">
                <a:solidFill>
                  <a:schemeClr val="tx1"/>
                </a:solidFill>
              </a:rPr>
              <a:t> </a:t>
            </a:r>
            <a:r>
              <a:rPr lang="en-IN" sz="1300">
                <a:solidFill>
                  <a:schemeClr val="tx1"/>
                </a:solidFill>
              </a:rPr>
              <a:t>logic and human-in-the-loop</a:t>
            </a:r>
          </a:p>
        </p:txBody>
      </p:sp>
      <p:sp>
        <p:nvSpPr>
          <p:cNvPr id="62" name="Rounded Rectangle 16">
            <a:extLst>
              <a:ext uri="{FF2B5EF4-FFF2-40B4-BE49-F238E27FC236}">
                <a16:creationId xmlns:a16="http://schemas.microsoft.com/office/drawing/2014/main" id="{8AD0F38C-461B-C717-8903-1B069D3E9EFE}"/>
              </a:ext>
            </a:extLst>
          </p:cNvPr>
          <p:cNvSpPr/>
          <p:nvPr/>
        </p:nvSpPr>
        <p:spPr>
          <a:xfrm>
            <a:off x="6562528" y="4555105"/>
            <a:ext cx="3765359" cy="504000"/>
          </a:xfrm>
          <a:prstGeom prst="roundRect">
            <a:avLst/>
          </a:prstGeom>
          <a:solidFill>
            <a:srgbClr val="F2F2F2">
              <a:alpha val="61176"/>
            </a:srgbClr>
          </a:solidFill>
          <a:ln w="6350">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lang="en-IN" sz="1300">
                <a:solidFill>
                  <a:schemeClr val="tx1"/>
                </a:solidFill>
              </a:rPr>
              <a:t>Deterministic path makes </a:t>
            </a:r>
            <a:r>
              <a:rPr lang="en-IN" sz="1300" b="1">
                <a:solidFill>
                  <a:schemeClr val="tx1"/>
                </a:solidFill>
              </a:rPr>
              <a:t>cost predictable</a:t>
            </a:r>
          </a:p>
        </p:txBody>
      </p:sp>
      <p:sp>
        <p:nvSpPr>
          <p:cNvPr id="63" name="Rounded Rectangle 6">
            <a:extLst>
              <a:ext uri="{FF2B5EF4-FFF2-40B4-BE49-F238E27FC236}">
                <a16:creationId xmlns:a16="http://schemas.microsoft.com/office/drawing/2014/main" id="{C8C3D1C7-C8B6-AB4A-7409-CD38201ADDC7}"/>
              </a:ext>
            </a:extLst>
          </p:cNvPr>
          <p:cNvSpPr/>
          <p:nvPr/>
        </p:nvSpPr>
        <p:spPr>
          <a:xfrm>
            <a:off x="4865843" y="1454817"/>
            <a:ext cx="756873" cy="329184"/>
          </a:xfrm>
          <a:prstGeom prst="roundRect">
            <a:avLst>
              <a:gd name="adj" fmla="val 50000"/>
            </a:avLst>
          </a:prstGeom>
          <a:solidFill>
            <a:srgbClr val="FFFFFF"/>
          </a:solidFill>
          <a:ln w="12700">
            <a:solidFill>
              <a:schemeClr val="tx2">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Bef>
                <a:spcPts val="0"/>
              </a:spcBef>
              <a:spcAft>
                <a:spcPts val="100"/>
              </a:spcAft>
            </a:pPr>
            <a:r>
              <a:rPr lang="en-GB" sz="900" b="1">
                <a:solidFill>
                  <a:srgbClr val="071D2B"/>
                </a:solidFill>
                <a:latin typeface="Segoe Sans Display Semibold"/>
              </a:rPr>
              <a:t>BEFORE</a:t>
            </a:r>
            <a:endParaRPr sz="900" b="1">
              <a:solidFill>
                <a:srgbClr val="46515D"/>
              </a:solidFill>
              <a:latin typeface="Segoe Sans Display Semibold"/>
            </a:endParaRPr>
          </a:p>
        </p:txBody>
      </p:sp>
      <p:sp>
        <p:nvSpPr>
          <p:cNvPr id="64" name="Rounded Rectangle 6">
            <a:extLst>
              <a:ext uri="{FF2B5EF4-FFF2-40B4-BE49-F238E27FC236}">
                <a16:creationId xmlns:a16="http://schemas.microsoft.com/office/drawing/2014/main" id="{883FAF4D-5F8F-0F0D-15FD-A9E2F1201F2B}"/>
              </a:ext>
            </a:extLst>
          </p:cNvPr>
          <p:cNvSpPr/>
          <p:nvPr/>
        </p:nvSpPr>
        <p:spPr>
          <a:xfrm>
            <a:off x="9667120" y="1464273"/>
            <a:ext cx="781394" cy="329184"/>
          </a:xfrm>
          <a:prstGeom prst="roundRect">
            <a:avLst>
              <a:gd name="adj" fmla="val 50000"/>
            </a:avLst>
          </a:prstGeom>
          <a:solidFill>
            <a:srgbClr val="00B050"/>
          </a:solidFill>
          <a:ln w="12700">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lstStyle/>
          <a:p>
            <a:pPr algn="ctr">
              <a:spcBef>
                <a:spcPts val="0"/>
              </a:spcBef>
              <a:spcAft>
                <a:spcPts val="100"/>
              </a:spcAft>
            </a:pPr>
            <a:r>
              <a:rPr lang="en-GB" sz="900" b="1">
                <a:solidFill>
                  <a:schemeClr val="bg1"/>
                </a:solidFill>
                <a:latin typeface="Segoe Sans Display Semibold"/>
              </a:rPr>
              <a:t>NOW</a:t>
            </a:r>
            <a:endParaRPr sz="900" b="1">
              <a:solidFill>
                <a:schemeClr val="bg1"/>
              </a:solidFill>
              <a:latin typeface="Segoe Sans Display Semibold"/>
            </a:endParaRPr>
          </a:p>
        </p:txBody>
      </p:sp>
      <p:pic>
        <p:nvPicPr>
          <p:cNvPr id="65" name="Graphic 64" descr="Arrow Right with solid fill">
            <a:extLst>
              <a:ext uri="{FF2B5EF4-FFF2-40B4-BE49-F238E27FC236}">
                <a16:creationId xmlns:a16="http://schemas.microsoft.com/office/drawing/2014/main" id="{EA81DA6F-3E69-CF25-B359-21C2B8B2F83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86469" y="2777488"/>
            <a:ext cx="526486" cy="526486"/>
          </a:xfrm>
          <a:prstGeom prst="rect">
            <a:avLst/>
          </a:prstGeom>
        </p:spPr>
      </p:pic>
      <p:pic>
        <p:nvPicPr>
          <p:cNvPr id="66" name="Graphic 65" descr="Arrow Right with solid fill">
            <a:extLst>
              <a:ext uri="{FF2B5EF4-FFF2-40B4-BE49-F238E27FC236}">
                <a16:creationId xmlns:a16="http://schemas.microsoft.com/office/drawing/2014/main" id="{E2FE40D7-B2D4-6D74-BC37-1F97A3E2EAA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86469" y="3084811"/>
            <a:ext cx="526486" cy="526486"/>
          </a:xfrm>
          <a:prstGeom prst="rect">
            <a:avLst/>
          </a:prstGeom>
        </p:spPr>
      </p:pic>
      <p:pic>
        <p:nvPicPr>
          <p:cNvPr id="67" name="Graphic 66" descr="Arrow Right with solid fill">
            <a:extLst>
              <a:ext uri="{FF2B5EF4-FFF2-40B4-BE49-F238E27FC236}">
                <a16:creationId xmlns:a16="http://schemas.microsoft.com/office/drawing/2014/main" id="{1CF3ADDD-8E03-B395-B1CA-7644FC860CA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86469" y="3370950"/>
            <a:ext cx="526486" cy="526486"/>
          </a:xfrm>
          <a:prstGeom prst="rect">
            <a:avLst/>
          </a:prstGeom>
        </p:spPr>
      </p:pic>
      <p:sp>
        <p:nvSpPr>
          <p:cNvPr id="77" name="Rounded Rectangle 16">
            <a:extLst>
              <a:ext uri="{FF2B5EF4-FFF2-40B4-BE49-F238E27FC236}">
                <a16:creationId xmlns:a16="http://schemas.microsoft.com/office/drawing/2014/main" id="{FD48B06F-84FD-F77D-9F5C-C852F8D8E966}"/>
              </a:ext>
            </a:extLst>
          </p:cNvPr>
          <p:cNvSpPr/>
          <p:nvPr/>
        </p:nvSpPr>
        <p:spPr>
          <a:xfrm>
            <a:off x="1763081" y="3929539"/>
            <a:ext cx="3764415" cy="504000"/>
          </a:xfrm>
          <a:prstGeom prst="roundRect">
            <a:avLst/>
          </a:prstGeom>
          <a:solidFill>
            <a:srgbClr val="F2F2F2">
              <a:alpha val="61176"/>
            </a:srgbClr>
          </a:solidFill>
          <a:ln w="6350">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Bef>
                <a:spcPts val="0"/>
              </a:spcBef>
              <a:spcAft>
                <a:spcPts val="0"/>
              </a:spcAft>
            </a:pPr>
            <a:r>
              <a:rPr lang="en-IN" sz="1300" b="1">
                <a:solidFill>
                  <a:schemeClr val="tx1"/>
                </a:solidFill>
              </a:rPr>
              <a:t>Difficult to trace </a:t>
            </a:r>
            <a:r>
              <a:rPr lang="en-IN" sz="1300">
                <a:solidFill>
                  <a:schemeClr val="tx1"/>
                </a:solidFill>
              </a:rPr>
              <a:t>with no visualization of the process and the agent’s trajectory </a:t>
            </a:r>
          </a:p>
        </p:txBody>
      </p:sp>
      <p:sp>
        <p:nvSpPr>
          <p:cNvPr id="79" name="Rounded Rectangle 16">
            <a:extLst>
              <a:ext uri="{FF2B5EF4-FFF2-40B4-BE49-F238E27FC236}">
                <a16:creationId xmlns:a16="http://schemas.microsoft.com/office/drawing/2014/main" id="{F94B1098-24ED-58BD-3353-5EBCAFC750CD}"/>
              </a:ext>
            </a:extLst>
          </p:cNvPr>
          <p:cNvSpPr/>
          <p:nvPr/>
        </p:nvSpPr>
        <p:spPr>
          <a:xfrm>
            <a:off x="6570877" y="3932256"/>
            <a:ext cx="3765359" cy="504000"/>
          </a:xfrm>
          <a:prstGeom prst="roundRect">
            <a:avLst/>
          </a:prstGeom>
          <a:solidFill>
            <a:srgbClr val="F2F2F2">
              <a:alpha val="61176"/>
            </a:srgbClr>
          </a:solidFill>
          <a:ln w="6350">
            <a:no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lang="en-IN" sz="1300" b="1">
                <a:solidFill>
                  <a:schemeClr val="tx1"/>
                </a:solidFill>
              </a:rPr>
              <a:t>Easy to trace and monitor </a:t>
            </a:r>
            <a:r>
              <a:rPr lang="en-IN" sz="1300">
                <a:solidFill>
                  <a:schemeClr val="tx1"/>
                </a:solidFill>
              </a:rPr>
              <a:t>the process, represented as steps in the visual canvas</a:t>
            </a:r>
          </a:p>
        </p:txBody>
      </p:sp>
      <p:sp>
        <p:nvSpPr>
          <p:cNvPr id="85" name="Takeaway Banner">
            <a:extLst>
              <a:ext uri="{FF2B5EF4-FFF2-40B4-BE49-F238E27FC236}">
                <a16:creationId xmlns:a16="http://schemas.microsoft.com/office/drawing/2014/main" id="{DDF1DA16-9C76-E4E7-794E-A8BFA1CACFBE}"/>
              </a:ext>
            </a:extLst>
          </p:cNvPr>
          <p:cNvSpPr/>
          <p:nvPr/>
        </p:nvSpPr>
        <p:spPr>
          <a:xfrm>
            <a:off x="830580" y="5611226"/>
            <a:ext cx="10645140" cy="402336"/>
          </a:xfrm>
          <a:prstGeom prst="roundRect">
            <a:avLst>
              <a:gd name="adj" fmla="val 12000"/>
            </a:avLst>
          </a:prstGeom>
          <a:solidFill>
            <a:srgbClr val="FAF8FA"/>
          </a:solidFill>
          <a:ln w="12700">
            <a:solidFill>
              <a:schemeClr val="bg1"/>
            </a:solidFill>
          </a:ln>
          <a:effectLst>
            <a:outerShdw blurRad="50800" dist="38100" dir="5400000" algn="t" rotWithShape="0">
              <a:prstClr val="black">
                <a:alpha val="40000"/>
              </a:prstClr>
            </a:outerShdw>
          </a:effectLst>
        </p:spPr>
        <p:txBody>
          <a:bodyPr lIns="182880" tIns="18288" rIns="182880" bIns="18288" rtlCol="0" anchor="ctr"/>
          <a:lstStyle/>
          <a:p>
            <a:pPr algn="ctr"/>
            <a:r>
              <a:rPr lang="en-GB" sz="1300" b="1">
                <a:latin typeface="+mj-lt"/>
                <a:cs typeface="Segoe UI" pitchFamily="34" charset="0"/>
              </a:rPr>
              <a:t>Workflows keep the structure of agent flows and add the intelligence of agents, without the unpredictability</a:t>
            </a:r>
          </a:p>
        </p:txBody>
      </p:sp>
      <p:sp>
        <p:nvSpPr>
          <p:cNvPr id="87" name="Eyebrow">
            <a:extLst>
              <a:ext uri="{FF2B5EF4-FFF2-40B4-BE49-F238E27FC236}">
                <a16:creationId xmlns:a16="http://schemas.microsoft.com/office/drawing/2014/main" id="{7D054E0B-6F0A-9B76-1C45-9DF3A319BA88}"/>
              </a:ext>
            </a:extLst>
          </p:cNvPr>
          <p:cNvSpPr txBox="1"/>
          <p:nvPr/>
        </p:nvSpPr>
        <p:spPr>
          <a:xfrm>
            <a:off x="554737" y="300000"/>
            <a:ext cx="11052046" cy="153888"/>
          </a:xfrm>
          <a:prstGeom prst="rect">
            <a:avLst/>
          </a:prstGeom>
        </p:spPr>
        <p:txBody>
          <a:bodyPr vert="horz" wrap="square" lIns="0" tIns="0" rIns="0" bIns="0" rtlCol="0">
            <a:spAutoFit/>
          </a:bodyPr>
          <a:lstStyle>
            <a:lvl1pPr marR="0" indent="0" defTabSz="932742" fontAlgn="auto">
              <a:lnSpc>
                <a:spcPct val="100000"/>
              </a:lnSpc>
              <a:spcBef>
                <a:spcPct val="20000"/>
              </a:spcBef>
              <a:spcAft>
                <a:spcPts val="0"/>
              </a:spcAft>
              <a:buClrTx/>
              <a:buSzPct val="90000"/>
              <a:buFont typeface="Wingdings" panose="05000000000000000000" pitchFamily="2" charset="2"/>
              <a:buNone/>
              <a:tabLst/>
              <a:defRPr sz="1000" cap="all" spc="0" baseline="0">
                <a:solidFill>
                  <a:srgbClr val="4B5563"/>
                </a:solidFill>
                <a:latin typeface="Aptos"/>
                <a:cs typeface="Segoe Sans Display" pitchFamily="2" charset="0"/>
              </a:defRPr>
            </a:lvl1pPr>
            <a:lvl2pPr marL="228600" marR="0" indent="0" defTabSz="932742" fontAlgn="auto">
              <a:lnSpc>
                <a:spcPct val="100000"/>
              </a:lnSpc>
              <a:spcBef>
                <a:spcPct val="20000"/>
              </a:spcBef>
              <a:spcAft>
                <a:spcPts val="0"/>
              </a:spcAft>
              <a:buClrTx/>
              <a:buSzPct val="90000"/>
              <a:buFont typeface="Wingdings" panose="05000000000000000000" pitchFamily="2" charset="2"/>
              <a:buNone/>
              <a:tabLst/>
              <a:defRPr sz="2000" spc="0" baseline="0"/>
            </a:lvl2pPr>
            <a:lvl3pPr marL="457200" marR="0" indent="0" defTabSz="932742" fontAlgn="auto">
              <a:lnSpc>
                <a:spcPct val="100000"/>
              </a:lnSpc>
              <a:spcBef>
                <a:spcPct val="20000"/>
              </a:spcBef>
              <a:spcAft>
                <a:spcPts val="0"/>
              </a:spcAft>
              <a:buClrTx/>
              <a:buSzPct val="90000"/>
              <a:buFont typeface="Wingdings" panose="05000000000000000000" pitchFamily="2" charset="2"/>
              <a:buNone/>
              <a:tabLst/>
              <a:defRPr sz="1600" spc="0" baseline="0"/>
            </a:lvl3pPr>
            <a:lvl4pPr marL="661988"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4pPr>
            <a:lvl5pPr marL="855663" marR="0" indent="0" defTabSz="932742" fontAlgn="auto">
              <a:lnSpc>
                <a:spcPct val="100000"/>
              </a:lnSpc>
              <a:spcBef>
                <a:spcPct val="20000"/>
              </a:spcBef>
              <a:spcAft>
                <a:spcPts val="0"/>
              </a:spcAft>
              <a:buClrTx/>
              <a:buSzPct val="90000"/>
              <a:buFont typeface="Wingdings" panose="05000000000000000000" pitchFamily="2" charset="2"/>
              <a:buNone/>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r>
              <a:rPr lang="en-GB"/>
              <a:t>An autonomous agent runs a process freely. A workflow runs a process deterministically, using AI when needed.</a:t>
            </a:r>
          </a:p>
        </p:txBody>
      </p:sp>
    </p:spTree>
    <p:extLst>
      <p:ext uri="{BB962C8B-B14F-4D97-AF65-F5344CB8AC3E}">
        <p14:creationId xmlns:p14="http://schemas.microsoft.com/office/powerpoint/2010/main" val="329317658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C5C53-A452-966B-D49E-D82A4C49B20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3E95A89-FAD4-E329-765D-92DCE7666760}"/>
              </a:ext>
            </a:extLst>
          </p:cNvPr>
          <p:cNvSpPr>
            <a:spLocks noGrp="1"/>
          </p:cNvSpPr>
          <p:nvPr>
            <p:ph type="ctrTitle"/>
          </p:nvPr>
        </p:nvSpPr>
        <p:spPr>
          <a:xfrm>
            <a:off x="1468395" y="1937909"/>
            <a:ext cx="9144000" cy="2387600"/>
          </a:xfrm>
        </p:spPr>
        <p:txBody>
          <a:bodyPr>
            <a:normAutofit/>
          </a:bodyPr>
          <a:lstStyle/>
          <a:p>
            <a:r>
              <a:rPr lang="en-US" sz="11500" b="1" dirty="0">
                <a:solidFill>
                  <a:schemeClr val="tx1">
                    <a:lumMod val="65000"/>
                    <a:lumOff val="35000"/>
                  </a:schemeClr>
                </a:solidFill>
              </a:rPr>
              <a:t>DEMO</a:t>
            </a:r>
            <a:endParaRPr lang="en-US" sz="11500" b="1" dirty="0">
              <a:solidFill>
                <a:schemeClr val="accent4">
                  <a:lumMod val="75000"/>
                </a:schemeClr>
              </a:solidFill>
            </a:endParaRPr>
          </a:p>
        </p:txBody>
      </p:sp>
      <p:sp>
        <p:nvSpPr>
          <p:cNvPr id="8" name="Rectangle 7">
            <a:extLst>
              <a:ext uri="{FF2B5EF4-FFF2-40B4-BE49-F238E27FC236}">
                <a16:creationId xmlns:a16="http://schemas.microsoft.com/office/drawing/2014/main" id="{5D449C5D-A04C-BB3D-D08E-8D8D29BBC547}"/>
              </a:ext>
            </a:extLst>
          </p:cNvPr>
          <p:cNvSpPr/>
          <p:nvPr/>
        </p:nvSpPr>
        <p:spPr>
          <a:xfrm>
            <a:off x="0" y="0"/>
            <a:ext cx="12188952" cy="54864"/>
          </a:xfrm>
          <a:prstGeom prst="rect">
            <a:avLst/>
          </a:prstGeom>
          <a:solidFill>
            <a:srgbClr val="C239B3"/>
          </a:solidFill>
          <a:ln w="12700">
            <a:solidFill>
              <a:srgbClr val="C239B3"/>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spTree>
    <p:extLst>
      <p:ext uri="{BB962C8B-B14F-4D97-AF65-F5344CB8AC3E}">
        <p14:creationId xmlns:p14="http://schemas.microsoft.com/office/powerpoint/2010/main" val="818690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FECA3-170D-3928-E8E3-1BBA894F08FD}"/>
              </a:ext>
            </a:extLst>
          </p:cNvPr>
          <p:cNvSpPr>
            <a:spLocks noGrp="1"/>
          </p:cNvSpPr>
          <p:nvPr>
            <p:ph type="title"/>
          </p:nvPr>
        </p:nvSpPr>
        <p:spPr/>
        <p:txBody>
          <a:bodyPr>
            <a:normAutofit fontScale="90000"/>
          </a:bodyPr>
          <a:lstStyle/>
          <a:p>
            <a:r>
              <a:rPr lang="en-US" dirty="0"/>
              <a:t>WHITE PAPER</a:t>
            </a:r>
          </a:p>
        </p:txBody>
      </p:sp>
      <p:sp>
        <p:nvSpPr>
          <p:cNvPr id="3" name="Text Placeholder 2">
            <a:extLst>
              <a:ext uri="{FF2B5EF4-FFF2-40B4-BE49-F238E27FC236}">
                <a16:creationId xmlns:a16="http://schemas.microsoft.com/office/drawing/2014/main" id="{97AF349F-D704-FD5D-2CFD-FC587B4C3D61}"/>
              </a:ext>
            </a:extLst>
          </p:cNvPr>
          <p:cNvSpPr>
            <a:spLocks noGrp="1"/>
          </p:cNvSpPr>
          <p:nvPr>
            <p:ph type="body" sz="quarter" idx="11"/>
          </p:nvPr>
        </p:nvSpPr>
        <p:spPr/>
        <p:txBody>
          <a:bodyPr>
            <a:normAutofit fontScale="47500" lnSpcReduction="20000"/>
          </a:bodyPr>
          <a:lstStyle/>
          <a:p>
            <a:endParaRPr lang="en-US"/>
          </a:p>
        </p:txBody>
      </p:sp>
      <p:sp>
        <p:nvSpPr>
          <p:cNvPr id="4" name="Text Placeholder 3">
            <a:extLst>
              <a:ext uri="{FF2B5EF4-FFF2-40B4-BE49-F238E27FC236}">
                <a16:creationId xmlns:a16="http://schemas.microsoft.com/office/drawing/2014/main" id="{2A3B5665-F9AD-0FFC-75DA-8DA8E4AA18B4}"/>
              </a:ext>
            </a:extLst>
          </p:cNvPr>
          <p:cNvSpPr>
            <a:spLocks noGrp="1"/>
          </p:cNvSpPr>
          <p:nvPr>
            <p:ph type="body" sz="quarter" idx="12"/>
          </p:nvPr>
        </p:nvSpPr>
        <p:spPr/>
        <p:txBody>
          <a:bodyPr>
            <a:normAutofit fontScale="47500" lnSpcReduction="20000"/>
          </a:bodyPr>
          <a:lstStyle/>
          <a:p>
            <a:endParaRPr lang="en-US"/>
          </a:p>
        </p:txBody>
      </p:sp>
      <p:pic>
        <p:nvPicPr>
          <p:cNvPr id="6" name="Picture 5">
            <a:extLst>
              <a:ext uri="{FF2B5EF4-FFF2-40B4-BE49-F238E27FC236}">
                <a16:creationId xmlns:a16="http://schemas.microsoft.com/office/drawing/2014/main" id="{5DC311A5-71A6-0096-BB4D-ACFB1CD3877C}"/>
              </a:ext>
            </a:extLst>
          </p:cNvPr>
          <p:cNvPicPr>
            <a:picLocks noChangeAspect="1"/>
          </p:cNvPicPr>
          <p:nvPr/>
        </p:nvPicPr>
        <p:blipFill>
          <a:blip r:embed="rId3"/>
          <a:stretch>
            <a:fillRect/>
          </a:stretch>
        </p:blipFill>
        <p:spPr>
          <a:xfrm>
            <a:off x="1939924" y="1133630"/>
            <a:ext cx="8336729" cy="4590740"/>
          </a:xfrm>
          <a:prstGeom prst="roundRect">
            <a:avLst>
              <a:gd name="adj" fmla="val 4185"/>
            </a:avLst>
          </a:prstGeom>
          <a:solidFill>
            <a:srgbClr val="FFFFFF">
              <a:shade val="85000"/>
            </a:srgbClr>
          </a:solidFill>
          <a:ln>
            <a:noFill/>
          </a:ln>
          <a:effectLst>
            <a:outerShdw blurRad="50800" dist="38100" dir="2700000" algn="tl" rotWithShape="0">
              <a:prstClr val="black">
                <a:alpha val="40000"/>
              </a:prstClr>
            </a:outerShdw>
            <a:reflection blurRad="12700" stA="38000" endPos="28000" dist="5000" dir="5400000" sy="-100000" algn="bl" rotWithShape="0"/>
          </a:effectLst>
        </p:spPr>
      </p:pic>
    </p:spTree>
    <p:extLst>
      <p:ext uri="{BB962C8B-B14F-4D97-AF65-F5344CB8AC3E}">
        <p14:creationId xmlns:p14="http://schemas.microsoft.com/office/powerpoint/2010/main" val="1788371971"/>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29ACE-7463-B240-AF87-3F00A5D7B27B}"/>
              </a:ext>
            </a:extLst>
          </p:cNvPr>
          <p:cNvSpPr>
            <a:spLocks noGrp="1"/>
          </p:cNvSpPr>
          <p:nvPr>
            <p:ph type="title"/>
          </p:nvPr>
        </p:nvSpPr>
        <p:spPr/>
        <p:txBody>
          <a:bodyPr>
            <a:normAutofit fontScale="90000"/>
          </a:bodyPr>
          <a:lstStyle/>
          <a:p>
            <a:r>
              <a:rPr lang="en-US" dirty="0"/>
              <a:t>RESOURCES</a:t>
            </a:r>
          </a:p>
        </p:txBody>
      </p:sp>
      <p:sp>
        <p:nvSpPr>
          <p:cNvPr id="3" name="Text Placeholder 2">
            <a:extLst>
              <a:ext uri="{FF2B5EF4-FFF2-40B4-BE49-F238E27FC236}">
                <a16:creationId xmlns:a16="http://schemas.microsoft.com/office/drawing/2014/main" id="{97734943-067D-8FED-694F-0A3BDE57CDBC}"/>
              </a:ext>
            </a:extLst>
          </p:cNvPr>
          <p:cNvSpPr>
            <a:spLocks noGrp="1"/>
          </p:cNvSpPr>
          <p:nvPr>
            <p:ph type="body" sz="quarter" idx="11"/>
          </p:nvPr>
        </p:nvSpPr>
        <p:spPr/>
        <p:txBody>
          <a:bodyPr>
            <a:normAutofit fontScale="47500" lnSpcReduction="20000"/>
          </a:bodyPr>
          <a:lstStyle/>
          <a:p>
            <a:endParaRPr lang="en-US" dirty="0"/>
          </a:p>
        </p:txBody>
      </p:sp>
      <p:sp>
        <p:nvSpPr>
          <p:cNvPr id="4" name="Text Placeholder 3">
            <a:extLst>
              <a:ext uri="{FF2B5EF4-FFF2-40B4-BE49-F238E27FC236}">
                <a16:creationId xmlns:a16="http://schemas.microsoft.com/office/drawing/2014/main" id="{AA07B40B-A30A-BB0C-0AE6-E209DF740368}"/>
              </a:ext>
            </a:extLst>
          </p:cNvPr>
          <p:cNvSpPr>
            <a:spLocks noGrp="1"/>
          </p:cNvSpPr>
          <p:nvPr>
            <p:ph type="body" sz="quarter" idx="12"/>
          </p:nvPr>
        </p:nvSpPr>
        <p:spPr/>
        <p:txBody>
          <a:bodyPr>
            <a:normAutofit fontScale="47500" lnSpcReduction="20000"/>
          </a:bodyPr>
          <a:lstStyle/>
          <a:p>
            <a:endParaRPr lang="en-US"/>
          </a:p>
        </p:txBody>
      </p:sp>
      <p:sp>
        <p:nvSpPr>
          <p:cNvPr id="11" name="Rectangle: Rounded Corners 10">
            <a:extLst>
              <a:ext uri="{FF2B5EF4-FFF2-40B4-BE49-F238E27FC236}">
                <a16:creationId xmlns:a16="http://schemas.microsoft.com/office/drawing/2014/main" id="{B3774857-A430-E323-A410-44AE8C356567}"/>
              </a:ext>
            </a:extLst>
          </p:cNvPr>
          <p:cNvSpPr/>
          <p:nvPr/>
        </p:nvSpPr>
        <p:spPr>
          <a:xfrm>
            <a:off x="1106936" y="1709311"/>
            <a:ext cx="2287745" cy="3154689"/>
          </a:xfrm>
          <a:prstGeom prst="roundRect">
            <a:avLst>
              <a:gd name="adj" fmla="val 6910"/>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TECHNICAL</a:t>
            </a:r>
          </a:p>
          <a:p>
            <a:pPr algn="ctr"/>
            <a:r>
              <a:rPr lang="en-US" sz="2800" dirty="0"/>
              <a:t>DEEP DIVE DECK</a:t>
            </a:r>
          </a:p>
        </p:txBody>
      </p:sp>
      <p:sp>
        <p:nvSpPr>
          <p:cNvPr id="8" name="Rectangle: Rounded Corners 7">
            <a:extLst>
              <a:ext uri="{FF2B5EF4-FFF2-40B4-BE49-F238E27FC236}">
                <a16:creationId xmlns:a16="http://schemas.microsoft.com/office/drawing/2014/main" id="{9D094341-4D27-70C2-C3FE-CCA2FC201F2E}"/>
              </a:ext>
            </a:extLst>
          </p:cNvPr>
          <p:cNvSpPr/>
          <p:nvPr/>
        </p:nvSpPr>
        <p:spPr>
          <a:xfrm>
            <a:off x="3702389" y="1709310"/>
            <a:ext cx="2287745" cy="3154689"/>
          </a:xfrm>
          <a:prstGeom prst="roundRect">
            <a:avLst>
              <a:gd name="adj" fmla="val 6910"/>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THE CUSTOM ENGINE BLOG</a:t>
            </a:r>
          </a:p>
        </p:txBody>
      </p:sp>
      <p:sp>
        <p:nvSpPr>
          <p:cNvPr id="12" name="Rectangle: Rounded Corners 11">
            <a:extLst>
              <a:ext uri="{FF2B5EF4-FFF2-40B4-BE49-F238E27FC236}">
                <a16:creationId xmlns:a16="http://schemas.microsoft.com/office/drawing/2014/main" id="{8F438814-EBB7-8B0A-6F0D-854603D75F56}"/>
              </a:ext>
            </a:extLst>
          </p:cNvPr>
          <p:cNvSpPr/>
          <p:nvPr/>
        </p:nvSpPr>
        <p:spPr>
          <a:xfrm>
            <a:off x="6297842" y="1709310"/>
            <a:ext cx="2287745" cy="3154689"/>
          </a:xfrm>
          <a:prstGeom prst="roundRect">
            <a:avLst>
              <a:gd name="adj" fmla="val 6910"/>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AGENT ACADEMY</a:t>
            </a:r>
          </a:p>
        </p:txBody>
      </p:sp>
      <p:sp>
        <p:nvSpPr>
          <p:cNvPr id="16" name="Rectangle: Rounded Corners 15">
            <a:extLst>
              <a:ext uri="{FF2B5EF4-FFF2-40B4-BE49-F238E27FC236}">
                <a16:creationId xmlns:a16="http://schemas.microsoft.com/office/drawing/2014/main" id="{1B2E3A4F-DF02-FB06-A2A3-690BA9A35AB3}"/>
              </a:ext>
            </a:extLst>
          </p:cNvPr>
          <p:cNvSpPr/>
          <p:nvPr/>
        </p:nvSpPr>
        <p:spPr>
          <a:xfrm>
            <a:off x="8797321" y="1709310"/>
            <a:ext cx="2287745" cy="3154689"/>
          </a:xfrm>
          <a:prstGeom prst="roundRect">
            <a:avLst>
              <a:gd name="adj" fmla="val 6910"/>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SKILLS GALLERY</a:t>
            </a:r>
          </a:p>
        </p:txBody>
      </p:sp>
    </p:spTree>
    <p:extLst>
      <p:ext uri="{BB962C8B-B14F-4D97-AF65-F5344CB8AC3E}">
        <p14:creationId xmlns:p14="http://schemas.microsoft.com/office/powerpoint/2010/main" val="1886532602"/>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00DE3-DE76-C934-F45F-A3D2D5DC2C1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629473E-5FCA-BF72-B6E9-974DD326640E}"/>
              </a:ext>
            </a:extLst>
          </p:cNvPr>
          <p:cNvSpPr>
            <a:spLocks noGrp="1"/>
          </p:cNvSpPr>
          <p:nvPr>
            <p:ph type="ctrTitle"/>
          </p:nvPr>
        </p:nvSpPr>
        <p:spPr>
          <a:xfrm>
            <a:off x="1468395" y="1937909"/>
            <a:ext cx="9144000" cy="2387600"/>
          </a:xfrm>
        </p:spPr>
        <p:txBody>
          <a:bodyPr>
            <a:normAutofit/>
          </a:bodyPr>
          <a:lstStyle/>
          <a:p>
            <a:r>
              <a:rPr lang="en-US" sz="9600" b="1" dirty="0">
                <a:solidFill>
                  <a:schemeClr val="tx1">
                    <a:lumMod val="65000"/>
                    <a:lumOff val="35000"/>
                  </a:schemeClr>
                </a:solidFill>
              </a:rPr>
              <a:t>THANK YOU</a:t>
            </a:r>
            <a:endParaRPr lang="en-US" sz="9600" b="1" dirty="0">
              <a:solidFill>
                <a:schemeClr val="accent4">
                  <a:lumMod val="75000"/>
                </a:schemeClr>
              </a:solidFill>
            </a:endParaRPr>
          </a:p>
        </p:txBody>
      </p:sp>
      <p:sp>
        <p:nvSpPr>
          <p:cNvPr id="8" name="Rectangle 7">
            <a:extLst>
              <a:ext uri="{FF2B5EF4-FFF2-40B4-BE49-F238E27FC236}">
                <a16:creationId xmlns:a16="http://schemas.microsoft.com/office/drawing/2014/main" id="{DA19C3BD-BF59-28B5-C601-61F6BACCB18A}"/>
              </a:ext>
            </a:extLst>
          </p:cNvPr>
          <p:cNvSpPr/>
          <p:nvPr/>
        </p:nvSpPr>
        <p:spPr>
          <a:xfrm>
            <a:off x="0" y="0"/>
            <a:ext cx="12188952" cy="54864"/>
          </a:xfrm>
          <a:prstGeom prst="rect">
            <a:avLst/>
          </a:prstGeom>
          <a:solidFill>
            <a:srgbClr val="C239B3"/>
          </a:solidFill>
          <a:ln w="12700">
            <a:solidFill>
              <a:srgbClr val="C239B3"/>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Segoe Sans Display"/>
              <a:ea typeface="+mn-ea"/>
              <a:cs typeface="+mn-cs"/>
            </a:endParaRPr>
          </a:p>
        </p:txBody>
      </p:sp>
    </p:spTree>
    <p:extLst>
      <p:ext uri="{BB962C8B-B14F-4D97-AF65-F5344CB8AC3E}">
        <p14:creationId xmlns:p14="http://schemas.microsoft.com/office/powerpoint/2010/main" val="2346413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3226</TotalTime>
  <Words>2362</Words>
  <Application>Microsoft Office PowerPoint</Application>
  <PresentationFormat>Widescreen</PresentationFormat>
  <Paragraphs>222</Paragraphs>
  <Slides>18</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Aptos</vt:lpstr>
      <vt:lpstr>Aptos Display</vt:lpstr>
      <vt:lpstr>Arial</vt:lpstr>
      <vt:lpstr>Calibri</vt:lpstr>
      <vt:lpstr>Segoe Sans Display</vt:lpstr>
      <vt:lpstr>Segoe Sans Display Semibold</vt:lpstr>
      <vt:lpstr>Segoe UI</vt:lpstr>
      <vt:lpstr>Segoe UI Semibold</vt:lpstr>
      <vt:lpstr>Office Theme</vt:lpstr>
      <vt:lpstr>A Peek Into GITHUB COPILOT HARNESS in Copilot Studio</vt:lpstr>
      <vt:lpstr>SANDEEP ANGARA Technology Consultant</vt:lpstr>
      <vt:lpstr>HARNESS</vt:lpstr>
      <vt:lpstr>GHCP Harness Capabilities</vt:lpstr>
      <vt:lpstr>PowerPoint Presentation</vt:lpstr>
      <vt:lpstr>PowerPoint Presentation</vt:lpstr>
      <vt:lpstr>Mapping standard capabilities to the GitHub Copilot harness</vt:lpstr>
      <vt:lpstr>Mapping standard capabilities to the GitHub Copilot harness</vt:lpstr>
      <vt:lpstr>SKILLS</vt:lpstr>
      <vt:lpstr>PowerPoint Presentation</vt:lpstr>
      <vt:lpstr>SANDBOX</vt:lpstr>
      <vt:lpstr>PowerPoint Presentation</vt:lpstr>
      <vt:lpstr>WORKFLOWS</vt:lpstr>
      <vt:lpstr>From autonomous agents to agentic automation in workflows</vt:lpstr>
      <vt:lpstr>DEMO</vt:lpstr>
      <vt:lpstr>WHITE PAPER</vt:lpstr>
      <vt:lpstr>RESOURCES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Sandeep Angara</dc:creator>
  <cp:lastModifiedBy>Sandeep Angara</cp:lastModifiedBy>
  <cp:revision>1</cp:revision>
  <dcterms:created xsi:type="dcterms:W3CDTF">2026-09-12T10:40:20Z</dcterms:created>
  <dcterms:modified xsi:type="dcterms:W3CDTF">2026-09-29T13:27:40Z</dcterms:modified>
</cp:coreProperties>
</file>