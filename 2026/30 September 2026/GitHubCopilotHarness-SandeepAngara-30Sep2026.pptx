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T Interphases" charset="1" panose="02000503020000020004"/>
      <p:regular r:id="rId11"/>
    </p:embeddedFont>
    <p:embeddedFont>
      <p:font typeface="Canva Sans Bold" charset="1" panose="020B0803030501040103"/>
      <p:regular r:id="rId12"/>
    </p:embeddedFont>
    <p:embeddedFont>
      <p:font typeface="Canva Sans" charset="1" panose="020B0503030501040103"/>
      <p:regular r:id="rId13"/>
    </p:embeddedFont>
    <p:embeddedFont>
      <p:font typeface="TT Interphases Italics" charset="1" panose="02000503020000090004"/>
      <p:regular r:id="rId14"/>
    </p:embeddedFont>
    <p:embeddedFont>
      <p:font typeface="TT Interphases Bold" charset="1" panose="0200080306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5.png" Type="http://schemas.openxmlformats.org/officeDocument/2006/relationships/image"/><Relationship Id="rId4" Target="https://techcommunity.microsoft.com/group/copilot-studio-user-group-australia" TargetMode="External" Type="http://schemas.openxmlformats.org/officeDocument/2006/relationships/hyperlink"/><Relationship Id="rId5" Target="https://community.powerplatform.com/usergroups/details/?groupid=5d1ae660-e577-f011-b4cb-6045bdd8118b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74432" y="6240360"/>
            <a:ext cx="554268" cy="554268"/>
          </a:xfrm>
          <a:custGeom>
            <a:avLst/>
            <a:gdLst/>
            <a:ahLst/>
            <a:cxnLst/>
            <a:rect r="r" b="b" t="t" l="l"/>
            <a:pathLst>
              <a:path h="554268" w="554268">
                <a:moveTo>
                  <a:pt x="0" y="0"/>
                </a:moveTo>
                <a:lnTo>
                  <a:pt x="554268" y="0"/>
                </a:lnTo>
                <a:lnTo>
                  <a:pt x="554268" y="554268"/>
                </a:lnTo>
                <a:lnTo>
                  <a:pt x="0" y="5542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593919" y="2741410"/>
            <a:ext cx="6101251" cy="1939047"/>
            <a:chOff x="0" y="0"/>
            <a:chExt cx="8135001" cy="2585396"/>
          </a:xfrm>
        </p:grpSpPr>
        <p:grpSp>
          <p:nvGrpSpPr>
            <p:cNvPr name="Group 5" id="5"/>
            <p:cNvGrpSpPr/>
            <p:nvPr/>
          </p:nvGrpSpPr>
          <p:grpSpPr>
            <a:xfrm rot="-10800000">
              <a:off x="1801917" y="1114179"/>
              <a:ext cx="6333084" cy="357038"/>
              <a:chOff x="0" y="0"/>
              <a:chExt cx="1222517" cy="6892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22517" cy="68921"/>
              </a:xfrm>
              <a:custGeom>
                <a:avLst/>
                <a:gdLst/>
                <a:ahLst/>
                <a:cxnLst/>
                <a:rect r="r" b="b" t="t" l="l"/>
                <a:pathLst>
                  <a:path h="68921" w="1222517">
                    <a:moveTo>
                      <a:pt x="0" y="0"/>
                    </a:moveTo>
                    <a:lnTo>
                      <a:pt x="1222517" y="0"/>
                    </a:lnTo>
                    <a:lnTo>
                      <a:pt x="1222517" y="68921"/>
                    </a:lnTo>
                    <a:lnTo>
                      <a:pt x="0" y="68921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287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47625"/>
                <a:ext cx="1222517" cy="21296"/>
              </a:xfrm>
              <a:prstGeom prst="rect">
                <a:avLst/>
              </a:prstGeom>
            </p:spPr>
            <p:txBody>
              <a:bodyPr anchor="ctr" rtlCol="false" tIns="51983" lIns="51983" bIns="51983" rIns="5198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1835988" cy="2585396"/>
              <a:chOff x="0" y="0"/>
              <a:chExt cx="459956" cy="6477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59956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459956">
                    <a:moveTo>
                      <a:pt x="366261" y="50800"/>
                    </a:moveTo>
                    <a:lnTo>
                      <a:pt x="281084" y="279400"/>
                    </a:lnTo>
                    <a:lnTo>
                      <a:pt x="459956" y="279400"/>
                    </a:lnTo>
                    <a:lnTo>
                      <a:pt x="459956" y="368300"/>
                    </a:lnTo>
                    <a:lnTo>
                      <a:pt x="281084" y="368300"/>
                    </a:lnTo>
                    <a:lnTo>
                      <a:pt x="366261" y="596900"/>
                    </a:lnTo>
                    <a:lnTo>
                      <a:pt x="315155" y="647700"/>
                    </a:lnTo>
                    <a:lnTo>
                      <a:pt x="229978" y="406400"/>
                    </a:lnTo>
                    <a:lnTo>
                      <a:pt x="136283" y="647700"/>
                    </a:lnTo>
                    <a:lnTo>
                      <a:pt x="85177" y="596900"/>
                    </a:lnTo>
                    <a:lnTo>
                      <a:pt x="178872" y="368300"/>
                    </a:lnTo>
                    <a:lnTo>
                      <a:pt x="0" y="368300"/>
                    </a:lnTo>
                    <a:lnTo>
                      <a:pt x="0" y="279400"/>
                    </a:lnTo>
                    <a:lnTo>
                      <a:pt x="178872" y="279400"/>
                    </a:lnTo>
                    <a:lnTo>
                      <a:pt x="85177" y="50800"/>
                    </a:lnTo>
                    <a:lnTo>
                      <a:pt x="136283" y="0"/>
                    </a:lnTo>
                    <a:lnTo>
                      <a:pt x="229978" y="241300"/>
                    </a:lnTo>
                    <a:lnTo>
                      <a:pt x="315155" y="0"/>
                    </a:lnTo>
                    <a:lnTo>
                      <a:pt x="366261" y="5080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23287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14989" y="200025"/>
                <a:ext cx="229978" cy="295275"/>
              </a:xfrm>
              <a:prstGeom prst="rect">
                <a:avLst/>
              </a:prstGeom>
            </p:spPr>
            <p:txBody>
              <a:bodyPr anchor="ctr" rtlCol="false" tIns="51983" lIns="51983" bIns="51983" rIns="51983"/>
              <a:lstStyle/>
              <a:p>
                <a:pPr algn="ctr">
                  <a:lnSpc>
                    <a:spcPts val="1799"/>
                  </a:lnSpc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1846486" y="5549512"/>
            <a:ext cx="2133590" cy="2133590"/>
          </a:xfrm>
          <a:custGeom>
            <a:avLst/>
            <a:gdLst/>
            <a:ahLst/>
            <a:cxnLst/>
            <a:rect r="r" b="b" t="t" l="l"/>
            <a:pathLst>
              <a:path h="2133590" w="2133590">
                <a:moveTo>
                  <a:pt x="0" y="0"/>
                </a:moveTo>
                <a:lnTo>
                  <a:pt x="2133590" y="0"/>
                </a:lnTo>
                <a:lnTo>
                  <a:pt x="2133590" y="2133590"/>
                </a:lnTo>
                <a:lnTo>
                  <a:pt x="0" y="2133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08981" y="5387194"/>
            <a:ext cx="13206751" cy="2651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000"/>
              </a:lnSpc>
            </a:pPr>
            <a:r>
              <a:rPr lang="en-US" sz="20000" spc="-13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User Group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1949" y="2396625"/>
            <a:ext cx="14261970" cy="261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5"/>
              </a:lnSpc>
            </a:pPr>
            <a:r>
              <a:rPr lang="en-US" sz="19665" spc="-1474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Copilot Studio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9566" y="774639"/>
            <a:ext cx="2925810" cy="21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b="true" sz="17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SEPTEMBER 30,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78735" y="509844"/>
            <a:ext cx="2232260" cy="21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@powertechspeck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65523" y="9371819"/>
            <a:ext cx="6176010" cy="33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68"/>
              </a:lnSpc>
            </a:pPr>
            <a:r>
              <a:rPr lang="en-US" sz="256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Brisbane, Australia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7004" y="9342780"/>
            <a:ext cx="5393977" cy="284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Event Host: Girish Uppal &amp; Nehal Shah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53583" y="5296824"/>
            <a:ext cx="4470283" cy="2114836"/>
          </a:xfrm>
          <a:custGeom>
            <a:avLst/>
            <a:gdLst/>
            <a:ahLst/>
            <a:cxnLst/>
            <a:rect r="r" b="b" t="t" l="l"/>
            <a:pathLst>
              <a:path h="2114836" w="4470283">
                <a:moveTo>
                  <a:pt x="0" y="0"/>
                </a:moveTo>
                <a:lnTo>
                  <a:pt x="4470283" y="0"/>
                </a:lnTo>
                <a:lnTo>
                  <a:pt x="4470283" y="2114836"/>
                </a:lnTo>
                <a:lnTo>
                  <a:pt x="0" y="211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102308" y="8644631"/>
            <a:ext cx="12455076" cy="151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472"/>
              </a:lnSpc>
            </a:pPr>
            <a:r>
              <a:rPr lang="en-US" sz="13780" spc="-1033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Event Recorded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4880" y="1666408"/>
            <a:ext cx="10519739" cy="1164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91"/>
              </a:lnSpc>
              <a:spcBef>
                <a:spcPct val="0"/>
              </a:spcBef>
            </a:pPr>
            <a:r>
              <a:rPr lang="en-US" sz="10111" spc="-758">
                <a:gradFill>
                  <a:gsLst>
                    <a:gs pos="0">
                      <a:srgbClr val="014BCF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Interphases"/>
                <a:ea typeface="TT Interphases"/>
                <a:cs typeface="TT Interphases"/>
                <a:sym typeface="TT Interphases"/>
              </a:rPr>
              <a:t>Warning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3447" y="2971009"/>
            <a:ext cx="13873909" cy="49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174" spc="-47">
                <a:solidFill>
                  <a:srgbClr val="FF3131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If you do not consent to being part of recording, please exit this event now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9452" y="399265"/>
            <a:ext cx="17333991" cy="264794"/>
            <a:chOff x="0" y="0"/>
            <a:chExt cx="23111988" cy="35305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47625"/>
              <a:ext cx="2409818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0314180" y="47625"/>
              <a:ext cx="2409818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0135641" y="47625"/>
              <a:ext cx="2976347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99"/>
                </a:lnSpc>
              </a:pPr>
              <a:r>
                <a:rPr lang="en-US" sz="1799" spc="-13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@powertechspeck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84880" y="4139683"/>
            <a:ext cx="9000225" cy="62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64"/>
              </a:lnSpc>
              <a:spcBef>
                <a:spcPct val="0"/>
              </a:spcBef>
            </a:pPr>
            <a:r>
              <a:rPr lang="en-US" sz="4103" spc="-61">
                <a:solidFill>
                  <a:srgbClr val="EFEFE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Recording available post event at: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4341" y="5287299"/>
            <a:ext cx="9800277" cy="146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174" spc="-47">
                <a:solidFill>
                  <a:srgbClr val="FFD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Girish’s YouTube Channel</a:t>
            </a:r>
            <a:r>
              <a:rPr lang="en-US" sz="3174" spc="-47">
                <a:solidFill>
                  <a:srgbClr val="EFEFE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https://www.youtube.com/@powertechspeck 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04341" y="6685228"/>
            <a:ext cx="9800277" cy="1462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174" spc="-47">
                <a:solidFill>
                  <a:srgbClr val="FFD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Nehal’s YouTube Channel</a:t>
            </a:r>
            <a:r>
              <a:rPr lang="en-US" sz="3174" spc="-47">
                <a:solidFill>
                  <a:srgbClr val="EFEFE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https://www.youtube.com/@ThePowerBrews 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4" y="1702613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8862" y="1905000"/>
            <a:ext cx="251460" cy="251460"/>
          </a:xfrm>
          <a:custGeom>
            <a:avLst/>
            <a:gdLst/>
            <a:ahLst/>
            <a:cxnLst/>
            <a:rect r="r" b="b" t="t" l="l"/>
            <a:pathLst>
              <a:path h="251460" w="251460">
                <a:moveTo>
                  <a:pt x="0" y="0"/>
                </a:moveTo>
                <a:lnTo>
                  <a:pt x="251460" y="0"/>
                </a:lnTo>
                <a:lnTo>
                  <a:pt x="251460" y="251460"/>
                </a:lnTo>
                <a:lnTo>
                  <a:pt x="0" y="251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424632" y="1028700"/>
            <a:ext cx="1400805" cy="1453228"/>
            <a:chOff x="0" y="0"/>
            <a:chExt cx="1867740" cy="1937637"/>
          </a:xfrm>
        </p:grpSpPr>
        <p:sp>
          <p:nvSpPr>
            <p:cNvPr name="AutoShape 5" id="5"/>
            <p:cNvSpPr/>
            <p:nvPr/>
          </p:nvSpPr>
          <p:spPr>
            <a:xfrm>
              <a:off x="51896" y="71953"/>
              <a:ext cx="1815844" cy="0"/>
            </a:xfrm>
            <a:prstGeom prst="line">
              <a:avLst/>
            </a:prstGeom>
            <a:ln cap="flat" w="143906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1795787" y="71953"/>
              <a:ext cx="0" cy="1815844"/>
            </a:xfrm>
            <a:prstGeom prst="line">
              <a:avLst/>
            </a:prstGeom>
            <a:ln cap="flat" w="143906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51896" y="71953"/>
              <a:ext cx="1743891" cy="1815844"/>
            </a:xfrm>
            <a:prstGeom prst="line">
              <a:avLst/>
            </a:prstGeom>
            <a:ln cap="flat" w="143906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190588" y="3974413"/>
            <a:ext cx="2338174" cy="2338174"/>
          </a:xfrm>
          <a:custGeom>
            <a:avLst/>
            <a:gdLst/>
            <a:ahLst/>
            <a:cxnLst/>
            <a:rect r="r" b="b" t="t" l="l"/>
            <a:pathLst>
              <a:path h="2338174" w="2338174">
                <a:moveTo>
                  <a:pt x="0" y="0"/>
                </a:moveTo>
                <a:lnTo>
                  <a:pt x="2338174" y="0"/>
                </a:lnTo>
                <a:lnTo>
                  <a:pt x="2338174" y="2338174"/>
                </a:lnTo>
                <a:lnTo>
                  <a:pt x="0" y="23381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4134" y="3488224"/>
            <a:ext cx="14076559" cy="353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99"/>
              </a:lnSpc>
            </a:pPr>
            <a:r>
              <a:rPr lang="en-US" sz="13599" spc="-271">
                <a:solidFill>
                  <a:srgbClr val="FFDE59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GITHUB COPILOT HARNESS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7613" y="1874490"/>
            <a:ext cx="6596074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COPILOT STUDIO USER GROUP, BRISBANE AUSTRALIA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4592" y="8338642"/>
            <a:ext cx="292385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30 SEPTEMBER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56897" y="7899174"/>
            <a:ext cx="7036577" cy="685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30"/>
              </a:lnSpc>
            </a:pPr>
            <a:r>
              <a:rPr lang="en-US" sz="523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Sandeep Angara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85435" y="3285963"/>
            <a:ext cx="3019091" cy="3627198"/>
            <a:chOff x="0" y="0"/>
            <a:chExt cx="517211" cy="6213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7211" cy="621388"/>
            </a:xfrm>
            <a:custGeom>
              <a:avLst/>
              <a:gdLst/>
              <a:ahLst/>
              <a:cxnLst/>
              <a:rect r="r" b="b" t="t" l="l"/>
              <a:pathLst>
                <a:path h="621388" w="517211">
                  <a:moveTo>
                    <a:pt x="51286" y="0"/>
                  </a:moveTo>
                  <a:lnTo>
                    <a:pt x="465924" y="0"/>
                  </a:lnTo>
                  <a:cubicBezTo>
                    <a:pt x="494249" y="0"/>
                    <a:pt x="517211" y="22962"/>
                    <a:pt x="517211" y="51286"/>
                  </a:cubicBezTo>
                  <a:lnTo>
                    <a:pt x="517211" y="570101"/>
                  </a:lnTo>
                  <a:cubicBezTo>
                    <a:pt x="517211" y="583703"/>
                    <a:pt x="511807" y="596748"/>
                    <a:pt x="502189" y="606366"/>
                  </a:cubicBezTo>
                  <a:cubicBezTo>
                    <a:pt x="492571" y="615984"/>
                    <a:pt x="479526" y="621388"/>
                    <a:pt x="465924" y="621388"/>
                  </a:cubicBezTo>
                  <a:lnTo>
                    <a:pt x="51286" y="621388"/>
                  </a:lnTo>
                  <a:cubicBezTo>
                    <a:pt x="22962" y="621388"/>
                    <a:pt x="0" y="598426"/>
                    <a:pt x="0" y="570101"/>
                  </a:cubicBezTo>
                  <a:lnTo>
                    <a:pt x="0" y="51286"/>
                  </a:lnTo>
                  <a:cubicBezTo>
                    <a:pt x="0" y="22962"/>
                    <a:pt x="22962" y="0"/>
                    <a:pt x="51286" y="0"/>
                  </a:cubicBezTo>
                  <a:close/>
                </a:path>
              </a:pathLst>
            </a:custGeom>
            <a:blipFill>
              <a:blip r:embed="rId3"/>
              <a:stretch>
                <a:fillRect l="-10071" t="0" r="-1007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3270113"/>
            <a:ext cx="3019091" cy="3627198"/>
            <a:chOff x="0" y="0"/>
            <a:chExt cx="517211" cy="6213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7211" cy="621388"/>
            </a:xfrm>
            <a:custGeom>
              <a:avLst/>
              <a:gdLst/>
              <a:ahLst/>
              <a:cxnLst/>
              <a:rect r="r" b="b" t="t" l="l"/>
              <a:pathLst>
                <a:path h="621388" w="517211">
                  <a:moveTo>
                    <a:pt x="51286" y="0"/>
                  </a:moveTo>
                  <a:lnTo>
                    <a:pt x="465924" y="0"/>
                  </a:lnTo>
                  <a:cubicBezTo>
                    <a:pt x="494249" y="0"/>
                    <a:pt x="517211" y="22962"/>
                    <a:pt x="517211" y="51286"/>
                  </a:cubicBezTo>
                  <a:lnTo>
                    <a:pt x="517211" y="570101"/>
                  </a:lnTo>
                  <a:cubicBezTo>
                    <a:pt x="517211" y="583703"/>
                    <a:pt x="511807" y="596748"/>
                    <a:pt x="502189" y="606366"/>
                  </a:cubicBezTo>
                  <a:cubicBezTo>
                    <a:pt x="492571" y="615984"/>
                    <a:pt x="479526" y="621388"/>
                    <a:pt x="465924" y="621388"/>
                  </a:cubicBezTo>
                  <a:lnTo>
                    <a:pt x="51286" y="621388"/>
                  </a:lnTo>
                  <a:cubicBezTo>
                    <a:pt x="22962" y="621388"/>
                    <a:pt x="0" y="598426"/>
                    <a:pt x="0" y="570101"/>
                  </a:cubicBezTo>
                  <a:lnTo>
                    <a:pt x="0" y="51286"/>
                  </a:lnTo>
                  <a:cubicBezTo>
                    <a:pt x="0" y="22962"/>
                    <a:pt x="22962" y="0"/>
                    <a:pt x="51286" y="0"/>
                  </a:cubicBezTo>
                  <a:close/>
                </a:path>
              </a:pathLst>
            </a:custGeom>
            <a:blipFill>
              <a:blip r:embed="rId4"/>
              <a:stretch>
                <a:fillRect l="-10071" t="0" r="-1007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32536" y="3270113"/>
            <a:ext cx="3019091" cy="3627198"/>
            <a:chOff x="0" y="0"/>
            <a:chExt cx="517211" cy="6213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7211" cy="621388"/>
            </a:xfrm>
            <a:custGeom>
              <a:avLst/>
              <a:gdLst/>
              <a:ahLst/>
              <a:cxnLst/>
              <a:rect r="r" b="b" t="t" l="l"/>
              <a:pathLst>
                <a:path h="621388" w="517211">
                  <a:moveTo>
                    <a:pt x="51286" y="0"/>
                  </a:moveTo>
                  <a:lnTo>
                    <a:pt x="465924" y="0"/>
                  </a:lnTo>
                  <a:cubicBezTo>
                    <a:pt x="494249" y="0"/>
                    <a:pt x="517211" y="22962"/>
                    <a:pt x="517211" y="51286"/>
                  </a:cubicBezTo>
                  <a:lnTo>
                    <a:pt x="517211" y="570101"/>
                  </a:lnTo>
                  <a:cubicBezTo>
                    <a:pt x="517211" y="583703"/>
                    <a:pt x="511807" y="596748"/>
                    <a:pt x="502189" y="606366"/>
                  </a:cubicBezTo>
                  <a:cubicBezTo>
                    <a:pt x="492571" y="615984"/>
                    <a:pt x="479526" y="621388"/>
                    <a:pt x="465924" y="621388"/>
                  </a:cubicBezTo>
                  <a:lnTo>
                    <a:pt x="51286" y="621388"/>
                  </a:lnTo>
                  <a:cubicBezTo>
                    <a:pt x="22962" y="621388"/>
                    <a:pt x="0" y="598426"/>
                    <a:pt x="0" y="570101"/>
                  </a:cubicBezTo>
                  <a:lnTo>
                    <a:pt x="0" y="51286"/>
                  </a:lnTo>
                  <a:cubicBezTo>
                    <a:pt x="0" y="22962"/>
                    <a:pt x="22962" y="0"/>
                    <a:pt x="51286" y="0"/>
                  </a:cubicBezTo>
                  <a:close/>
                </a:path>
              </a:pathLst>
            </a:custGeom>
            <a:blipFill>
              <a:blip r:embed="rId5"/>
              <a:stretch>
                <a:fillRect l="-13191" t="0" r="-1319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675775" y="7968574"/>
            <a:ext cx="3019091" cy="2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2099" i="true">
                <a:solidFill>
                  <a:srgbClr val="FFFFFF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Microsoft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26928" y="7353559"/>
            <a:ext cx="3019091" cy="37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DE5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SANDEEP ANGARA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4383" y="7904821"/>
            <a:ext cx="2887725" cy="2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2099" i="true">
                <a:solidFill>
                  <a:srgbClr val="FDFCFC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Tech Consultant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353559"/>
            <a:ext cx="3019091" cy="37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DE5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GIRISH UPPAL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32536" y="7904821"/>
            <a:ext cx="3019091" cy="27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2099" i="true">
                <a:solidFill>
                  <a:srgbClr val="FDFCFC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Consultant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32536" y="7353559"/>
            <a:ext cx="3019091" cy="37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pc="-139">
                <a:solidFill>
                  <a:srgbClr val="FFDE5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NEHAL SHAH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4383" y="1720744"/>
            <a:ext cx="713512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75"/>
              </a:lnSpc>
              <a:spcBef>
                <a:spcPct val="0"/>
              </a:spcBef>
            </a:pPr>
            <a:r>
              <a:rPr lang="en-US" sz="7500" spc="-562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Meet Event Host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77004" y="763831"/>
            <a:ext cx="17333991" cy="264794"/>
            <a:chOff x="0" y="0"/>
            <a:chExt cx="23111988" cy="35305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47625"/>
              <a:ext cx="2409818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9"/>
                </a:lnSpc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314180" y="47625"/>
              <a:ext cx="2409818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9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0135641" y="47625"/>
              <a:ext cx="2976347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99"/>
                </a:lnSpc>
              </a:pPr>
              <a:r>
                <a:rPr lang="en-US" sz="1799" spc="-134">
                  <a:solidFill>
                    <a:srgbClr val="FDFCF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@powertechspeck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622650" y="1775496"/>
            <a:ext cx="5264745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75"/>
              </a:lnSpc>
              <a:spcBef>
                <a:spcPct val="0"/>
              </a:spcBef>
            </a:pPr>
            <a:r>
              <a:rPr lang="en-US" sz="7500" spc="-562" strike="noStrike" u="none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Meet Speaker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84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48740" y="5721112"/>
            <a:ext cx="11631358" cy="460406"/>
            <a:chOff x="0" y="0"/>
            <a:chExt cx="1741179" cy="689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1179" cy="68921"/>
            </a:xfrm>
            <a:custGeom>
              <a:avLst/>
              <a:gdLst/>
              <a:ahLst/>
              <a:cxnLst/>
              <a:rect r="r" b="b" t="t" l="l"/>
              <a:pathLst>
                <a:path h="68921" w="1741179">
                  <a:moveTo>
                    <a:pt x="0" y="0"/>
                  </a:moveTo>
                  <a:lnTo>
                    <a:pt x="1741179" y="0"/>
                  </a:lnTo>
                  <a:lnTo>
                    <a:pt x="1741179" y="68921"/>
                  </a:lnTo>
                  <a:lnTo>
                    <a:pt x="0" y="68921"/>
                  </a:lnTo>
                  <a:close/>
                </a:path>
              </a:pathLst>
            </a:custGeom>
            <a:gradFill rotWithShape="true">
              <a:gsLst>
                <a:gs pos="0">
                  <a:srgbClr val="014BC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1741179" cy="30821"/>
            </a:xfrm>
            <a:prstGeom prst="rect">
              <a:avLst/>
            </a:prstGeom>
          </p:spPr>
          <p:txBody>
            <a:bodyPr anchor="ctr" rtlCol="false" tIns="89377" lIns="89377" bIns="89377" rIns="8937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0800000">
            <a:off x="4768369" y="4284360"/>
            <a:ext cx="3530022" cy="3333909"/>
            <a:chOff x="0" y="0"/>
            <a:chExt cx="685800" cy="647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5800" cy="647700"/>
            </a:xfrm>
            <a:custGeom>
              <a:avLst/>
              <a:gdLst/>
              <a:ahLst/>
              <a:cxnLst/>
              <a:rect r="r" b="b" t="t" l="l"/>
              <a:pathLst>
                <a:path h="647700" w="685800">
                  <a:moveTo>
                    <a:pt x="546100" y="50800"/>
                  </a:moveTo>
                  <a:lnTo>
                    <a:pt x="419100" y="279400"/>
                  </a:lnTo>
                  <a:lnTo>
                    <a:pt x="685800" y="279400"/>
                  </a:lnTo>
                  <a:lnTo>
                    <a:pt x="685800" y="368300"/>
                  </a:lnTo>
                  <a:lnTo>
                    <a:pt x="419100" y="368300"/>
                  </a:lnTo>
                  <a:lnTo>
                    <a:pt x="546100" y="596900"/>
                  </a:lnTo>
                  <a:lnTo>
                    <a:pt x="469900" y="647700"/>
                  </a:lnTo>
                  <a:lnTo>
                    <a:pt x="342900" y="406400"/>
                  </a:lnTo>
                  <a:lnTo>
                    <a:pt x="203200" y="647700"/>
                  </a:lnTo>
                  <a:lnTo>
                    <a:pt x="127000" y="596900"/>
                  </a:lnTo>
                  <a:lnTo>
                    <a:pt x="266700" y="368300"/>
                  </a:lnTo>
                  <a:lnTo>
                    <a:pt x="0" y="368300"/>
                  </a:lnTo>
                  <a:lnTo>
                    <a:pt x="0" y="279400"/>
                  </a:lnTo>
                  <a:lnTo>
                    <a:pt x="266700" y="279400"/>
                  </a:lnTo>
                  <a:lnTo>
                    <a:pt x="127000" y="50800"/>
                  </a:lnTo>
                  <a:lnTo>
                    <a:pt x="203200" y="0"/>
                  </a:lnTo>
                  <a:lnTo>
                    <a:pt x="342900" y="241300"/>
                  </a:lnTo>
                  <a:lnTo>
                    <a:pt x="469900" y="0"/>
                  </a:lnTo>
                  <a:lnTo>
                    <a:pt x="546100" y="50800"/>
                  </a:lnTo>
                  <a:close/>
                </a:path>
              </a:pathLst>
            </a:custGeom>
            <a:gradFill rotWithShape="true">
              <a:gsLst>
                <a:gs pos="0">
                  <a:srgbClr val="014BC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71450" y="190500"/>
              <a:ext cx="342900" cy="304800"/>
            </a:xfrm>
            <a:prstGeom prst="rect">
              <a:avLst/>
            </a:prstGeom>
          </p:spPr>
          <p:txBody>
            <a:bodyPr anchor="ctr" rtlCol="false" tIns="89377" lIns="89377" bIns="89377" rIns="89377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45735" y="1993651"/>
            <a:ext cx="7013565" cy="5435068"/>
            <a:chOff x="0" y="0"/>
            <a:chExt cx="1238733" cy="9599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8733" cy="959940"/>
            </a:xfrm>
            <a:custGeom>
              <a:avLst/>
              <a:gdLst/>
              <a:ahLst/>
              <a:cxnLst/>
              <a:rect r="r" b="b" t="t" l="l"/>
              <a:pathLst>
                <a:path h="959940" w="1238733">
                  <a:moveTo>
                    <a:pt x="27596" y="0"/>
                  </a:moveTo>
                  <a:lnTo>
                    <a:pt x="1211137" y="0"/>
                  </a:lnTo>
                  <a:cubicBezTo>
                    <a:pt x="1226378" y="0"/>
                    <a:pt x="1238733" y="12355"/>
                    <a:pt x="1238733" y="27596"/>
                  </a:cubicBezTo>
                  <a:lnTo>
                    <a:pt x="1238733" y="932343"/>
                  </a:lnTo>
                  <a:cubicBezTo>
                    <a:pt x="1238733" y="947584"/>
                    <a:pt x="1226378" y="959940"/>
                    <a:pt x="1211137" y="959940"/>
                  </a:cubicBezTo>
                  <a:lnTo>
                    <a:pt x="27596" y="959940"/>
                  </a:lnTo>
                  <a:cubicBezTo>
                    <a:pt x="12355" y="959940"/>
                    <a:pt x="0" y="947584"/>
                    <a:pt x="0" y="932343"/>
                  </a:cubicBezTo>
                  <a:lnTo>
                    <a:pt x="0" y="27596"/>
                  </a:lnTo>
                  <a:cubicBezTo>
                    <a:pt x="0" y="12355"/>
                    <a:pt x="12355" y="0"/>
                    <a:pt x="2759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4521" r="0" b="-1452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4342" y="3316473"/>
            <a:ext cx="889168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</a:pPr>
            <a:r>
              <a:rPr lang="en-US" sz="7500" spc="-37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Much Better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9141" y="7943070"/>
            <a:ext cx="3551320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999">
                <a:solidFill>
                  <a:srgbClr val="FFDE5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TECH COMMUNITY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3122" y="8371693"/>
            <a:ext cx="10362262" cy="26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9"/>
              </a:lnSpc>
              <a:spcBef>
                <a:spcPct val="0"/>
              </a:spcBef>
            </a:pPr>
            <a:r>
              <a:rPr lang="en-US" b="true" sz="1999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  <a:hlinkClick r:id="rId4" tooltip="https://techcommunity.microsoft.com/group/copilot-studio-user-group-australia"/>
              </a:rPr>
              <a:t>https://techcommunity.microsoft.com/group/copilot-studio-user-group-australia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141" y="9571841"/>
            <a:ext cx="15946701" cy="26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9"/>
              </a:lnSpc>
              <a:spcBef>
                <a:spcPct val="0"/>
              </a:spcBef>
            </a:pPr>
            <a:r>
              <a:rPr lang="en-US" b="true" sz="1999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  <a:hlinkClick r:id="rId5" tooltip="https://community.powerplatform.com/usergroups/details/?groupid=5d1ae660-e577-f011-b4cb-6045bdd8118b"/>
              </a:rPr>
              <a:t>https://community.powerplatform.com/usergroups/details/?groupid=5d1ae660-e577-f011-b4cb-6045bdd8118b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9390" y="1919013"/>
            <a:ext cx="788645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</a:pPr>
            <a:r>
              <a:rPr lang="en-US" sz="7500" spc="-375">
                <a:gradFill>
                  <a:gsLst>
                    <a:gs pos="0">
                      <a:srgbClr val="023287">
                        <a:alpha val="100000"/>
                      </a:srgbClr>
                    </a:gs>
                    <a:gs pos="100000">
                      <a:srgbClr val="A8C8FF">
                        <a:alpha val="100000"/>
                      </a:srgbClr>
                    </a:gs>
                  </a:gsLst>
                  <a:path path="circle">
                    <a:fillToRect l="50000" r="50000" t="50000" b="50000"/>
                  </a:path>
                </a:gradFill>
                <a:latin typeface="TT Interphases"/>
                <a:ea typeface="TT Interphases"/>
                <a:cs typeface="TT Interphases"/>
                <a:sym typeface="TT Interphases"/>
              </a:rPr>
              <a:t>Together we learn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43122" y="745072"/>
            <a:ext cx="17333991" cy="264794"/>
            <a:chOff x="0" y="0"/>
            <a:chExt cx="23111988" cy="35305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47625"/>
              <a:ext cx="4079426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99"/>
                </a:lnSpc>
              </a:pPr>
              <a:r>
                <a:rPr lang="en-US" sz="1799" spc="-13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BRISBANE, AUSTRALIA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314180" y="47625"/>
              <a:ext cx="2409818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9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6437143" y="47625"/>
              <a:ext cx="6674845" cy="305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799"/>
                </a:lnSpc>
              </a:pPr>
              <a:r>
                <a:rPr lang="en-US" sz="1799" spc="-134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COPILOT STUDIO USER GROUP              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19141" y="9143217"/>
            <a:ext cx="6214238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999">
                <a:solidFill>
                  <a:srgbClr val="FFDE5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POWER PLATFORM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DAHUREQS4Cg</dc:identifier>
  <dcterms:modified xsi:type="dcterms:W3CDTF">2011-08-01T06:04:30Z</dcterms:modified>
  <cp:revision>1</cp:revision>
  <dc:title>Event Recorded</dc:title>
</cp:coreProperties>
</file>